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5" r:id="rId1"/>
  </p:sldMasterIdLst>
  <p:notesMasterIdLst>
    <p:notesMasterId r:id="rId13"/>
  </p:notesMasterIdLst>
  <p:handoutMasterIdLst>
    <p:handoutMasterId r:id="rId14"/>
  </p:handoutMasterIdLst>
  <p:sldIdLst>
    <p:sldId id="261" r:id="rId2"/>
    <p:sldId id="265" r:id="rId3"/>
    <p:sldId id="269" r:id="rId4"/>
    <p:sldId id="268" r:id="rId5"/>
    <p:sldId id="270" r:id="rId6"/>
    <p:sldId id="272" r:id="rId7"/>
    <p:sldId id="275" r:id="rId8"/>
    <p:sldId id="276" r:id="rId9"/>
    <p:sldId id="273" r:id="rId10"/>
    <p:sldId id="274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0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3B4CCD-56F7-4AFB-965A-6B48D977C8E8}" type="doc">
      <dgm:prSet loTypeId="urn:microsoft.com/office/officeart/2005/8/layout/hierarchy6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16D97F6-0816-437F-AB8F-6E2F30332EDC}">
      <dgm:prSet phldrT="[Text]" custT="1"/>
      <dgm:spPr/>
      <dgm:t>
        <a:bodyPr/>
        <a:lstStyle/>
        <a:p>
          <a:r>
            <a:rPr lang="en-US" sz="1100" dirty="0" smtClean="0"/>
            <a:t>Supply Chain</a:t>
          </a:r>
          <a:endParaRPr lang="en-US" sz="1100" dirty="0"/>
        </a:p>
      </dgm:t>
    </dgm:pt>
    <dgm:pt modelId="{59AF1CE5-C0B3-4861-A541-9339C3717A96}" type="parTrans" cxnId="{450A2ED0-44D8-497B-95EC-0D30EF59B1F6}">
      <dgm:prSet/>
      <dgm:spPr/>
      <dgm:t>
        <a:bodyPr/>
        <a:lstStyle/>
        <a:p>
          <a:endParaRPr lang="en-US"/>
        </a:p>
      </dgm:t>
    </dgm:pt>
    <dgm:pt modelId="{945100B2-FF32-4101-B924-78B3FA9C91B7}" type="sibTrans" cxnId="{450A2ED0-44D8-497B-95EC-0D30EF59B1F6}">
      <dgm:prSet/>
      <dgm:spPr/>
      <dgm:t>
        <a:bodyPr/>
        <a:lstStyle/>
        <a:p>
          <a:endParaRPr lang="en-US"/>
        </a:p>
      </dgm:t>
    </dgm:pt>
    <dgm:pt modelId="{10E97239-E467-4D40-BD20-283BE274B95F}">
      <dgm:prSet phldrT="[Text]" custT="1"/>
      <dgm:spPr/>
      <dgm:t>
        <a:bodyPr/>
        <a:lstStyle/>
        <a:p>
          <a:r>
            <a:rPr lang="en-US" sz="1100" dirty="0" smtClean="0"/>
            <a:t>Specialty </a:t>
          </a:r>
          <a:r>
            <a:rPr lang="en-US" sz="1100" dirty="0" smtClean="0"/>
            <a:t>Areas</a:t>
          </a:r>
        </a:p>
        <a:p>
          <a:r>
            <a:rPr lang="en-US" sz="1100" dirty="0" smtClean="0"/>
            <a:t>(OR)</a:t>
          </a:r>
          <a:endParaRPr lang="en-US" sz="1100" dirty="0"/>
        </a:p>
      </dgm:t>
    </dgm:pt>
    <dgm:pt modelId="{D1192128-C485-4519-AA7D-AA594D0214CE}" type="parTrans" cxnId="{09C56B0E-8ACC-4BD3-A7CC-E0B353F3F7BD}">
      <dgm:prSet/>
      <dgm:spPr/>
      <dgm:t>
        <a:bodyPr/>
        <a:lstStyle/>
        <a:p>
          <a:endParaRPr lang="en-US"/>
        </a:p>
      </dgm:t>
    </dgm:pt>
    <dgm:pt modelId="{249E1693-E638-4BE4-9ED5-5CB9F1FD46AE}" type="sibTrans" cxnId="{09C56B0E-8ACC-4BD3-A7CC-E0B353F3F7BD}">
      <dgm:prSet/>
      <dgm:spPr/>
      <dgm:t>
        <a:bodyPr/>
        <a:lstStyle/>
        <a:p>
          <a:endParaRPr lang="en-US"/>
        </a:p>
      </dgm:t>
    </dgm:pt>
    <dgm:pt modelId="{6E99ED58-E8AA-46A8-8536-457C444B82DA}">
      <dgm:prSet phldrT="[Text]" custT="1"/>
      <dgm:spPr/>
      <dgm:t>
        <a:bodyPr/>
        <a:lstStyle/>
        <a:p>
          <a:r>
            <a:rPr lang="en-US" sz="1100" dirty="0" smtClean="0"/>
            <a:t>Nursing</a:t>
          </a:r>
          <a:endParaRPr lang="en-US" sz="1100" dirty="0"/>
        </a:p>
      </dgm:t>
    </dgm:pt>
    <dgm:pt modelId="{6CFE1492-ABCD-4C20-AC14-4F2A1357AAEE}" type="parTrans" cxnId="{A155E12F-B176-47F6-A616-D456380A0742}">
      <dgm:prSet/>
      <dgm:spPr/>
      <dgm:t>
        <a:bodyPr/>
        <a:lstStyle/>
        <a:p>
          <a:endParaRPr lang="en-US"/>
        </a:p>
      </dgm:t>
    </dgm:pt>
    <dgm:pt modelId="{8DB81A16-F183-46FE-B13A-0CCDA4E1B1E8}" type="sibTrans" cxnId="{A155E12F-B176-47F6-A616-D456380A0742}">
      <dgm:prSet/>
      <dgm:spPr/>
      <dgm:t>
        <a:bodyPr/>
        <a:lstStyle/>
        <a:p>
          <a:endParaRPr lang="en-US"/>
        </a:p>
      </dgm:t>
    </dgm:pt>
    <dgm:pt modelId="{B452FC90-2E21-4EDF-B99E-2A5B42E2DF8F}">
      <dgm:prSet phldrT="[Text]" custT="1"/>
      <dgm:spPr/>
      <dgm:t>
        <a:bodyPr/>
        <a:lstStyle/>
        <a:p>
          <a:r>
            <a:rPr lang="en-US" sz="1100" dirty="0" smtClean="0"/>
            <a:t>Clinical </a:t>
          </a:r>
          <a:r>
            <a:rPr lang="en-US" sz="1100" dirty="0" smtClean="0"/>
            <a:t>Engineering</a:t>
          </a:r>
        </a:p>
        <a:p>
          <a:r>
            <a:rPr lang="en-US" sz="1100" dirty="0" smtClean="0"/>
            <a:t>(equipment)</a:t>
          </a:r>
          <a:endParaRPr lang="en-US" sz="1100" dirty="0"/>
        </a:p>
      </dgm:t>
    </dgm:pt>
    <dgm:pt modelId="{AE47C1DF-EB40-4DD8-91AA-5C902F056DF4}" type="parTrans" cxnId="{61BB87E7-7423-42CF-B660-E0DD80C3E75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9D417442-5EEB-43F4-83C1-47DBDCAF99D1}" type="sibTrans" cxnId="{61BB87E7-7423-42CF-B660-E0DD80C3E751}">
      <dgm:prSet/>
      <dgm:spPr/>
      <dgm:t>
        <a:bodyPr/>
        <a:lstStyle/>
        <a:p>
          <a:endParaRPr lang="en-US"/>
        </a:p>
      </dgm:t>
    </dgm:pt>
    <dgm:pt modelId="{05576824-38CB-4752-87C8-2DD09BD9C2BE}">
      <dgm:prSet phldrT="[Text]" custT="1"/>
      <dgm:spPr/>
      <dgm:t>
        <a:bodyPr/>
        <a:lstStyle/>
        <a:p>
          <a:r>
            <a:rPr lang="en-US" sz="1100" dirty="0" smtClean="0"/>
            <a:t>Corporate</a:t>
          </a:r>
          <a:endParaRPr lang="en-US" sz="1100" dirty="0"/>
        </a:p>
      </dgm:t>
    </dgm:pt>
    <dgm:pt modelId="{57E32EE0-3BCE-42F3-B1CD-64F560F46F6F}" type="parTrans" cxnId="{25456AC8-F3D5-47FC-BC53-1F5BF1191ECE}">
      <dgm:prSet/>
      <dgm:spPr/>
      <dgm:t>
        <a:bodyPr/>
        <a:lstStyle/>
        <a:p>
          <a:endParaRPr lang="en-US"/>
        </a:p>
      </dgm:t>
    </dgm:pt>
    <dgm:pt modelId="{47336E92-D896-41F1-A0CD-FF8501B289E4}" type="sibTrans" cxnId="{25456AC8-F3D5-47FC-BC53-1F5BF1191ECE}">
      <dgm:prSet/>
      <dgm:spPr/>
      <dgm:t>
        <a:bodyPr/>
        <a:lstStyle/>
        <a:p>
          <a:endParaRPr lang="en-US"/>
        </a:p>
      </dgm:t>
    </dgm:pt>
    <dgm:pt modelId="{B63BBC53-3794-443F-BA8B-9CF1D8D7144F}">
      <dgm:prSet phldrT="[Text]" custT="1"/>
      <dgm:spPr/>
      <dgm:t>
        <a:bodyPr/>
        <a:lstStyle/>
        <a:p>
          <a:r>
            <a:rPr lang="en-US" sz="1100" smtClean="0"/>
            <a:t>Facility</a:t>
          </a:r>
          <a:endParaRPr lang="en-US" sz="1100" dirty="0"/>
        </a:p>
      </dgm:t>
    </dgm:pt>
    <dgm:pt modelId="{C444E140-F59E-4FC1-9591-94754C4E367C}" type="parTrans" cxnId="{683FBD0D-506F-43AD-AA73-5AAA7899D69D}">
      <dgm:prSet/>
      <dgm:spPr/>
      <dgm:t>
        <a:bodyPr/>
        <a:lstStyle/>
        <a:p>
          <a:endParaRPr lang="en-US"/>
        </a:p>
      </dgm:t>
    </dgm:pt>
    <dgm:pt modelId="{55E1217F-C6F5-434E-94F8-105A57B16AD3}" type="sibTrans" cxnId="{683FBD0D-506F-43AD-AA73-5AAA7899D69D}">
      <dgm:prSet/>
      <dgm:spPr/>
      <dgm:t>
        <a:bodyPr/>
        <a:lstStyle/>
        <a:p>
          <a:endParaRPr lang="en-US"/>
        </a:p>
      </dgm:t>
    </dgm:pt>
    <dgm:pt modelId="{022329E0-1FAE-4B65-A23E-BC3C975BAF25}">
      <dgm:prSet phldrT="[Text]" custT="1"/>
      <dgm:spPr/>
      <dgm:t>
        <a:bodyPr/>
        <a:lstStyle/>
        <a:p>
          <a:r>
            <a:rPr lang="en-US" sz="1100" dirty="0" smtClean="0"/>
            <a:t>Department</a:t>
          </a:r>
          <a:endParaRPr lang="en-US" sz="1100" dirty="0"/>
        </a:p>
      </dgm:t>
    </dgm:pt>
    <dgm:pt modelId="{BB176B16-A924-44BC-BB1D-356B26E07C59}" type="parTrans" cxnId="{71E57034-B395-4F37-9603-526E6F6E89FB}">
      <dgm:prSet/>
      <dgm:spPr/>
      <dgm:t>
        <a:bodyPr/>
        <a:lstStyle/>
        <a:p>
          <a:endParaRPr lang="en-US"/>
        </a:p>
      </dgm:t>
    </dgm:pt>
    <dgm:pt modelId="{A6CE9127-83F6-44A0-9918-6A051C165C07}" type="sibTrans" cxnId="{71E57034-B395-4F37-9603-526E6F6E89FB}">
      <dgm:prSet/>
      <dgm:spPr/>
      <dgm:t>
        <a:bodyPr/>
        <a:lstStyle/>
        <a:p>
          <a:endParaRPr lang="en-US"/>
        </a:p>
      </dgm:t>
    </dgm:pt>
    <dgm:pt modelId="{EF2A1398-CF4C-4E73-87C0-885C2C74C14A}">
      <dgm:prSet phldrT="[Text]" custT="1"/>
      <dgm:spPr/>
      <dgm:t>
        <a:bodyPr/>
        <a:lstStyle/>
        <a:p>
          <a:r>
            <a:rPr lang="en-US" sz="1100" dirty="0" smtClean="0"/>
            <a:t>Procedural Areas</a:t>
          </a:r>
        </a:p>
        <a:p>
          <a:r>
            <a:rPr lang="en-US" sz="1100" dirty="0" smtClean="0"/>
            <a:t>(Cath, EP, IR, etc.)</a:t>
          </a:r>
        </a:p>
      </dgm:t>
    </dgm:pt>
    <dgm:pt modelId="{4A647E3E-DE3B-4DA9-B120-06B558E9E4C9}" type="sibTrans" cxnId="{26C07595-05ED-4C1F-A95E-96936B35803D}">
      <dgm:prSet/>
      <dgm:spPr/>
      <dgm:t>
        <a:bodyPr/>
        <a:lstStyle/>
        <a:p>
          <a:endParaRPr lang="en-US"/>
        </a:p>
      </dgm:t>
    </dgm:pt>
    <dgm:pt modelId="{DA2FFE2F-FBAB-4086-8937-21E60AECB5B8}" type="parTrans" cxnId="{26C07595-05ED-4C1F-A95E-96936B35803D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C576CAB-0286-43E2-A523-DBE4AF2707E6}">
      <dgm:prSet phldrT="[Text]" custT="1"/>
      <dgm:spPr/>
      <dgm:t>
        <a:bodyPr/>
        <a:lstStyle/>
        <a:p>
          <a:r>
            <a:rPr lang="en-US" sz="1100" dirty="0" smtClean="0"/>
            <a:t>Risk Management</a:t>
          </a:r>
          <a:endParaRPr lang="en-US" sz="1100" dirty="0"/>
        </a:p>
      </dgm:t>
    </dgm:pt>
    <dgm:pt modelId="{84DD669F-E66E-461A-AA3F-91E5B382A389}" type="parTrans" cxnId="{EA50DA6C-8060-4E06-B4F3-690CF47429BF}">
      <dgm:prSet/>
      <dgm:spPr/>
      <dgm:t>
        <a:bodyPr/>
        <a:lstStyle/>
        <a:p>
          <a:endParaRPr lang="en-US"/>
        </a:p>
      </dgm:t>
    </dgm:pt>
    <dgm:pt modelId="{E5407F67-06A3-451A-9E0F-16D4028F6DD3}" type="sibTrans" cxnId="{EA50DA6C-8060-4E06-B4F3-690CF47429BF}">
      <dgm:prSet/>
      <dgm:spPr/>
      <dgm:t>
        <a:bodyPr/>
        <a:lstStyle/>
        <a:p>
          <a:endParaRPr lang="en-US"/>
        </a:p>
      </dgm:t>
    </dgm:pt>
    <dgm:pt modelId="{53699F08-1111-42F7-ACD3-4AD45E891684}">
      <dgm:prSet phldrT="[Text]" custT="1"/>
      <dgm:spPr/>
      <dgm:t>
        <a:bodyPr/>
        <a:lstStyle/>
        <a:p>
          <a:r>
            <a:rPr lang="en-US" sz="1100" dirty="0" smtClean="0"/>
            <a:t>Materials </a:t>
          </a:r>
          <a:r>
            <a:rPr lang="en-US" sz="1100" dirty="0" smtClean="0"/>
            <a:t>Management</a:t>
          </a:r>
        </a:p>
        <a:p>
          <a:r>
            <a:rPr lang="en-US" sz="1100" dirty="0" smtClean="0"/>
            <a:t>(product)</a:t>
          </a:r>
          <a:endParaRPr lang="en-US" sz="1100" dirty="0"/>
        </a:p>
      </dgm:t>
    </dgm:pt>
    <dgm:pt modelId="{F4933603-4309-48F5-92D0-ED1019F0472B}" type="sibTrans" cxnId="{0D8B5B31-BBD2-4717-981F-9022496FE343}">
      <dgm:prSet/>
      <dgm:spPr/>
      <dgm:t>
        <a:bodyPr/>
        <a:lstStyle/>
        <a:p>
          <a:endParaRPr lang="en-US"/>
        </a:p>
      </dgm:t>
    </dgm:pt>
    <dgm:pt modelId="{384948E3-7ED8-4654-8238-66D7C030F7FF}" type="parTrans" cxnId="{0D8B5B31-BBD2-4717-981F-9022496FE343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31D6F002-A41F-4DDF-8DC2-3B7C2F02D24A}">
      <dgm:prSet phldrT="[Text]" custT="1"/>
      <dgm:spPr/>
      <dgm:t>
        <a:bodyPr/>
        <a:lstStyle/>
        <a:p>
          <a:r>
            <a:rPr lang="en-US" sz="1100" dirty="0" smtClean="0"/>
            <a:t>Recall Officer</a:t>
          </a:r>
          <a:endParaRPr lang="en-US" sz="1100" dirty="0"/>
        </a:p>
      </dgm:t>
    </dgm:pt>
    <dgm:pt modelId="{4201B179-905C-40E6-9D07-67C50C97B01C}" type="parTrans" cxnId="{068BD654-6891-44B0-9209-618EC6869C0A}">
      <dgm:prSet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endParaRPr lang="en-US"/>
        </a:p>
      </dgm:t>
    </dgm:pt>
    <dgm:pt modelId="{D05FB19B-EDC0-4389-84B6-793EA1AA762F}" type="sibTrans" cxnId="{068BD654-6891-44B0-9209-618EC6869C0A}">
      <dgm:prSet/>
      <dgm:spPr/>
      <dgm:t>
        <a:bodyPr/>
        <a:lstStyle/>
        <a:p>
          <a:endParaRPr lang="en-US"/>
        </a:p>
      </dgm:t>
    </dgm:pt>
    <dgm:pt modelId="{4C100789-EDFD-4011-BDC8-F9B879D19FE6}">
      <dgm:prSet phldrT="[Text]" custT="1"/>
      <dgm:spPr/>
      <dgm:t>
        <a:bodyPr/>
        <a:lstStyle/>
        <a:p>
          <a:r>
            <a:rPr lang="en-US" sz="1100" dirty="0" smtClean="0"/>
            <a:t>Pharmacy</a:t>
          </a:r>
        </a:p>
        <a:p>
          <a:r>
            <a:rPr lang="en-US" sz="1100" dirty="0" smtClean="0"/>
            <a:t>(pharmaceuticals)</a:t>
          </a:r>
          <a:endParaRPr lang="en-US" sz="1100" dirty="0"/>
        </a:p>
      </dgm:t>
    </dgm:pt>
    <dgm:pt modelId="{4DD60F55-7AF1-453D-871B-4786CB099ADC}" type="parTrans" cxnId="{F74DC470-DA8F-4BC4-835A-F4E8AD862FA4}">
      <dgm:prSet/>
      <dgm:spPr>
        <a:ln>
          <a:solidFill>
            <a:srgbClr val="333333"/>
          </a:solidFill>
        </a:ln>
      </dgm:spPr>
      <dgm:t>
        <a:bodyPr/>
        <a:lstStyle/>
        <a:p>
          <a:endParaRPr lang="en-US"/>
        </a:p>
      </dgm:t>
    </dgm:pt>
    <dgm:pt modelId="{7E3C86D1-E8A0-4451-A720-59BAFA634392}" type="sibTrans" cxnId="{F74DC470-DA8F-4BC4-835A-F4E8AD862FA4}">
      <dgm:prSet/>
      <dgm:spPr/>
      <dgm:t>
        <a:bodyPr/>
        <a:lstStyle/>
        <a:p>
          <a:endParaRPr lang="en-US"/>
        </a:p>
      </dgm:t>
    </dgm:pt>
    <dgm:pt modelId="{562D3522-1B32-4102-9FB7-E0348FA4A0DC}" type="pres">
      <dgm:prSet presAssocID="{093B4CCD-56F7-4AFB-965A-6B48D977C8E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1F55663-0D7C-4A23-8C25-A30FD1B5DCED}" type="pres">
      <dgm:prSet presAssocID="{093B4CCD-56F7-4AFB-965A-6B48D977C8E8}" presName="hierFlow" presStyleCnt="0"/>
      <dgm:spPr/>
    </dgm:pt>
    <dgm:pt modelId="{A4D04707-856B-4DFF-B1FE-681A8A56A517}" type="pres">
      <dgm:prSet presAssocID="{093B4CCD-56F7-4AFB-965A-6B48D977C8E8}" presName="firstBuf" presStyleCnt="0"/>
      <dgm:spPr/>
    </dgm:pt>
    <dgm:pt modelId="{DAAF4FC7-21E2-4888-A9A9-4311B0CC7CDD}" type="pres">
      <dgm:prSet presAssocID="{093B4CCD-56F7-4AFB-965A-6B48D977C8E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0A668C0-D9A2-4F37-B226-06766AB5FC35}" type="pres">
      <dgm:prSet presAssocID="{C16D97F6-0816-437F-AB8F-6E2F30332EDC}" presName="Name14" presStyleCnt="0"/>
      <dgm:spPr/>
    </dgm:pt>
    <dgm:pt modelId="{056C5C4B-5EF1-4A5A-8D52-6CAB8D5C56FF}" type="pres">
      <dgm:prSet presAssocID="{C16D97F6-0816-437F-AB8F-6E2F30332EDC}" presName="level1Shape" presStyleLbl="node0" presStyleIdx="0" presStyleCnt="1" custScaleX="164842" custLinFactNeighborY="-5306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6FE5D7-8D60-47AF-B041-9DB52007720E}" type="pres">
      <dgm:prSet presAssocID="{C16D97F6-0816-437F-AB8F-6E2F30332EDC}" presName="hierChild2" presStyleCnt="0"/>
      <dgm:spPr/>
    </dgm:pt>
    <dgm:pt modelId="{3C8CCAF2-47F4-47FD-A74C-EDCA9478F965}" type="pres">
      <dgm:prSet presAssocID="{4201B179-905C-40E6-9D07-67C50C97B01C}" presName="Name19" presStyleLbl="parChTrans1D2" presStyleIdx="0" presStyleCnt="1"/>
      <dgm:spPr/>
      <dgm:t>
        <a:bodyPr/>
        <a:lstStyle/>
        <a:p>
          <a:endParaRPr lang="en-US"/>
        </a:p>
      </dgm:t>
    </dgm:pt>
    <dgm:pt modelId="{AB5BBBC3-02AF-4ED7-8555-DD3A8483E2B0}" type="pres">
      <dgm:prSet presAssocID="{31D6F002-A41F-4DDF-8DC2-3B7C2F02D24A}" presName="Name21" presStyleCnt="0"/>
      <dgm:spPr/>
    </dgm:pt>
    <dgm:pt modelId="{6DB3E066-7DF8-4A2C-BCA1-C386B42D68EF}" type="pres">
      <dgm:prSet presAssocID="{31D6F002-A41F-4DDF-8DC2-3B7C2F02D24A}" presName="level2Shape" presStyleLbl="node2" presStyleIdx="0" presStyleCnt="1" custScaleX="149401" custLinFactNeighborY="-28804"/>
      <dgm:spPr/>
      <dgm:t>
        <a:bodyPr/>
        <a:lstStyle/>
        <a:p>
          <a:endParaRPr lang="en-US"/>
        </a:p>
      </dgm:t>
    </dgm:pt>
    <dgm:pt modelId="{AC77DE92-A3CC-47BF-850F-5CCCCD467F12}" type="pres">
      <dgm:prSet presAssocID="{31D6F002-A41F-4DDF-8DC2-3B7C2F02D24A}" presName="hierChild3" presStyleCnt="0"/>
      <dgm:spPr/>
    </dgm:pt>
    <dgm:pt modelId="{4DAD5044-E7B7-4850-A098-0792F5344D4B}" type="pres">
      <dgm:prSet presAssocID="{384948E3-7ED8-4654-8238-66D7C030F7FF}" presName="Name19" presStyleLbl="parChTrans1D3" presStyleIdx="0" presStyleCnt="4"/>
      <dgm:spPr/>
      <dgm:t>
        <a:bodyPr/>
        <a:lstStyle/>
        <a:p>
          <a:endParaRPr lang="en-US"/>
        </a:p>
      </dgm:t>
    </dgm:pt>
    <dgm:pt modelId="{B1E07A61-8FF4-4717-8A4A-E09C031CF6A7}" type="pres">
      <dgm:prSet presAssocID="{53699F08-1111-42F7-ACD3-4AD45E891684}" presName="Name21" presStyleCnt="0"/>
      <dgm:spPr/>
    </dgm:pt>
    <dgm:pt modelId="{BCD011D1-B5CF-4D65-B58A-B0C3ABC2BDFD}" type="pres">
      <dgm:prSet presAssocID="{53699F08-1111-42F7-ACD3-4AD45E891684}" presName="level2Shape" presStyleLbl="node3" presStyleIdx="0" presStyleCnt="4" custScaleX="127026"/>
      <dgm:spPr/>
      <dgm:t>
        <a:bodyPr/>
        <a:lstStyle/>
        <a:p>
          <a:endParaRPr lang="en-US"/>
        </a:p>
      </dgm:t>
    </dgm:pt>
    <dgm:pt modelId="{DD33375D-F39B-46F4-AF35-96B3A203A59B}" type="pres">
      <dgm:prSet presAssocID="{53699F08-1111-42F7-ACD3-4AD45E891684}" presName="hierChild3" presStyleCnt="0"/>
      <dgm:spPr/>
    </dgm:pt>
    <dgm:pt modelId="{4FC28349-AC4B-4394-AD2B-AF7B68E1D27B}" type="pres">
      <dgm:prSet presAssocID="{D1192128-C485-4519-AA7D-AA594D0214CE}" presName="Name19" presStyleLbl="parChTrans1D4" presStyleIdx="0" presStyleCnt="2"/>
      <dgm:spPr/>
      <dgm:t>
        <a:bodyPr/>
        <a:lstStyle/>
        <a:p>
          <a:endParaRPr lang="en-US"/>
        </a:p>
      </dgm:t>
    </dgm:pt>
    <dgm:pt modelId="{38094C48-CB7A-4395-954D-AA3913C3E439}" type="pres">
      <dgm:prSet presAssocID="{10E97239-E467-4D40-BD20-283BE274B95F}" presName="Name21" presStyleCnt="0"/>
      <dgm:spPr/>
    </dgm:pt>
    <dgm:pt modelId="{CCFBAB38-A765-483E-A327-18335C519F5D}" type="pres">
      <dgm:prSet presAssocID="{10E97239-E467-4D40-BD20-283BE274B95F}" presName="level2Shape" presStyleLbl="node4" presStyleIdx="0" presStyleCnt="2" custScaleX="167705" custLinFactNeighborY="54576"/>
      <dgm:spPr/>
      <dgm:t>
        <a:bodyPr/>
        <a:lstStyle/>
        <a:p>
          <a:endParaRPr lang="en-US"/>
        </a:p>
      </dgm:t>
    </dgm:pt>
    <dgm:pt modelId="{F5EC9D6A-3D9E-4787-AD57-2977B0343195}" type="pres">
      <dgm:prSet presAssocID="{10E97239-E467-4D40-BD20-283BE274B95F}" presName="hierChild3" presStyleCnt="0"/>
      <dgm:spPr/>
    </dgm:pt>
    <dgm:pt modelId="{3E90A0CA-D078-423A-A713-578009CA614F}" type="pres">
      <dgm:prSet presAssocID="{6CFE1492-ABCD-4C20-AC14-4F2A1357AAEE}" presName="Name19" presStyleLbl="parChTrans1D4" presStyleIdx="1" presStyleCnt="2"/>
      <dgm:spPr/>
      <dgm:t>
        <a:bodyPr/>
        <a:lstStyle/>
        <a:p>
          <a:endParaRPr lang="en-US"/>
        </a:p>
      </dgm:t>
    </dgm:pt>
    <dgm:pt modelId="{29178942-704B-4EFC-91DE-100410A567EF}" type="pres">
      <dgm:prSet presAssocID="{6E99ED58-E8AA-46A8-8536-457C444B82DA}" presName="Name21" presStyleCnt="0"/>
      <dgm:spPr/>
    </dgm:pt>
    <dgm:pt modelId="{45E6784D-A0B9-4A30-B376-4A23F953A460}" type="pres">
      <dgm:prSet presAssocID="{6E99ED58-E8AA-46A8-8536-457C444B82DA}" presName="level2Shape" presStyleLbl="node4" presStyleIdx="1" presStyleCnt="2" custScaleX="127026" custLinFactNeighborY="54576"/>
      <dgm:spPr/>
      <dgm:t>
        <a:bodyPr/>
        <a:lstStyle/>
        <a:p>
          <a:endParaRPr lang="en-US"/>
        </a:p>
      </dgm:t>
    </dgm:pt>
    <dgm:pt modelId="{EB61A04A-C3A6-417B-9EF1-E963F4555579}" type="pres">
      <dgm:prSet presAssocID="{6E99ED58-E8AA-46A8-8536-457C444B82DA}" presName="hierChild3" presStyleCnt="0"/>
      <dgm:spPr/>
    </dgm:pt>
    <dgm:pt modelId="{C4EBD503-A60B-4E95-B03D-819E152C411F}" type="pres">
      <dgm:prSet presAssocID="{AE47C1DF-EB40-4DD8-91AA-5C902F056DF4}" presName="Name19" presStyleLbl="parChTrans1D3" presStyleIdx="1" presStyleCnt="4"/>
      <dgm:spPr/>
      <dgm:t>
        <a:bodyPr/>
        <a:lstStyle/>
        <a:p>
          <a:endParaRPr lang="en-US"/>
        </a:p>
      </dgm:t>
    </dgm:pt>
    <dgm:pt modelId="{DAC4F573-1946-42D4-B180-1282FD475F4E}" type="pres">
      <dgm:prSet presAssocID="{B452FC90-2E21-4EDF-B99E-2A5B42E2DF8F}" presName="Name21" presStyleCnt="0"/>
      <dgm:spPr/>
    </dgm:pt>
    <dgm:pt modelId="{3CF347CF-11BF-48FC-AABF-1C867B552E20}" type="pres">
      <dgm:prSet presAssocID="{B452FC90-2E21-4EDF-B99E-2A5B42E2DF8F}" presName="level2Shape" presStyleLbl="node3" presStyleIdx="1" presStyleCnt="4" custScaleX="127026"/>
      <dgm:spPr/>
      <dgm:t>
        <a:bodyPr/>
        <a:lstStyle/>
        <a:p>
          <a:endParaRPr lang="en-US"/>
        </a:p>
      </dgm:t>
    </dgm:pt>
    <dgm:pt modelId="{ECDF446C-177E-4A34-8D71-A5D73F91EDBF}" type="pres">
      <dgm:prSet presAssocID="{B452FC90-2E21-4EDF-B99E-2A5B42E2DF8F}" presName="hierChild3" presStyleCnt="0"/>
      <dgm:spPr/>
    </dgm:pt>
    <dgm:pt modelId="{AAFDF4DF-C1F9-4278-B75F-2A777B0548B2}" type="pres">
      <dgm:prSet presAssocID="{DA2FFE2F-FBAB-4086-8937-21E60AECB5B8}" presName="Name19" presStyleLbl="parChTrans1D3" presStyleIdx="2" presStyleCnt="4"/>
      <dgm:spPr/>
      <dgm:t>
        <a:bodyPr/>
        <a:lstStyle/>
        <a:p>
          <a:endParaRPr lang="en-US"/>
        </a:p>
      </dgm:t>
    </dgm:pt>
    <dgm:pt modelId="{8600BE4E-4742-445B-82C5-F27C64142691}" type="pres">
      <dgm:prSet presAssocID="{EF2A1398-CF4C-4E73-87C0-885C2C74C14A}" presName="Name21" presStyleCnt="0"/>
      <dgm:spPr/>
    </dgm:pt>
    <dgm:pt modelId="{7E3DF2F5-A45F-4447-843E-CC649DEE81F1}" type="pres">
      <dgm:prSet presAssocID="{EF2A1398-CF4C-4E73-87C0-885C2C74C14A}" presName="level2Shape" presStyleLbl="node3" presStyleIdx="2" presStyleCnt="4" custScaleX="190915"/>
      <dgm:spPr/>
      <dgm:t>
        <a:bodyPr/>
        <a:lstStyle/>
        <a:p>
          <a:endParaRPr lang="en-US"/>
        </a:p>
      </dgm:t>
    </dgm:pt>
    <dgm:pt modelId="{070CC44A-33C0-4A12-9CC3-4C4AF38F6FC9}" type="pres">
      <dgm:prSet presAssocID="{EF2A1398-CF4C-4E73-87C0-885C2C74C14A}" presName="hierChild3" presStyleCnt="0"/>
      <dgm:spPr/>
    </dgm:pt>
    <dgm:pt modelId="{86E12502-CA2E-45C3-9512-97E3C200333E}" type="pres">
      <dgm:prSet presAssocID="{4DD60F55-7AF1-453D-871B-4786CB099ADC}" presName="Name19" presStyleLbl="parChTrans1D3" presStyleIdx="3" presStyleCnt="4"/>
      <dgm:spPr/>
      <dgm:t>
        <a:bodyPr/>
        <a:lstStyle/>
        <a:p>
          <a:endParaRPr lang="en-US"/>
        </a:p>
      </dgm:t>
    </dgm:pt>
    <dgm:pt modelId="{B5B75243-2554-429C-94FC-31AC1D513140}" type="pres">
      <dgm:prSet presAssocID="{4C100789-EDFD-4011-BDC8-F9B879D19FE6}" presName="Name21" presStyleCnt="0"/>
      <dgm:spPr/>
    </dgm:pt>
    <dgm:pt modelId="{E6F08970-75C0-431B-A123-E8904D639365}" type="pres">
      <dgm:prSet presAssocID="{4C100789-EDFD-4011-BDC8-F9B879D19FE6}" presName="level2Shape" presStyleLbl="node3" presStyleIdx="3" presStyleCnt="4" custScaleX="174885"/>
      <dgm:spPr/>
      <dgm:t>
        <a:bodyPr/>
        <a:lstStyle/>
        <a:p>
          <a:endParaRPr lang="en-US"/>
        </a:p>
      </dgm:t>
    </dgm:pt>
    <dgm:pt modelId="{661EE976-50CD-4F43-AD8D-918238E1FA0C}" type="pres">
      <dgm:prSet presAssocID="{4C100789-EDFD-4011-BDC8-F9B879D19FE6}" presName="hierChild3" presStyleCnt="0"/>
      <dgm:spPr/>
    </dgm:pt>
    <dgm:pt modelId="{4204FED4-386E-4DBE-B20F-D7E43C989B10}" type="pres">
      <dgm:prSet presAssocID="{093B4CCD-56F7-4AFB-965A-6B48D977C8E8}" presName="bgShapesFlow" presStyleCnt="0"/>
      <dgm:spPr/>
    </dgm:pt>
    <dgm:pt modelId="{30354301-9A4C-459D-9DE7-A810241C0603}" type="pres">
      <dgm:prSet presAssocID="{4C576CAB-0286-43E2-A523-DBE4AF2707E6}" presName="rectComp" presStyleCnt="0"/>
      <dgm:spPr/>
    </dgm:pt>
    <dgm:pt modelId="{40685EBA-B9DC-4CD9-95E2-C4ED4A5DFE63}" type="pres">
      <dgm:prSet presAssocID="{4C576CAB-0286-43E2-A523-DBE4AF2707E6}" presName="bgRect" presStyleLbl="bgShp" presStyleIdx="0" presStyleCnt="4" custLinFactNeighborY="-44240"/>
      <dgm:spPr/>
      <dgm:t>
        <a:bodyPr/>
        <a:lstStyle/>
        <a:p>
          <a:endParaRPr lang="en-US"/>
        </a:p>
      </dgm:t>
    </dgm:pt>
    <dgm:pt modelId="{0DEB178B-655C-4818-989E-A219D0E52DC7}" type="pres">
      <dgm:prSet presAssocID="{4C576CAB-0286-43E2-A523-DBE4AF2707E6}" presName="bgRectTx" presStyleLbl="bgShp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D60891-E753-4E7F-BC1D-E308EC4FC293}" type="pres">
      <dgm:prSet presAssocID="{4C576CAB-0286-43E2-A523-DBE4AF2707E6}" presName="spComp" presStyleCnt="0"/>
      <dgm:spPr/>
    </dgm:pt>
    <dgm:pt modelId="{9B5097DF-F3C7-41E5-B884-13394A2E3C7D}" type="pres">
      <dgm:prSet presAssocID="{4C576CAB-0286-43E2-A523-DBE4AF2707E6}" presName="vSp" presStyleCnt="0"/>
      <dgm:spPr/>
    </dgm:pt>
    <dgm:pt modelId="{CE0F4459-3E71-4FC7-B98C-34E012D7FDCB}" type="pres">
      <dgm:prSet presAssocID="{05576824-38CB-4752-87C8-2DD09BD9C2BE}" presName="rectComp" presStyleCnt="0"/>
      <dgm:spPr/>
    </dgm:pt>
    <dgm:pt modelId="{709B92CB-E7BD-4FF9-957A-C190C8A7A3FA}" type="pres">
      <dgm:prSet presAssocID="{05576824-38CB-4752-87C8-2DD09BD9C2BE}" presName="bgRect" presStyleLbl="bgShp" presStyleIdx="1" presStyleCnt="4" custLinFactNeighborY="-24016"/>
      <dgm:spPr/>
      <dgm:t>
        <a:bodyPr/>
        <a:lstStyle/>
        <a:p>
          <a:endParaRPr lang="en-US"/>
        </a:p>
      </dgm:t>
    </dgm:pt>
    <dgm:pt modelId="{A578AE62-9FAE-4A9C-B3B2-CD29C0AA6A7C}" type="pres">
      <dgm:prSet presAssocID="{05576824-38CB-4752-87C8-2DD09BD9C2BE}" presName="bgRectTx" presStyleLbl="bgShp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A200C8-98C0-4CD5-B013-F7020CA2D2D9}" type="pres">
      <dgm:prSet presAssocID="{05576824-38CB-4752-87C8-2DD09BD9C2BE}" presName="spComp" presStyleCnt="0"/>
      <dgm:spPr/>
    </dgm:pt>
    <dgm:pt modelId="{655DD37A-508E-4740-8ED2-44F226895F8D}" type="pres">
      <dgm:prSet presAssocID="{05576824-38CB-4752-87C8-2DD09BD9C2BE}" presName="vSp" presStyleCnt="0"/>
      <dgm:spPr/>
    </dgm:pt>
    <dgm:pt modelId="{C1030EDB-B303-4BF0-8BA6-A2C8391AC18D}" type="pres">
      <dgm:prSet presAssocID="{B63BBC53-3794-443F-BA8B-9CF1D8D7144F}" presName="rectComp" presStyleCnt="0"/>
      <dgm:spPr/>
    </dgm:pt>
    <dgm:pt modelId="{AED871A0-AD7F-40DE-8C93-39CBCCA03954}" type="pres">
      <dgm:prSet presAssocID="{B63BBC53-3794-443F-BA8B-9CF1D8D7144F}" presName="bgRect" presStyleLbl="bgShp" presStyleIdx="2" presStyleCnt="4"/>
      <dgm:spPr/>
      <dgm:t>
        <a:bodyPr/>
        <a:lstStyle/>
        <a:p>
          <a:endParaRPr lang="en-US"/>
        </a:p>
      </dgm:t>
    </dgm:pt>
    <dgm:pt modelId="{B8F3D166-3FD0-4CC5-A049-FA73DBE6597F}" type="pres">
      <dgm:prSet presAssocID="{B63BBC53-3794-443F-BA8B-9CF1D8D7144F}" presName="bgRectTx" presStyleLbl="bgShp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2F7983-F14A-4EBE-9300-EF5B46259461}" type="pres">
      <dgm:prSet presAssocID="{B63BBC53-3794-443F-BA8B-9CF1D8D7144F}" presName="spComp" presStyleCnt="0"/>
      <dgm:spPr/>
    </dgm:pt>
    <dgm:pt modelId="{4F9E0B36-7C46-425B-895B-BA123792C008}" type="pres">
      <dgm:prSet presAssocID="{B63BBC53-3794-443F-BA8B-9CF1D8D7144F}" presName="vSp" presStyleCnt="0"/>
      <dgm:spPr/>
    </dgm:pt>
    <dgm:pt modelId="{B3352DFC-3559-4883-9219-25183271F9A0}" type="pres">
      <dgm:prSet presAssocID="{022329E0-1FAE-4B65-A23E-BC3C975BAF25}" presName="rectComp" presStyleCnt="0"/>
      <dgm:spPr/>
    </dgm:pt>
    <dgm:pt modelId="{3FCDC8EC-AB7D-4CC1-9172-774C74D9312B}" type="pres">
      <dgm:prSet presAssocID="{022329E0-1FAE-4B65-A23E-BC3C975BAF25}" presName="bgRect" presStyleLbl="bgShp" presStyleIdx="3" presStyleCnt="4" custLinFactNeighborY="45504"/>
      <dgm:spPr/>
      <dgm:t>
        <a:bodyPr/>
        <a:lstStyle/>
        <a:p>
          <a:endParaRPr lang="en-US"/>
        </a:p>
      </dgm:t>
    </dgm:pt>
    <dgm:pt modelId="{B78D7C78-B632-44E9-AB65-E51434F1D153}" type="pres">
      <dgm:prSet presAssocID="{022329E0-1FAE-4B65-A23E-BC3C975BAF25}" presName="bgRectTx" presStyleLbl="bgShp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2F3147-3D93-4E15-A5A8-5C7B009B5089}" type="presOf" srcId="{B452FC90-2E21-4EDF-B99E-2A5B42E2DF8F}" destId="{3CF347CF-11BF-48FC-AABF-1C867B552E20}" srcOrd="0" destOrd="0" presId="urn:microsoft.com/office/officeart/2005/8/layout/hierarchy6"/>
    <dgm:cxn modelId="{165DA5D7-0CD5-4508-8B95-997DE555FDCB}" type="presOf" srcId="{AE47C1DF-EB40-4DD8-91AA-5C902F056DF4}" destId="{C4EBD503-A60B-4E95-B03D-819E152C411F}" srcOrd="0" destOrd="0" presId="urn:microsoft.com/office/officeart/2005/8/layout/hierarchy6"/>
    <dgm:cxn modelId="{0D8B5B31-BBD2-4717-981F-9022496FE343}" srcId="{31D6F002-A41F-4DDF-8DC2-3B7C2F02D24A}" destId="{53699F08-1111-42F7-ACD3-4AD45E891684}" srcOrd="0" destOrd="0" parTransId="{384948E3-7ED8-4654-8238-66D7C030F7FF}" sibTransId="{F4933603-4309-48F5-92D0-ED1019F0472B}"/>
    <dgm:cxn modelId="{323BC9D3-BDB6-4931-B3EC-BF286B1A9814}" type="presOf" srcId="{C16D97F6-0816-437F-AB8F-6E2F30332EDC}" destId="{056C5C4B-5EF1-4A5A-8D52-6CAB8D5C56FF}" srcOrd="0" destOrd="0" presId="urn:microsoft.com/office/officeart/2005/8/layout/hierarchy6"/>
    <dgm:cxn modelId="{2E843D0A-4C42-45F7-87AA-DDAA4AD81FB3}" type="presOf" srcId="{093B4CCD-56F7-4AFB-965A-6B48D977C8E8}" destId="{562D3522-1B32-4102-9FB7-E0348FA4A0DC}" srcOrd="0" destOrd="0" presId="urn:microsoft.com/office/officeart/2005/8/layout/hierarchy6"/>
    <dgm:cxn modelId="{49EBDCA4-E65B-4FD4-85AB-66D8DB7E5BF5}" type="presOf" srcId="{10E97239-E467-4D40-BD20-283BE274B95F}" destId="{CCFBAB38-A765-483E-A327-18335C519F5D}" srcOrd="0" destOrd="0" presId="urn:microsoft.com/office/officeart/2005/8/layout/hierarchy6"/>
    <dgm:cxn modelId="{DDDC893A-56F3-4C00-BB9A-F4F497DB3235}" type="presOf" srcId="{53699F08-1111-42F7-ACD3-4AD45E891684}" destId="{BCD011D1-B5CF-4D65-B58A-B0C3ABC2BDFD}" srcOrd="0" destOrd="0" presId="urn:microsoft.com/office/officeart/2005/8/layout/hierarchy6"/>
    <dgm:cxn modelId="{2E07F971-836C-4F0A-BBE6-6B782F7A27C6}" type="presOf" srcId="{05576824-38CB-4752-87C8-2DD09BD9C2BE}" destId="{A578AE62-9FAE-4A9C-B3B2-CD29C0AA6A7C}" srcOrd="1" destOrd="0" presId="urn:microsoft.com/office/officeart/2005/8/layout/hierarchy6"/>
    <dgm:cxn modelId="{0C2E2A93-6A52-4073-9423-AA9FDBEF4EAF}" type="presOf" srcId="{EF2A1398-CF4C-4E73-87C0-885C2C74C14A}" destId="{7E3DF2F5-A45F-4447-843E-CC649DEE81F1}" srcOrd="0" destOrd="0" presId="urn:microsoft.com/office/officeart/2005/8/layout/hierarchy6"/>
    <dgm:cxn modelId="{71E57034-B395-4F37-9603-526E6F6E89FB}" srcId="{093B4CCD-56F7-4AFB-965A-6B48D977C8E8}" destId="{022329E0-1FAE-4B65-A23E-BC3C975BAF25}" srcOrd="4" destOrd="0" parTransId="{BB176B16-A924-44BC-BB1D-356B26E07C59}" sibTransId="{A6CE9127-83F6-44A0-9918-6A051C165C07}"/>
    <dgm:cxn modelId="{25456AC8-F3D5-47FC-BC53-1F5BF1191ECE}" srcId="{093B4CCD-56F7-4AFB-965A-6B48D977C8E8}" destId="{05576824-38CB-4752-87C8-2DD09BD9C2BE}" srcOrd="2" destOrd="0" parTransId="{57E32EE0-3BCE-42F3-B1CD-64F560F46F6F}" sibTransId="{47336E92-D896-41F1-A0CD-FF8501B289E4}"/>
    <dgm:cxn modelId="{450A2ED0-44D8-497B-95EC-0D30EF59B1F6}" srcId="{093B4CCD-56F7-4AFB-965A-6B48D977C8E8}" destId="{C16D97F6-0816-437F-AB8F-6E2F30332EDC}" srcOrd="0" destOrd="0" parTransId="{59AF1CE5-C0B3-4861-A541-9339C3717A96}" sibTransId="{945100B2-FF32-4101-B924-78B3FA9C91B7}"/>
    <dgm:cxn modelId="{18C29540-007A-43B1-8648-482095B8CDB0}" type="presOf" srcId="{D1192128-C485-4519-AA7D-AA594D0214CE}" destId="{4FC28349-AC4B-4394-AD2B-AF7B68E1D27B}" srcOrd="0" destOrd="0" presId="urn:microsoft.com/office/officeart/2005/8/layout/hierarchy6"/>
    <dgm:cxn modelId="{26C07595-05ED-4C1F-A95E-96936B35803D}" srcId="{31D6F002-A41F-4DDF-8DC2-3B7C2F02D24A}" destId="{EF2A1398-CF4C-4E73-87C0-885C2C74C14A}" srcOrd="2" destOrd="0" parTransId="{DA2FFE2F-FBAB-4086-8937-21E60AECB5B8}" sibTransId="{4A647E3E-DE3B-4DA9-B120-06B558E9E4C9}"/>
    <dgm:cxn modelId="{A155E12F-B176-47F6-A616-D456380A0742}" srcId="{53699F08-1111-42F7-ACD3-4AD45E891684}" destId="{6E99ED58-E8AA-46A8-8536-457C444B82DA}" srcOrd="1" destOrd="0" parTransId="{6CFE1492-ABCD-4C20-AC14-4F2A1357AAEE}" sibTransId="{8DB81A16-F183-46FE-B13A-0CCDA4E1B1E8}"/>
    <dgm:cxn modelId="{A5FC21D8-7149-4F59-A79A-A1E1CD06EC25}" type="presOf" srcId="{4C576CAB-0286-43E2-A523-DBE4AF2707E6}" destId="{0DEB178B-655C-4818-989E-A219D0E52DC7}" srcOrd="1" destOrd="0" presId="urn:microsoft.com/office/officeart/2005/8/layout/hierarchy6"/>
    <dgm:cxn modelId="{B05A7588-2CB8-4272-801E-81CD9D731592}" type="presOf" srcId="{4C576CAB-0286-43E2-A523-DBE4AF2707E6}" destId="{40685EBA-B9DC-4CD9-95E2-C4ED4A5DFE63}" srcOrd="0" destOrd="0" presId="urn:microsoft.com/office/officeart/2005/8/layout/hierarchy6"/>
    <dgm:cxn modelId="{5D202355-98B9-4414-89D3-1EAC1681029C}" type="presOf" srcId="{022329E0-1FAE-4B65-A23E-BC3C975BAF25}" destId="{3FCDC8EC-AB7D-4CC1-9172-774C74D9312B}" srcOrd="0" destOrd="0" presId="urn:microsoft.com/office/officeart/2005/8/layout/hierarchy6"/>
    <dgm:cxn modelId="{DAE6C1F0-C4E8-44D4-A339-79100F960BAE}" type="presOf" srcId="{6E99ED58-E8AA-46A8-8536-457C444B82DA}" destId="{45E6784D-A0B9-4A30-B376-4A23F953A460}" srcOrd="0" destOrd="0" presId="urn:microsoft.com/office/officeart/2005/8/layout/hierarchy6"/>
    <dgm:cxn modelId="{207D7396-38C8-4E81-A6B2-C80158DAC13E}" type="presOf" srcId="{DA2FFE2F-FBAB-4086-8937-21E60AECB5B8}" destId="{AAFDF4DF-C1F9-4278-B75F-2A777B0548B2}" srcOrd="0" destOrd="0" presId="urn:microsoft.com/office/officeart/2005/8/layout/hierarchy6"/>
    <dgm:cxn modelId="{2A644108-987C-452F-AEBE-CFD86391DF6A}" type="presOf" srcId="{4201B179-905C-40E6-9D07-67C50C97B01C}" destId="{3C8CCAF2-47F4-47FD-A74C-EDCA9478F965}" srcOrd="0" destOrd="0" presId="urn:microsoft.com/office/officeart/2005/8/layout/hierarchy6"/>
    <dgm:cxn modelId="{55905B5A-7337-492F-A515-1B8EFD4155C5}" type="presOf" srcId="{B63BBC53-3794-443F-BA8B-9CF1D8D7144F}" destId="{B8F3D166-3FD0-4CC5-A049-FA73DBE6597F}" srcOrd="1" destOrd="0" presId="urn:microsoft.com/office/officeart/2005/8/layout/hierarchy6"/>
    <dgm:cxn modelId="{CAB5F1CC-F93F-4ED5-9DFF-1E07ABBAE977}" type="presOf" srcId="{022329E0-1FAE-4B65-A23E-BC3C975BAF25}" destId="{B78D7C78-B632-44E9-AB65-E51434F1D153}" srcOrd="1" destOrd="0" presId="urn:microsoft.com/office/officeart/2005/8/layout/hierarchy6"/>
    <dgm:cxn modelId="{09C56B0E-8ACC-4BD3-A7CC-E0B353F3F7BD}" srcId="{53699F08-1111-42F7-ACD3-4AD45E891684}" destId="{10E97239-E467-4D40-BD20-283BE274B95F}" srcOrd="0" destOrd="0" parTransId="{D1192128-C485-4519-AA7D-AA594D0214CE}" sibTransId="{249E1693-E638-4BE4-9ED5-5CB9F1FD46AE}"/>
    <dgm:cxn modelId="{5BC48475-D425-4B0D-837F-1C676F18619F}" type="presOf" srcId="{4DD60F55-7AF1-453D-871B-4786CB099ADC}" destId="{86E12502-CA2E-45C3-9512-97E3C200333E}" srcOrd="0" destOrd="0" presId="urn:microsoft.com/office/officeart/2005/8/layout/hierarchy6"/>
    <dgm:cxn modelId="{463E0190-E7BF-4C6E-89D5-C6D9ED82FA24}" type="presOf" srcId="{05576824-38CB-4752-87C8-2DD09BD9C2BE}" destId="{709B92CB-E7BD-4FF9-957A-C190C8A7A3FA}" srcOrd="0" destOrd="0" presId="urn:microsoft.com/office/officeart/2005/8/layout/hierarchy6"/>
    <dgm:cxn modelId="{EA50DA6C-8060-4E06-B4F3-690CF47429BF}" srcId="{093B4CCD-56F7-4AFB-965A-6B48D977C8E8}" destId="{4C576CAB-0286-43E2-A523-DBE4AF2707E6}" srcOrd="1" destOrd="0" parTransId="{84DD669F-E66E-461A-AA3F-91E5B382A389}" sibTransId="{E5407F67-06A3-451A-9E0F-16D4028F6DD3}"/>
    <dgm:cxn modelId="{683FBD0D-506F-43AD-AA73-5AAA7899D69D}" srcId="{093B4CCD-56F7-4AFB-965A-6B48D977C8E8}" destId="{B63BBC53-3794-443F-BA8B-9CF1D8D7144F}" srcOrd="3" destOrd="0" parTransId="{C444E140-F59E-4FC1-9591-94754C4E367C}" sibTransId="{55E1217F-C6F5-434E-94F8-105A57B16AD3}"/>
    <dgm:cxn modelId="{068BD654-6891-44B0-9209-618EC6869C0A}" srcId="{C16D97F6-0816-437F-AB8F-6E2F30332EDC}" destId="{31D6F002-A41F-4DDF-8DC2-3B7C2F02D24A}" srcOrd="0" destOrd="0" parTransId="{4201B179-905C-40E6-9D07-67C50C97B01C}" sibTransId="{D05FB19B-EDC0-4389-84B6-793EA1AA762F}"/>
    <dgm:cxn modelId="{888669A6-2A43-4975-AB72-AFC292F0312D}" type="presOf" srcId="{384948E3-7ED8-4654-8238-66D7C030F7FF}" destId="{4DAD5044-E7B7-4850-A098-0792F5344D4B}" srcOrd="0" destOrd="0" presId="urn:microsoft.com/office/officeart/2005/8/layout/hierarchy6"/>
    <dgm:cxn modelId="{96250F1D-4B46-4478-9309-025DC385769F}" type="presOf" srcId="{31D6F002-A41F-4DDF-8DC2-3B7C2F02D24A}" destId="{6DB3E066-7DF8-4A2C-BCA1-C386B42D68EF}" srcOrd="0" destOrd="0" presId="urn:microsoft.com/office/officeart/2005/8/layout/hierarchy6"/>
    <dgm:cxn modelId="{1AFB8F05-B493-426C-A915-A67FC143B592}" type="presOf" srcId="{B63BBC53-3794-443F-BA8B-9CF1D8D7144F}" destId="{AED871A0-AD7F-40DE-8C93-39CBCCA03954}" srcOrd="0" destOrd="0" presId="urn:microsoft.com/office/officeart/2005/8/layout/hierarchy6"/>
    <dgm:cxn modelId="{61BB87E7-7423-42CF-B660-E0DD80C3E751}" srcId="{31D6F002-A41F-4DDF-8DC2-3B7C2F02D24A}" destId="{B452FC90-2E21-4EDF-B99E-2A5B42E2DF8F}" srcOrd="1" destOrd="0" parTransId="{AE47C1DF-EB40-4DD8-91AA-5C902F056DF4}" sibTransId="{9D417442-5EEB-43F4-83C1-47DBDCAF99D1}"/>
    <dgm:cxn modelId="{0E444570-73E8-4B40-A6CA-4A308018EE94}" type="presOf" srcId="{6CFE1492-ABCD-4C20-AC14-4F2A1357AAEE}" destId="{3E90A0CA-D078-423A-A713-578009CA614F}" srcOrd="0" destOrd="0" presId="urn:microsoft.com/office/officeart/2005/8/layout/hierarchy6"/>
    <dgm:cxn modelId="{908A4681-069B-482D-B54F-A4533ED2FFDD}" type="presOf" srcId="{4C100789-EDFD-4011-BDC8-F9B879D19FE6}" destId="{E6F08970-75C0-431B-A123-E8904D639365}" srcOrd="0" destOrd="0" presId="urn:microsoft.com/office/officeart/2005/8/layout/hierarchy6"/>
    <dgm:cxn modelId="{F74DC470-DA8F-4BC4-835A-F4E8AD862FA4}" srcId="{31D6F002-A41F-4DDF-8DC2-3B7C2F02D24A}" destId="{4C100789-EDFD-4011-BDC8-F9B879D19FE6}" srcOrd="3" destOrd="0" parTransId="{4DD60F55-7AF1-453D-871B-4786CB099ADC}" sibTransId="{7E3C86D1-E8A0-4451-A720-59BAFA634392}"/>
    <dgm:cxn modelId="{6E268BB7-522C-4C0C-979B-FB0B38A875D7}" type="presParOf" srcId="{562D3522-1B32-4102-9FB7-E0348FA4A0DC}" destId="{C1F55663-0D7C-4A23-8C25-A30FD1B5DCED}" srcOrd="0" destOrd="0" presId="urn:microsoft.com/office/officeart/2005/8/layout/hierarchy6"/>
    <dgm:cxn modelId="{44FDDBDC-30EC-4C98-9981-F86FE26DC422}" type="presParOf" srcId="{C1F55663-0D7C-4A23-8C25-A30FD1B5DCED}" destId="{A4D04707-856B-4DFF-B1FE-681A8A56A517}" srcOrd="0" destOrd="0" presId="urn:microsoft.com/office/officeart/2005/8/layout/hierarchy6"/>
    <dgm:cxn modelId="{7489E050-692F-4375-B92F-CDCC8913B803}" type="presParOf" srcId="{C1F55663-0D7C-4A23-8C25-A30FD1B5DCED}" destId="{DAAF4FC7-21E2-4888-A9A9-4311B0CC7CDD}" srcOrd="1" destOrd="0" presId="urn:microsoft.com/office/officeart/2005/8/layout/hierarchy6"/>
    <dgm:cxn modelId="{C515C4C0-CF5B-4C4A-9CBD-251CECB91D25}" type="presParOf" srcId="{DAAF4FC7-21E2-4888-A9A9-4311B0CC7CDD}" destId="{F0A668C0-D9A2-4F37-B226-06766AB5FC35}" srcOrd="0" destOrd="0" presId="urn:microsoft.com/office/officeart/2005/8/layout/hierarchy6"/>
    <dgm:cxn modelId="{441890D2-281E-4340-BDB4-E2D70603B19B}" type="presParOf" srcId="{F0A668C0-D9A2-4F37-B226-06766AB5FC35}" destId="{056C5C4B-5EF1-4A5A-8D52-6CAB8D5C56FF}" srcOrd="0" destOrd="0" presId="urn:microsoft.com/office/officeart/2005/8/layout/hierarchy6"/>
    <dgm:cxn modelId="{016A1F6A-2C9D-4336-87F4-6C54EE4B7FB2}" type="presParOf" srcId="{F0A668C0-D9A2-4F37-B226-06766AB5FC35}" destId="{646FE5D7-8D60-47AF-B041-9DB52007720E}" srcOrd="1" destOrd="0" presId="urn:microsoft.com/office/officeart/2005/8/layout/hierarchy6"/>
    <dgm:cxn modelId="{AE051C06-AAD5-450D-88C9-784FB2CA09AE}" type="presParOf" srcId="{646FE5D7-8D60-47AF-B041-9DB52007720E}" destId="{3C8CCAF2-47F4-47FD-A74C-EDCA9478F965}" srcOrd="0" destOrd="0" presId="urn:microsoft.com/office/officeart/2005/8/layout/hierarchy6"/>
    <dgm:cxn modelId="{C7EEC895-A9BA-499F-A71B-B7AE12E2F191}" type="presParOf" srcId="{646FE5D7-8D60-47AF-B041-9DB52007720E}" destId="{AB5BBBC3-02AF-4ED7-8555-DD3A8483E2B0}" srcOrd="1" destOrd="0" presId="urn:microsoft.com/office/officeart/2005/8/layout/hierarchy6"/>
    <dgm:cxn modelId="{1B3C4BE5-9C7A-4DA5-B685-1499F42CFD01}" type="presParOf" srcId="{AB5BBBC3-02AF-4ED7-8555-DD3A8483E2B0}" destId="{6DB3E066-7DF8-4A2C-BCA1-C386B42D68EF}" srcOrd="0" destOrd="0" presId="urn:microsoft.com/office/officeart/2005/8/layout/hierarchy6"/>
    <dgm:cxn modelId="{76A40422-F500-4744-BC8C-D433EFB00BFF}" type="presParOf" srcId="{AB5BBBC3-02AF-4ED7-8555-DD3A8483E2B0}" destId="{AC77DE92-A3CC-47BF-850F-5CCCCD467F12}" srcOrd="1" destOrd="0" presId="urn:microsoft.com/office/officeart/2005/8/layout/hierarchy6"/>
    <dgm:cxn modelId="{00018F86-092F-4FEA-8338-6B67FE7F0823}" type="presParOf" srcId="{AC77DE92-A3CC-47BF-850F-5CCCCD467F12}" destId="{4DAD5044-E7B7-4850-A098-0792F5344D4B}" srcOrd="0" destOrd="0" presId="urn:microsoft.com/office/officeart/2005/8/layout/hierarchy6"/>
    <dgm:cxn modelId="{6B99A27D-A58C-49BF-821C-19AF1FA3E8D0}" type="presParOf" srcId="{AC77DE92-A3CC-47BF-850F-5CCCCD467F12}" destId="{B1E07A61-8FF4-4717-8A4A-E09C031CF6A7}" srcOrd="1" destOrd="0" presId="urn:microsoft.com/office/officeart/2005/8/layout/hierarchy6"/>
    <dgm:cxn modelId="{2DB87053-A9D0-468D-8BDC-D63141633DD5}" type="presParOf" srcId="{B1E07A61-8FF4-4717-8A4A-E09C031CF6A7}" destId="{BCD011D1-B5CF-4D65-B58A-B0C3ABC2BDFD}" srcOrd="0" destOrd="0" presId="urn:microsoft.com/office/officeart/2005/8/layout/hierarchy6"/>
    <dgm:cxn modelId="{687F4AD5-19E6-44E1-BEA6-D31B5239F688}" type="presParOf" srcId="{B1E07A61-8FF4-4717-8A4A-E09C031CF6A7}" destId="{DD33375D-F39B-46F4-AF35-96B3A203A59B}" srcOrd="1" destOrd="0" presId="urn:microsoft.com/office/officeart/2005/8/layout/hierarchy6"/>
    <dgm:cxn modelId="{69D58C6E-606F-42CB-959E-EC81A656369F}" type="presParOf" srcId="{DD33375D-F39B-46F4-AF35-96B3A203A59B}" destId="{4FC28349-AC4B-4394-AD2B-AF7B68E1D27B}" srcOrd="0" destOrd="0" presId="urn:microsoft.com/office/officeart/2005/8/layout/hierarchy6"/>
    <dgm:cxn modelId="{65219F6A-66C5-4CC5-992A-AC60CDB14DFF}" type="presParOf" srcId="{DD33375D-F39B-46F4-AF35-96B3A203A59B}" destId="{38094C48-CB7A-4395-954D-AA3913C3E439}" srcOrd="1" destOrd="0" presId="urn:microsoft.com/office/officeart/2005/8/layout/hierarchy6"/>
    <dgm:cxn modelId="{4FEE4287-864A-49DE-B3B6-9B3BAC488E68}" type="presParOf" srcId="{38094C48-CB7A-4395-954D-AA3913C3E439}" destId="{CCFBAB38-A765-483E-A327-18335C519F5D}" srcOrd="0" destOrd="0" presId="urn:microsoft.com/office/officeart/2005/8/layout/hierarchy6"/>
    <dgm:cxn modelId="{4C0EA6FD-909B-43FF-9C2F-0801CE904198}" type="presParOf" srcId="{38094C48-CB7A-4395-954D-AA3913C3E439}" destId="{F5EC9D6A-3D9E-4787-AD57-2977B0343195}" srcOrd="1" destOrd="0" presId="urn:microsoft.com/office/officeart/2005/8/layout/hierarchy6"/>
    <dgm:cxn modelId="{9B045274-4B20-4F05-80CA-461128841078}" type="presParOf" srcId="{DD33375D-F39B-46F4-AF35-96B3A203A59B}" destId="{3E90A0CA-D078-423A-A713-578009CA614F}" srcOrd="2" destOrd="0" presId="urn:microsoft.com/office/officeart/2005/8/layout/hierarchy6"/>
    <dgm:cxn modelId="{F337C5A8-3976-47CF-91CC-2978EC838F28}" type="presParOf" srcId="{DD33375D-F39B-46F4-AF35-96B3A203A59B}" destId="{29178942-704B-4EFC-91DE-100410A567EF}" srcOrd="3" destOrd="0" presId="urn:microsoft.com/office/officeart/2005/8/layout/hierarchy6"/>
    <dgm:cxn modelId="{4EE1F509-BE42-4AE7-BE05-117BF797D7EA}" type="presParOf" srcId="{29178942-704B-4EFC-91DE-100410A567EF}" destId="{45E6784D-A0B9-4A30-B376-4A23F953A460}" srcOrd="0" destOrd="0" presId="urn:microsoft.com/office/officeart/2005/8/layout/hierarchy6"/>
    <dgm:cxn modelId="{57F15798-D01D-49EF-9BA8-39CFBBA1CE02}" type="presParOf" srcId="{29178942-704B-4EFC-91DE-100410A567EF}" destId="{EB61A04A-C3A6-417B-9EF1-E963F4555579}" srcOrd="1" destOrd="0" presId="urn:microsoft.com/office/officeart/2005/8/layout/hierarchy6"/>
    <dgm:cxn modelId="{7787287C-E9C2-48AC-B1C3-92D860F26C54}" type="presParOf" srcId="{AC77DE92-A3CC-47BF-850F-5CCCCD467F12}" destId="{C4EBD503-A60B-4E95-B03D-819E152C411F}" srcOrd="2" destOrd="0" presId="urn:microsoft.com/office/officeart/2005/8/layout/hierarchy6"/>
    <dgm:cxn modelId="{6A377745-41FE-4A5F-BE39-10B0A4833840}" type="presParOf" srcId="{AC77DE92-A3CC-47BF-850F-5CCCCD467F12}" destId="{DAC4F573-1946-42D4-B180-1282FD475F4E}" srcOrd="3" destOrd="0" presId="urn:microsoft.com/office/officeart/2005/8/layout/hierarchy6"/>
    <dgm:cxn modelId="{B914705F-B953-4E36-A604-1CEEF9107ACB}" type="presParOf" srcId="{DAC4F573-1946-42D4-B180-1282FD475F4E}" destId="{3CF347CF-11BF-48FC-AABF-1C867B552E20}" srcOrd="0" destOrd="0" presId="urn:microsoft.com/office/officeart/2005/8/layout/hierarchy6"/>
    <dgm:cxn modelId="{1156EBFF-9796-49B1-A285-F14BF11A1686}" type="presParOf" srcId="{DAC4F573-1946-42D4-B180-1282FD475F4E}" destId="{ECDF446C-177E-4A34-8D71-A5D73F91EDBF}" srcOrd="1" destOrd="0" presId="urn:microsoft.com/office/officeart/2005/8/layout/hierarchy6"/>
    <dgm:cxn modelId="{8B69BE7D-544B-451E-9779-6CFE05465060}" type="presParOf" srcId="{AC77DE92-A3CC-47BF-850F-5CCCCD467F12}" destId="{AAFDF4DF-C1F9-4278-B75F-2A777B0548B2}" srcOrd="4" destOrd="0" presId="urn:microsoft.com/office/officeart/2005/8/layout/hierarchy6"/>
    <dgm:cxn modelId="{D1A7F7F6-E280-4BD4-9E6F-8B56634E80D3}" type="presParOf" srcId="{AC77DE92-A3CC-47BF-850F-5CCCCD467F12}" destId="{8600BE4E-4742-445B-82C5-F27C64142691}" srcOrd="5" destOrd="0" presId="urn:microsoft.com/office/officeart/2005/8/layout/hierarchy6"/>
    <dgm:cxn modelId="{9A727E36-D03D-44F1-892A-761101217ABF}" type="presParOf" srcId="{8600BE4E-4742-445B-82C5-F27C64142691}" destId="{7E3DF2F5-A45F-4447-843E-CC649DEE81F1}" srcOrd="0" destOrd="0" presId="urn:microsoft.com/office/officeart/2005/8/layout/hierarchy6"/>
    <dgm:cxn modelId="{5FBB3B6C-2C80-40E1-86D8-8750E844BC2F}" type="presParOf" srcId="{8600BE4E-4742-445B-82C5-F27C64142691}" destId="{070CC44A-33C0-4A12-9CC3-4C4AF38F6FC9}" srcOrd="1" destOrd="0" presId="urn:microsoft.com/office/officeart/2005/8/layout/hierarchy6"/>
    <dgm:cxn modelId="{99248CE6-3086-4DA1-9A9D-212455987969}" type="presParOf" srcId="{AC77DE92-A3CC-47BF-850F-5CCCCD467F12}" destId="{86E12502-CA2E-45C3-9512-97E3C200333E}" srcOrd="6" destOrd="0" presId="urn:microsoft.com/office/officeart/2005/8/layout/hierarchy6"/>
    <dgm:cxn modelId="{14B305D0-1B9B-4542-9B9A-110AFA4F3023}" type="presParOf" srcId="{AC77DE92-A3CC-47BF-850F-5CCCCD467F12}" destId="{B5B75243-2554-429C-94FC-31AC1D513140}" srcOrd="7" destOrd="0" presId="urn:microsoft.com/office/officeart/2005/8/layout/hierarchy6"/>
    <dgm:cxn modelId="{881A8810-BE30-4572-92DF-2746BC0E37E0}" type="presParOf" srcId="{B5B75243-2554-429C-94FC-31AC1D513140}" destId="{E6F08970-75C0-431B-A123-E8904D639365}" srcOrd="0" destOrd="0" presId="urn:microsoft.com/office/officeart/2005/8/layout/hierarchy6"/>
    <dgm:cxn modelId="{788547A1-5522-4741-BD06-2B43886246FC}" type="presParOf" srcId="{B5B75243-2554-429C-94FC-31AC1D513140}" destId="{661EE976-50CD-4F43-AD8D-918238E1FA0C}" srcOrd="1" destOrd="0" presId="urn:microsoft.com/office/officeart/2005/8/layout/hierarchy6"/>
    <dgm:cxn modelId="{AA745C2F-D03B-4289-92D3-40AA3F634C4B}" type="presParOf" srcId="{562D3522-1B32-4102-9FB7-E0348FA4A0DC}" destId="{4204FED4-386E-4DBE-B20F-D7E43C989B10}" srcOrd="1" destOrd="0" presId="urn:microsoft.com/office/officeart/2005/8/layout/hierarchy6"/>
    <dgm:cxn modelId="{4FF995B8-4E41-471C-B561-FA93A85B9E0F}" type="presParOf" srcId="{4204FED4-386E-4DBE-B20F-D7E43C989B10}" destId="{30354301-9A4C-459D-9DE7-A810241C0603}" srcOrd="0" destOrd="0" presId="urn:microsoft.com/office/officeart/2005/8/layout/hierarchy6"/>
    <dgm:cxn modelId="{896546DA-2989-4A4D-A5E8-D1591C3057B3}" type="presParOf" srcId="{30354301-9A4C-459D-9DE7-A810241C0603}" destId="{40685EBA-B9DC-4CD9-95E2-C4ED4A5DFE63}" srcOrd="0" destOrd="0" presId="urn:microsoft.com/office/officeart/2005/8/layout/hierarchy6"/>
    <dgm:cxn modelId="{84240934-1BF4-4F5F-AE7D-1798219AD05B}" type="presParOf" srcId="{30354301-9A4C-459D-9DE7-A810241C0603}" destId="{0DEB178B-655C-4818-989E-A219D0E52DC7}" srcOrd="1" destOrd="0" presId="urn:microsoft.com/office/officeart/2005/8/layout/hierarchy6"/>
    <dgm:cxn modelId="{D45EF977-90FA-452F-A798-21673588D22C}" type="presParOf" srcId="{4204FED4-386E-4DBE-B20F-D7E43C989B10}" destId="{BAD60891-E753-4E7F-BC1D-E308EC4FC293}" srcOrd="1" destOrd="0" presId="urn:microsoft.com/office/officeart/2005/8/layout/hierarchy6"/>
    <dgm:cxn modelId="{BB2F4E48-24CD-4964-ABED-C5322F3ADF9A}" type="presParOf" srcId="{BAD60891-E753-4E7F-BC1D-E308EC4FC293}" destId="{9B5097DF-F3C7-41E5-B884-13394A2E3C7D}" srcOrd="0" destOrd="0" presId="urn:microsoft.com/office/officeart/2005/8/layout/hierarchy6"/>
    <dgm:cxn modelId="{B1DE4037-DD2B-473B-A544-2085B324B785}" type="presParOf" srcId="{4204FED4-386E-4DBE-B20F-D7E43C989B10}" destId="{CE0F4459-3E71-4FC7-B98C-34E012D7FDCB}" srcOrd="2" destOrd="0" presId="urn:microsoft.com/office/officeart/2005/8/layout/hierarchy6"/>
    <dgm:cxn modelId="{8F226167-D258-4F85-94CB-B109D25D15A7}" type="presParOf" srcId="{CE0F4459-3E71-4FC7-B98C-34E012D7FDCB}" destId="{709B92CB-E7BD-4FF9-957A-C190C8A7A3FA}" srcOrd="0" destOrd="0" presId="urn:microsoft.com/office/officeart/2005/8/layout/hierarchy6"/>
    <dgm:cxn modelId="{5D07C10D-F1BF-4A6C-9D58-664E89498381}" type="presParOf" srcId="{CE0F4459-3E71-4FC7-B98C-34E012D7FDCB}" destId="{A578AE62-9FAE-4A9C-B3B2-CD29C0AA6A7C}" srcOrd="1" destOrd="0" presId="urn:microsoft.com/office/officeart/2005/8/layout/hierarchy6"/>
    <dgm:cxn modelId="{D4C88DD9-4DEF-48E2-86E9-6BC050595732}" type="presParOf" srcId="{4204FED4-386E-4DBE-B20F-D7E43C989B10}" destId="{0BA200C8-98C0-4CD5-B013-F7020CA2D2D9}" srcOrd="3" destOrd="0" presId="urn:microsoft.com/office/officeart/2005/8/layout/hierarchy6"/>
    <dgm:cxn modelId="{A2F363EA-0869-42F7-8687-575CAA2E1EC7}" type="presParOf" srcId="{0BA200C8-98C0-4CD5-B013-F7020CA2D2D9}" destId="{655DD37A-508E-4740-8ED2-44F226895F8D}" srcOrd="0" destOrd="0" presId="urn:microsoft.com/office/officeart/2005/8/layout/hierarchy6"/>
    <dgm:cxn modelId="{362283EA-106C-494E-9FC0-31FFF20F2882}" type="presParOf" srcId="{4204FED4-386E-4DBE-B20F-D7E43C989B10}" destId="{C1030EDB-B303-4BF0-8BA6-A2C8391AC18D}" srcOrd="4" destOrd="0" presId="urn:microsoft.com/office/officeart/2005/8/layout/hierarchy6"/>
    <dgm:cxn modelId="{B13F3306-95E5-495F-BCBF-2BABD973A952}" type="presParOf" srcId="{C1030EDB-B303-4BF0-8BA6-A2C8391AC18D}" destId="{AED871A0-AD7F-40DE-8C93-39CBCCA03954}" srcOrd="0" destOrd="0" presId="urn:microsoft.com/office/officeart/2005/8/layout/hierarchy6"/>
    <dgm:cxn modelId="{9BFF5535-36E5-4000-877D-45FF7C7BD1CF}" type="presParOf" srcId="{C1030EDB-B303-4BF0-8BA6-A2C8391AC18D}" destId="{B8F3D166-3FD0-4CC5-A049-FA73DBE6597F}" srcOrd="1" destOrd="0" presId="urn:microsoft.com/office/officeart/2005/8/layout/hierarchy6"/>
    <dgm:cxn modelId="{7703C8A6-76A5-42DF-AD4C-19DBE8D3A1E2}" type="presParOf" srcId="{4204FED4-386E-4DBE-B20F-D7E43C989B10}" destId="{382F7983-F14A-4EBE-9300-EF5B46259461}" srcOrd="5" destOrd="0" presId="urn:microsoft.com/office/officeart/2005/8/layout/hierarchy6"/>
    <dgm:cxn modelId="{7A30E441-6249-446D-840E-F19CC60A847D}" type="presParOf" srcId="{382F7983-F14A-4EBE-9300-EF5B46259461}" destId="{4F9E0B36-7C46-425B-895B-BA123792C008}" srcOrd="0" destOrd="0" presId="urn:microsoft.com/office/officeart/2005/8/layout/hierarchy6"/>
    <dgm:cxn modelId="{CC8E2BC6-81F3-441B-A653-8136AAF213C4}" type="presParOf" srcId="{4204FED4-386E-4DBE-B20F-D7E43C989B10}" destId="{B3352DFC-3559-4883-9219-25183271F9A0}" srcOrd="6" destOrd="0" presId="urn:microsoft.com/office/officeart/2005/8/layout/hierarchy6"/>
    <dgm:cxn modelId="{1EBC4942-8674-431F-A6FE-416C9BF17FC6}" type="presParOf" srcId="{B3352DFC-3559-4883-9219-25183271F9A0}" destId="{3FCDC8EC-AB7D-4CC1-9172-774C74D9312B}" srcOrd="0" destOrd="0" presId="urn:microsoft.com/office/officeart/2005/8/layout/hierarchy6"/>
    <dgm:cxn modelId="{3BE09E7D-CC77-47EC-9BC9-8C1B34CED7CF}" type="presParOf" srcId="{B3352DFC-3559-4883-9219-25183271F9A0}" destId="{B78D7C78-B632-44E9-AB65-E51434F1D15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2CC847-1338-4030-A2ED-96EE811DB828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71961E-F1BC-4A6C-99F2-81DD28676495}">
      <dgm:prSet phldrT="[Text]" custT="1"/>
      <dgm:spPr/>
      <dgm:t>
        <a:bodyPr/>
        <a:lstStyle/>
        <a:p>
          <a:r>
            <a:rPr lang="en-US" sz="1000" dirty="0" smtClean="0"/>
            <a:t>Finalize Plan</a:t>
          </a:r>
          <a:endParaRPr lang="en-US" sz="1000" dirty="0"/>
        </a:p>
      </dgm:t>
    </dgm:pt>
    <dgm:pt modelId="{74DCD564-2C0A-461E-8782-E4D89BB4A6F3}" type="parTrans" cxnId="{209A7ED2-12CA-4957-A333-C10569AFCC03}">
      <dgm:prSet/>
      <dgm:spPr/>
      <dgm:t>
        <a:bodyPr/>
        <a:lstStyle/>
        <a:p>
          <a:endParaRPr lang="en-US"/>
        </a:p>
      </dgm:t>
    </dgm:pt>
    <dgm:pt modelId="{B93B9E10-FFA9-4F40-96E2-CDCB575BBB04}" type="sibTrans" cxnId="{209A7ED2-12CA-4957-A333-C10569AFCC03}">
      <dgm:prSet/>
      <dgm:spPr/>
      <dgm:t>
        <a:bodyPr/>
        <a:lstStyle/>
        <a:p>
          <a:endParaRPr lang="en-US"/>
        </a:p>
      </dgm:t>
    </dgm:pt>
    <dgm:pt modelId="{BAD397E3-68E4-41FE-A0AE-108FA2949568}">
      <dgm:prSet phldrT="[Text]" custT="1"/>
      <dgm:spPr/>
      <dgm:t>
        <a:bodyPr/>
        <a:lstStyle/>
        <a:p>
          <a:r>
            <a:rPr lang="en-US" sz="1000" dirty="0" smtClean="0"/>
            <a:t>Review w/Risk Management</a:t>
          </a:r>
        </a:p>
      </dgm:t>
    </dgm:pt>
    <dgm:pt modelId="{6316CE93-5BB8-456B-8072-8A6DF4C4AF8F}" type="parTrans" cxnId="{625DDC79-26D9-4FB0-A263-4B55F2C42AD8}">
      <dgm:prSet/>
      <dgm:spPr/>
      <dgm:t>
        <a:bodyPr/>
        <a:lstStyle/>
        <a:p>
          <a:endParaRPr lang="en-US"/>
        </a:p>
      </dgm:t>
    </dgm:pt>
    <dgm:pt modelId="{EEF2E345-24C4-40ED-8C7F-6CF41DD26DDA}" type="sibTrans" cxnId="{625DDC79-26D9-4FB0-A263-4B55F2C42AD8}">
      <dgm:prSet/>
      <dgm:spPr/>
      <dgm:t>
        <a:bodyPr/>
        <a:lstStyle/>
        <a:p>
          <a:endParaRPr lang="en-US"/>
        </a:p>
      </dgm:t>
    </dgm:pt>
    <dgm:pt modelId="{E495C418-1043-4BD2-BD56-B54F13242242}">
      <dgm:prSet phldrT="[Text]" custT="1"/>
      <dgm:spPr/>
      <dgm:t>
        <a:bodyPr/>
        <a:lstStyle/>
        <a:p>
          <a:r>
            <a:rPr lang="en-US" sz="1000" dirty="0" smtClean="0"/>
            <a:t>Train</a:t>
          </a:r>
          <a:endParaRPr lang="en-US" sz="1000" dirty="0"/>
        </a:p>
      </dgm:t>
    </dgm:pt>
    <dgm:pt modelId="{94B8C41A-B587-4071-A71F-B31424380BF3}" type="parTrans" cxnId="{985321AF-1C05-460C-B757-5958E413D3F0}">
      <dgm:prSet/>
      <dgm:spPr/>
      <dgm:t>
        <a:bodyPr/>
        <a:lstStyle/>
        <a:p>
          <a:endParaRPr lang="en-US"/>
        </a:p>
      </dgm:t>
    </dgm:pt>
    <dgm:pt modelId="{603ACF67-BFCD-488B-8582-F512E702C936}" type="sibTrans" cxnId="{985321AF-1C05-460C-B757-5958E413D3F0}">
      <dgm:prSet/>
      <dgm:spPr/>
      <dgm:t>
        <a:bodyPr/>
        <a:lstStyle/>
        <a:p>
          <a:endParaRPr lang="en-US"/>
        </a:p>
      </dgm:t>
    </dgm:pt>
    <dgm:pt modelId="{1E6BFCB6-D390-4551-A11A-53B7535BEBFC}">
      <dgm:prSet phldrT="[Text]" custT="1"/>
      <dgm:spPr/>
      <dgm:t>
        <a:bodyPr/>
        <a:lstStyle/>
        <a:p>
          <a:r>
            <a:rPr lang="en-US" sz="1000" dirty="0" smtClean="0"/>
            <a:t>Update Configuration</a:t>
          </a:r>
        </a:p>
        <a:p>
          <a:r>
            <a:rPr lang="en-US" sz="1000" dirty="0" smtClean="0"/>
            <a:t>/Distribution</a:t>
          </a:r>
        </a:p>
        <a:p>
          <a:r>
            <a:rPr lang="en-US" sz="1000" dirty="0" smtClean="0"/>
            <a:t>(Extended Team)</a:t>
          </a:r>
          <a:endParaRPr lang="en-US" sz="1000" dirty="0"/>
        </a:p>
      </dgm:t>
    </dgm:pt>
    <dgm:pt modelId="{E39811AD-E05F-4744-8F9A-450F4E0F86C5}" type="parTrans" cxnId="{A2EC7435-B9BA-4BFD-8F15-380755CD3110}">
      <dgm:prSet/>
      <dgm:spPr/>
      <dgm:t>
        <a:bodyPr/>
        <a:lstStyle/>
        <a:p>
          <a:endParaRPr lang="en-US"/>
        </a:p>
      </dgm:t>
    </dgm:pt>
    <dgm:pt modelId="{D2BBC3D4-C4C3-4A2D-99B7-583444DCAB11}" type="sibTrans" cxnId="{A2EC7435-B9BA-4BFD-8F15-380755CD3110}">
      <dgm:prSet/>
      <dgm:spPr/>
      <dgm:t>
        <a:bodyPr/>
        <a:lstStyle/>
        <a:p>
          <a:endParaRPr lang="en-US"/>
        </a:p>
      </dgm:t>
    </dgm:pt>
    <dgm:pt modelId="{7F3971CF-5695-43FA-9AB2-60723890F3EA}">
      <dgm:prSet phldrT="[Text]" custT="1"/>
      <dgm:spPr/>
      <dgm:t>
        <a:bodyPr/>
        <a:lstStyle/>
        <a:p>
          <a:r>
            <a:rPr lang="en-US" sz="1000" dirty="0" smtClean="0"/>
            <a:t>Train</a:t>
          </a:r>
          <a:endParaRPr lang="en-US" sz="1000" dirty="0"/>
        </a:p>
      </dgm:t>
    </dgm:pt>
    <dgm:pt modelId="{77C9E91C-5533-471E-B9E7-3A725D3002AC}" type="parTrans" cxnId="{1B15297A-B7C3-406B-816F-17C8880C741E}">
      <dgm:prSet/>
      <dgm:spPr/>
      <dgm:t>
        <a:bodyPr/>
        <a:lstStyle/>
        <a:p>
          <a:endParaRPr lang="en-US"/>
        </a:p>
      </dgm:t>
    </dgm:pt>
    <dgm:pt modelId="{BD22F255-D9FC-4E4B-88A7-BA4B9B97D5D2}" type="sibTrans" cxnId="{1B15297A-B7C3-406B-816F-17C8880C741E}">
      <dgm:prSet/>
      <dgm:spPr/>
      <dgm:t>
        <a:bodyPr/>
        <a:lstStyle/>
        <a:p>
          <a:endParaRPr lang="en-US"/>
        </a:p>
      </dgm:t>
    </dgm:pt>
    <dgm:pt modelId="{90B0B81D-93B9-4EC6-B274-A450A17DFF03}">
      <dgm:prSet phldrT="[Text]" custT="1"/>
      <dgm:spPr/>
      <dgm:t>
        <a:bodyPr/>
        <a:lstStyle/>
        <a:p>
          <a:r>
            <a:rPr lang="en-US" sz="1000" dirty="0" smtClean="0"/>
            <a:t>Update Configuration</a:t>
          </a:r>
        </a:p>
        <a:p>
          <a:r>
            <a:rPr lang="en-US" sz="1000" dirty="0" smtClean="0"/>
            <a:t>/Distribution</a:t>
          </a:r>
        </a:p>
        <a:p>
          <a:r>
            <a:rPr lang="en-US" sz="1000" dirty="0" smtClean="0"/>
            <a:t>(Materials Teams)</a:t>
          </a:r>
          <a:endParaRPr lang="en-US" sz="1000" dirty="0" smtClean="0"/>
        </a:p>
      </dgm:t>
    </dgm:pt>
    <dgm:pt modelId="{DE0E94EC-2148-4570-834E-9AC974FB311C}" type="parTrans" cxnId="{999B282B-AEC9-4307-BD3C-26512E9B5DE2}">
      <dgm:prSet/>
      <dgm:spPr/>
      <dgm:t>
        <a:bodyPr/>
        <a:lstStyle/>
        <a:p>
          <a:endParaRPr lang="en-US"/>
        </a:p>
      </dgm:t>
    </dgm:pt>
    <dgm:pt modelId="{FF2685DB-E81C-412B-852F-28FAA15E6A92}" type="sibTrans" cxnId="{999B282B-AEC9-4307-BD3C-26512E9B5DE2}">
      <dgm:prSet/>
      <dgm:spPr/>
      <dgm:t>
        <a:bodyPr/>
        <a:lstStyle/>
        <a:p>
          <a:endParaRPr lang="en-US"/>
        </a:p>
      </dgm:t>
    </dgm:pt>
    <dgm:pt modelId="{C3C273EE-1E93-45DF-9522-28A7DFFEC5BB}">
      <dgm:prSet phldrT="[Text]" custT="1"/>
      <dgm:spPr/>
      <dgm:t>
        <a:bodyPr/>
        <a:lstStyle/>
        <a:p>
          <a:r>
            <a:rPr lang="en-US" sz="1000" dirty="0" smtClean="0"/>
            <a:t>Run Compliance Report</a:t>
          </a:r>
          <a:endParaRPr lang="en-US" sz="1000" dirty="0"/>
        </a:p>
      </dgm:t>
    </dgm:pt>
    <dgm:pt modelId="{E55045F7-73A1-4F03-AB80-F1202FD11DF4}" type="parTrans" cxnId="{4ABF7879-5A87-431C-AFB1-5942DE0D46AF}">
      <dgm:prSet/>
      <dgm:spPr/>
      <dgm:t>
        <a:bodyPr/>
        <a:lstStyle/>
        <a:p>
          <a:endParaRPr lang="en-US"/>
        </a:p>
      </dgm:t>
    </dgm:pt>
    <dgm:pt modelId="{AD1AD199-86F6-4151-93B5-59EAD7E20198}" type="sibTrans" cxnId="{4ABF7879-5A87-431C-AFB1-5942DE0D46AF}">
      <dgm:prSet/>
      <dgm:spPr/>
      <dgm:t>
        <a:bodyPr/>
        <a:lstStyle/>
        <a:p>
          <a:endParaRPr lang="en-US"/>
        </a:p>
      </dgm:t>
    </dgm:pt>
    <dgm:pt modelId="{35AB77B5-7E21-4CFA-9221-154AECA6C04B}" type="pres">
      <dgm:prSet presAssocID="{BA2CC847-1338-4030-A2ED-96EE811DB82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7E9093C-3DDF-4C74-ABC8-6AD7F9C1BBA0}" type="pres">
      <dgm:prSet presAssocID="{E271961E-F1BC-4A6C-99F2-81DD28676495}" presName="composite" presStyleCnt="0"/>
      <dgm:spPr/>
    </dgm:pt>
    <dgm:pt modelId="{42803111-08DE-4FB6-B15F-3C4513614594}" type="pres">
      <dgm:prSet presAssocID="{E271961E-F1BC-4A6C-99F2-81DD28676495}" presName="LShape" presStyleLbl="alignNode1" presStyleIdx="0" presStyleCnt="13"/>
      <dgm:spPr/>
    </dgm:pt>
    <dgm:pt modelId="{3E843B6D-715F-4866-97F5-9B66505DE259}" type="pres">
      <dgm:prSet presAssocID="{E271961E-F1BC-4A6C-99F2-81DD28676495}" presName="ParentText" presStyleLbl="revTx" presStyleIdx="0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743A8C-B736-4A17-816F-990745D81108}" type="pres">
      <dgm:prSet presAssocID="{E271961E-F1BC-4A6C-99F2-81DD28676495}" presName="Triangle" presStyleLbl="alignNode1" presStyleIdx="1" presStyleCnt="13"/>
      <dgm:spPr/>
    </dgm:pt>
    <dgm:pt modelId="{A9B6A391-711A-4A78-8AD5-B04219F19576}" type="pres">
      <dgm:prSet presAssocID="{B93B9E10-FFA9-4F40-96E2-CDCB575BBB04}" presName="sibTrans" presStyleCnt="0"/>
      <dgm:spPr/>
    </dgm:pt>
    <dgm:pt modelId="{405E3C38-9489-4011-96B6-BCB407F2326D}" type="pres">
      <dgm:prSet presAssocID="{B93B9E10-FFA9-4F40-96E2-CDCB575BBB04}" presName="space" presStyleCnt="0"/>
      <dgm:spPr/>
    </dgm:pt>
    <dgm:pt modelId="{3E185CE1-5679-4AA0-941C-819F14D94B6D}" type="pres">
      <dgm:prSet presAssocID="{BAD397E3-68E4-41FE-A0AE-108FA2949568}" presName="composite" presStyleCnt="0"/>
      <dgm:spPr/>
    </dgm:pt>
    <dgm:pt modelId="{4D0A12FE-4B85-4610-B9C3-FE584EDDB038}" type="pres">
      <dgm:prSet presAssocID="{BAD397E3-68E4-41FE-A0AE-108FA2949568}" presName="LShape" presStyleLbl="alignNode1" presStyleIdx="2" presStyleCnt="13"/>
      <dgm:spPr/>
    </dgm:pt>
    <dgm:pt modelId="{D0C0E929-38FA-4AF2-9C4B-B1D889887F3B}" type="pres">
      <dgm:prSet presAssocID="{BAD397E3-68E4-41FE-A0AE-108FA2949568}" presName="ParentText" presStyleLbl="revTx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E9E067-B024-40A0-AD63-DBD2A56FA645}" type="pres">
      <dgm:prSet presAssocID="{BAD397E3-68E4-41FE-A0AE-108FA2949568}" presName="Triangle" presStyleLbl="alignNode1" presStyleIdx="3" presStyleCnt="13"/>
      <dgm:spPr/>
    </dgm:pt>
    <dgm:pt modelId="{F4FF7E02-C49E-4895-87EF-B9563D1A8A70}" type="pres">
      <dgm:prSet presAssocID="{EEF2E345-24C4-40ED-8C7F-6CF41DD26DDA}" presName="sibTrans" presStyleCnt="0"/>
      <dgm:spPr/>
    </dgm:pt>
    <dgm:pt modelId="{E0136E83-6A68-4F70-8D8D-E6DAE31C6810}" type="pres">
      <dgm:prSet presAssocID="{EEF2E345-24C4-40ED-8C7F-6CF41DD26DDA}" presName="space" presStyleCnt="0"/>
      <dgm:spPr/>
    </dgm:pt>
    <dgm:pt modelId="{78CACC6E-1255-4E1E-9DEA-7CA54C0266C0}" type="pres">
      <dgm:prSet presAssocID="{90B0B81D-93B9-4EC6-B274-A450A17DFF03}" presName="composite" presStyleCnt="0"/>
      <dgm:spPr/>
    </dgm:pt>
    <dgm:pt modelId="{60EC06F8-DDD5-431B-BCF6-0AE677AC644D}" type="pres">
      <dgm:prSet presAssocID="{90B0B81D-93B9-4EC6-B274-A450A17DFF03}" presName="LShape" presStyleLbl="alignNode1" presStyleIdx="4" presStyleCnt="13"/>
      <dgm:spPr/>
    </dgm:pt>
    <dgm:pt modelId="{17FA872F-EA09-4FF5-B41A-267BF1436E29}" type="pres">
      <dgm:prSet presAssocID="{90B0B81D-93B9-4EC6-B274-A450A17DFF03}" presName="ParentText" presStyleLbl="revTx" presStyleIdx="2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7E8EC-308A-41F1-8571-DB38D419D723}" type="pres">
      <dgm:prSet presAssocID="{90B0B81D-93B9-4EC6-B274-A450A17DFF03}" presName="Triangle" presStyleLbl="alignNode1" presStyleIdx="5" presStyleCnt="13"/>
      <dgm:spPr/>
    </dgm:pt>
    <dgm:pt modelId="{1EE68BFC-E60D-4079-AF91-3480315DE808}" type="pres">
      <dgm:prSet presAssocID="{FF2685DB-E81C-412B-852F-28FAA15E6A92}" presName="sibTrans" presStyleCnt="0"/>
      <dgm:spPr/>
    </dgm:pt>
    <dgm:pt modelId="{7E00063F-3D1F-46AC-8409-896103D7F4F2}" type="pres">
      <dgm:prSet presAssocID="{FF2685DB-E81C-412B-852F-28FAA15E6A92}" presName="space" presStyleCnt="0"/>
      <dgm:spPr/>
    </dgm:pt>
    <dgm:pt modelId="{D593975A-002A-4126-A2FD-7D2321D433AA}" type="pres">
      <dgm:prSet presAssocID="{7F3971CF-5695-43FA-9AB2-60723890F3EA}" presName="composite" presStyleCnt="0"/>
      <dgm:spPr/>
    </dgm:pt>
    <dgm:pt modelId="{A593755C-17C2-44BE-A0CF-0ABAFFD48ED3}" type="pres">
      <dgm:prSet presAssocID="{7F3971CF-5695-43FA-9AB2-60723890F3EA}" presName="LShape" presStyleLbl="alignNode1" presStyleIdx="6" presStyleCnt="13"/>
      <dgm:spPr/>
    </dgm:pt>
    <dgm:pt modelId="{A8BE2548-2E5D-4395-ACB9-5A348D1372AC}" type="pres">
      <dgm:prSet presAssocID="{7F3971CF-5695-43FA-9AB2-60723890F3EA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70B30C-669E-4163-A063-B02E6B87A8CC}" type="pres">
      <dgm:prSet presAssocID="{7F3971CF-5695-43FA-9AB2-60723890F3EA}" presName="Triangle" presStyleLbl="alignNode1" presStyleIdx="7" presStyleCnt="13"/>
      <dgm:spPr/>
    </dgm:pt>
    <dgm:pt modelId="{E42D0D7B-A9A7-42CE-9DA2-086BA85945D2}" type="pres">
      <dgm:prSet presAssocID="{BD22F255-D9FC-4E4B-88A7-BA4B9B97D5D2}" presName="sibTrans" presStyleCnt="0"/>
      <dgm:spPr/>
    </dgm:pt>
    <dgm:pt modelId="{A9556DA3-666E-45A1-80CE-90E4A149509B}" type="pres">
      <dgm:prSet presAssocID="{BD22F255-D9FC-4E4B-88A7-BA4B9B97D5D2}" presName="space" presStyleCnt="0"/>
      <dgm:spPr/>
    </dgm:pt>
    <dgm:pt modelId="{D2A0B278-F073-46B7-9692-433ABF9A1692}" type="pres">
      <dgm:prSet presAssocID="{1E6BFCB6-D390-4551-A11A-53B7535BEBFC}" presName="composite" presStyleCnt="0"/>
      <dgm:spPr/>
    </dgm:pt>
    <dgm:pt modelId="{B63C601F-F3DB-44C5-9CF1-03D8FF7A181C}" type="pres">
      <dgm:prSet presAssocID="{1E6BFCB6-D390-4551-A11A-53B7535BEBFC}" presName="LShape" presStyleLbl="alignNode1" presStyleIdx="8" presStyleCnt="13"/>
      <dgm:spPr/>
    </dgm:pt>
    <dgm:pt modelId="{76B035B6-9D13-447A-9943-3730232C80B6}" type="pres">
      <dgm:prSet presAssocID="{1E6BFCB6-D390-4551-A11A-53B7535BEBFC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377AC-FE6D-4A79-AC38-16DDDD4665A6}" type="pres">
      <dgm:prSet presAssocID="{1E6BFCB6-D390-4551-A11A-53B7535BEBFC}" presName="Triangle" presStyleLbl="alignNode1" presStyleIdx="9" presStyleCnt="13"/>
      <dgm:spPr/>
    </dgm:pt>
    <dgm:pt modelId="{A8E0A9CC-5A0D-40A4-A43E-EB9C0140D2A8}" type="pres">
      <dgm:prSet presAssocID="{D2BBC3D4-C4C3-4A2D-99B7-583444DCAB11}" presName="sibTrans" presStyleCnt="0"/>
      <dgm:spPr/>
    </dgm:pt>
    <dgm:pt modelId="{CBFFE801-48E3-443C-976E-2489ABA9888B}" type="pres">
      <dgm:prSet presAssocID="{D2BBC3D4-C4C3-4A2D-99B7-583444DCAB11}" presName="space" presStyleCnt="0"/>
      <dgm:spPr/>
    </dgm:pt>
    <dgm:pt modelId="{565939A2-0A46-4C40-81D5-642A9DEB6070}" type="pres">
      <dgm:prSet presAssocID="{E495C418-1043-4BD2-BD56-B54F13242242}" presName="composite" presStyleCnt="0"/>
      <dgm:spPr/>
    </dgm:pt>
    <dgm:pt modelId="{C5F848F6-8151-4C5C-A436-22B8B3B300F8}" type="pres">
      <dgm:prSet presAssocID="{E495C418-1043-4BD2-BD56-B54F13242242}" presName="LShape" presStyleLbl="alignNode1" presStyleIdx="10" presStyleCnt="13"/>
      <dgm:spPr/>
    </dgm:pt>
    <dgm:pt modelId="{393BF954-2725-4C38-AA41-25DC686C30A3}" type="pres">
      <dgm:prSet presAssocID="{E495C418-1043-4BD2-BD56-B54F13242242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F21E95-63E5-4FBF-976A-1C1C6D2D5C7F}" type="pres">
      <dgm:prSet presAssocID="{E495C418-1043-4BD2-BD56-B54F13242242}" presName="Triangle" presStyleLbl="alignNode1" presStyleIdx="11" presStyleCnt="13"/>
      <dgm:spPr/>
    </dgm:pt>
    <dgm:pt modelId="{F570F321-F57F-4DEF-A090-C3E8C675E58C}" type="pres">
      <dgm:prSet presAssocID="{603ACF67-BFCD-488B-8582-F512E702C936}" presName="sibTrans" presStyleCnt="0"/>
      <dgm:spPr/>
    </dgm:pt>
    <dgm:pt modelId="{A7D2B1D7-307D-4C21-8188-2ACC784DA839}" type="pres">
      <dgm:prSet presAssocID="{603ACF67-BFCD-488B-8582-F512E702C936}" presName="space" presStyleCnt="0"/>
      <dgm:spPr/>
    </dgm:pt>
    <dgm:pt modelId="{B159E4C3-CF55-4A57-9A0C-DF21C5E0D7F1}" type="pres">
      <dgm:prSet presAssocID="{C3C273EE-1E93-45DF-9522-28A7DFFEC5BB}" presName="composite" presStyleCnt="0"/>
      <dgm:spPr/>
    </dgm:pt>
    <dgm:pt modelId="{211D6D57-CAA4-4C02-8DD7-BC86ECCA638B}" type="pres">
      <dgm:prSet presAssocID="{C3C273EE-1E93-45DF-9522-28A7DFFEC5BB}" presName="LShape" presStyleLbl="alignNode1" presStyleIdx="12" presStyleCnt="13"/>
      <dgm:spPr/>
    </dgm:pt>
    <dgm:pt modelId="{7EAEE975-CC8B-4694-9C1A-E7937F6A8847}" type="pres">
      <dgm:prSet presAssocID="{C3C273EE-1E93-45DF-9522-28A7DFFEC5BB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5321AF-1C05-460C-B757-5958E413D3F0}" srcId="{BA2CC847-1338-4030-A2ED-96EE811DB828}" destId="{E495C418-1043-4BD2-BD56-B54F13242242}" srcOrd="5" destOrd="0" parTransId="{94B8C41A-B587-4071-A71F-B31424380BF3}" sibTransId="{603ACF67-BFCD-488B-8582-F512E702C936}"/>
    <dgm:cxn modelId="{46CDE14F-F992-4E9B-93E1-347DA0F4274D}" type="presOf" srcId="{1E6BFCB6-D390-4551-A11A-53B7535BEBFC}" destId="{76B035B6-9D13-447A-9943-3730232C80B6}" srcOrd="0" destOrd="0" presId="urn:microsoft.com/office/officeart/2009/3/layout/StepUpProcess"/>
    <dgm:cxn modelId="{5E428317-9C64-4514-9E2E-6D86904C3FC6}" type="presOf" srcId="{7F3971CF-5695-43FA-9AB2-60723890F3EA}" destId="{A8BE2548-2E5D-4395-ACB9-5A348D1372AC}" srcOrd="0" destOrd="0" presId="urn:microsoft.com/office/officeart/2009/3/layout/StepUpProcess"/>
    <dgm:cxn modelId="{C018577B-1FB0-41AC-A8A4-64213952EA57}" type="presOf" srcId="{E271961E-F1BC-4A6C-99F2-81DD28676495}" destId="{3E843B6D-715F-4866-97F5-9B66505DE259}" srcOrd="0" destOrd="0" presId="urn:microsoft.com/office/officeart/2009/3/layout/StepUpProcess"/>
    <dgm:cxn modelId="{E92ED4B9-32CF-4621-9ADE-663609747EB6}" type="presOf" srcId="{BAD397E3-68E4-41FE-A0AE-108FA2949568}" destId="{D0C0E929-38FA-4AF2-9C4B-B1D889887F3B}" srcOrd="0" destOrd="0" presId="urn:microsoft.com/office/officeart/2009/3/layout/StepUpProcess"/>
    <dgm:cxn modelId="{A2EC7435-B9BA-4BFD-8F15-380755CD3110}" srcId="{BA2CC847-1338-4030-A2ED-96EE811DB828}" destId="{1E6BFCB6-D390-4551-A11A-53B7535BEBFC}" srcOrd="4" destOrd="0" parTransId="{E39811AD-E05F-4744-8F9A-450F4E0F86C5}" sibTransId="{D2BBC3D4-C4C3-4A2D-99B7-583444DCAB11}"/>
    <dgm:cxn modelId="{999B282B-AEC9-4307-BD3C-26512E9B5DE2}" srcId="{BA2CC847-1338-4030-A2ED-96EE811DB828}" destId="{90B0B81D-93B9-4EC6-B274-A450A17DFF03}" srcOrd="2" destOrd="0" parTransId="{DE0E94EC-2148-4570-834E-9AC974FB311C}" sibTransId="{FF2685DB-E81C-412B-852F-28FAA15E6A92}"/>
    <dgm:cxn modelId="{1B15297A-B7C3-406B-816F-17C8880C741E}" srcId="{BA2CC847-1338-4030-A2ED-96EE811DB828}" destId="{7F3971CF-5695-43FA-9AB2-60723890F3EA}" srcOrd="3" destOrd="0" parTransId="{77C9E91C-5533-471E-B9E7-3A725D3002AC}" sibTransId="{BD22F255-D9FC-4E4B-88A7-BA4B9B97D5D2}"/>
    <dgm:cxn modelId="{98540A7B-CA65-4A43-BB57-8484F795F66E}" type="presOf" srcId="{BA2CC847-1338-4030-A2ED-96EE811DB828}" destId="{35AB77B5-7E21-4CFA-9221-154AECA6C04B}" srcOrd="0" destOrd="0" presId="urn:microsoft.com/office/officeart/2009/3/layout/StepUpProcess"/>
    <dgm:cxn modelId="{A2CFDE91-8D4B-4083-9888-A6EE35D5297C}" type="presOf" srcId="{E495C418-1043-4BD2-BD56-B54F13242242}" destId="{393BF954-2725-4C38-AA41-25DC686C30A3}" srcOrd="0" destOrd="0" presId="urn:microsoft.com/office/officeart/2009/3/layout/StepUpProcess"/>
    <dgm:cxn modelId="{F6408836-BF87-4793-B9A0-84CEADFC3F17}" type="presOf" srcId="{C3C273EE-1E93-45DF-9522-28A7DFFEC5BB}" destId="{7EAEE975-CC8B-4694-9C1A-E7937F6A8847}" srcOrd="0" destOrd="0" presId="urn:microsoft.com/office/officeart/2009/3/layout/StepUpProcess"/>
    <dgm:cxn modelId="{83CEA319-52C5-4BDF-90AB-09F8DC08F22C}" type="presOf" srcId="{90B0B81D-93B9-4EC6-B274-A450A17DFF03}" destId="{17FA872F-EA09-4FF5-B41A-267BF1436E29}" srcOrd="0" destOrd="0" presId="urn:microsoft.com/office/officeart/2009/3/layout/StepUpProcess"/>
    <dgm:cxn modelId="{4ABF7879-5A87-431C-AFB1-5942DE0D46AF}" srcId="{BA2CC847-1338-4030-A2ED-96EE811DB828}" destId="{C3C273EE-1E93-45DF-9522-28A7DFFEC5BB}" srcOrd="6" destOrd="0" parTransId="{E55045F7-73A1-4F03-AB80-F1202FD11DF4}" sibTransId="{AD1AD199-86F6-4151-93B5-59EAD7E20198}"/>
    <dgm:cxn modelId="{209A7ED2-12CA-4957-A333-C10569AFCC03}" srcId="{BA2CC847-1338-4030-A2ED-96EE811DB828}" destId="{E271961E-F1BC-4A6C-99F2-81DD28676495}" srcOrd="0" destOrd="0" parTransId="{74DCD564-2C0A-461E-8782-E4D89BB4A6F3}" sibTransId="{B93B9E10-FFA9-4F40-96E2-CDCB575BBB04}"/>
    <dgm:cxn modelId="{625DDC79-26D9-4FB0-A263-4B55F2C42AD8}" srcId="{BA2CC847-1338-4030-A2ED-96EE811DB828}" destId="{BAD397E3-68E4-41FE-A0AE-108FA2949568}" srcOrd="1" destOrd="0" parTransId="{6316CE93-5BB8-456B-8072-8A6DF4C4AF8F}" sibTransId="{EEF2E345-24C4-40ED-8C7F-6CF41DD26DDA}"/>
    <dgm:cxn modelId="{26162F29-91FA-410F-88B9-E72D0665B606}" type="presParOf" srcId="{35AB77B5-7E21-4CFA-9221-154AECA6C04B}" destId="{67E9093C-3DDF-4C74-ABC8-6AD7F9C1BBA0}" srcOrd="0" destOrd="0" presId="urn:microsoft.com/office/officeart/2009/3/layout/StepUpProcess"/>
    <dgm:cxn modelId="{14C2500B-7656-4DA2-B55C-410F31B45050}" type="presParOf" srcId="{67E9093C-3DDF-4C74-ABC8-6AD7F9C1BBA0}" destId="{42803111-08DE-4FB6-B15F-3C4513614594}" srcOrd="0" destOrd="0" presId="urn:microsoft.com/office/officeart/2009/3/layout/StepUpProcess"/>
    <dgm:cxn modelId="{6388D58E-446F-4776-AEBC-B3CF9F40158C}" type="presParOf" srcId="{67E9093C-3DDF-4C74-ABC8-6AD7F9C1BBA0}" destId="{3E843B6D-715F-4866-97F5-9B66505DE259}" srcOrd="1" destOrd="0" presId="urn:microsoft.com/office/officeart/2009/3/layout/StepUpProcess"/>
    <dgm:cxn modelId="{F64F0EF4-246B-4B1B-BDCD-B51ED4317697}" type="presParOf" srcId="{67E9093C-3DDF-4C74-ABC8-6AD7F9C1BBA0}" destId="{30743A8C-B736-4A17-816F-990745D81108}" srcOrd="2" destOrd="0" presId="urn:microsoft.com/office/officeart/2009/3/layout/StepUpProcess"/>
    <dgm:cxn modelId="{491D327A-B2DC-4BC7-A514-FA4BC96BE4B0}" type="presParOf" srcId="{35AB77B5-7E21-4CFA-9221-154AECA6C04B}" destId="{A9B6A391-711A-4A78-8AD5-B04219F19576}" srcOrd="1" destOrd="0" presId="urn:microsoft.com/office/officeart/2009/3/layout/StepUpProcess"/>
    <dgm:cxn modelId="{588F36AF-21D1-43D1-9DBA-5AEBD981074E}" type="presParOf" srcId="{A9B6A391-711A-4A78-8AD5-B04219F19576}" destId="{405E3C38-9489-4011-96B6-BCB407F2326D}" srcOrd="0" destOrd="0" presId="urn:microsoft.com/office/officeart/2009/3/layout/StepUpProcess"/>
    <dgm:cxn modelId="{CBE99498-99C1-46BC-83EB-4E7118153FCE}" type="presParOf" srcId="{35AB77B5-7E21-4CFA-9221-154AECA6C04B}" destId="{3E185CE1-5679-4AA0-941C-819F14D94B6D}" srcOrd="2" destOrd="0" presId="urn:microsoft.com/office/officeart/2009/3/layout/StepUpProcess"/>
    <dgm:cxn modelId="{589613DA-4C6E-49B0-A213-CFB9A4055339}" type="presParOf" srcId="{3E185CE1-5679-4AA0-941C-819F14D94B6D}" destId="{4D0A12FE-4B85-4610-B9C3-FE584EDDB038}" srcOrd="0" destOrd="0" presId="urn:microsoft.com/office/officeart/2009/3/layout/StepUpProcess"/>
    <dgm:cxn modelId="{B0DA9CB6-A0F9-41C4-BED8-8F81B80299E8}" type="presParOf" srcId="{3E185CE1-5679-4AA0-941C-819F14D94B6D}" destId="{D0C0E929-38FA-4AF2-9C4B-B1D889887F3B}" srcOrd="1" destOrd="0" presId="urn:microsoft.com/office/officeart/2009/3/layout/StepUpProcess"/>
    <dgm:cxn modelId="{EA099A5C-AB9C-4A4A-BE9D-A429FDDDDAE1}" type="presParOf" srcId="{3E185CE1-5679-4AA0-941C-819F14D94B6D}" destId="{75E9E067-B024-40A0-AD63-DBD2A56FA645}" srcOrd="2" destOrd="0" presId="urn:microsoft.com/office/officeart/2009/3/layout/StepUpProcess"/>
    <dgm:cxn modelId="{C01E2434-16D3-43DF-8669-08F9F814F2D4}" type="presParOf" srcId="{35AB77B5-7E21-4CFA-9221-154AECA6C04B}" destId="{F4FF7E02-C49E-4895-87EF-B9563D1A8A70}" srcOrd="3" destOrd="0" presId="urn:microsoft.com/office/officeart/2009/3/layout/StepUpProcess"/>
    <dgm:cxn modelId="{CF1EC72A-EA2D-453B-A1EE-8A25D5FDDD59}" type="presParOf" srcId="{F4FF7E02-C49E-4895-87EF-B9563D1A8A70}" destId="{E0136E83-6A68-4F70-8D8D-E6DAE31C6810}" srcOrd="0" destOrd="0" presId="urn:microsoft.com/office/officeart/2009/3/layout/StepUpProcess"/>
    <dgm:cxn modelId="{2A6B94A6-3305-4D6F-914B-E701A779EB30}" type="presParOf" srcId="{35AB77B5-7E21-4CFA-9221-154AECA6C04B}" destId="{78CACC6E-1255-4E1E-9DEA-7CA54C0266C0}" srcOrd="4" destOrd="0" presId="urn:microsoft.com/office/officeart/2009/3/layout/StepUpProcess"/>
    <dgm:cxn modelId="{8003494C-2697-470E-97B6-FD85FC6C05D2}" type="presParOf" srcId="{78CACC6E-1255-4E1E-9DEA-7CA54C0266C0}" destId="{60EC06F8-DDD5-431B-BCF6-0AE677AC644D}" srcOrd="0" destOrd="0" presId="urn:microsoft.com/office/officeart/2009/3/layout/StepUpProcess"/>
    <dgm:cxn modelId="{3F3748FC-3718-4058-A9D9-9A5638F03B26}" type="presParOf" srcId="{78CACC6E-1255-4E1E-9DEA-7CA54C0266C0}" destId="{17FA872F-EA09-4FF5-B41A-267BF1436E29}" srcOrd="1" destOrd="0" presId="urn:microsoft.com/office/officeart/2009/3/layout/StepUpProcess"/>
    <dgm:cxn modelId="{9C47F647-A314-47BA-A44A-53301228C4C6}" type="presParOf" srcId="{78CACC6E-1255-4E1E-9DEA-7CA54C0266C0}" destId="{9F97E8EC-308A-41F1-8571-DB38D419D723}" srcOrd="2" destOrd="0" presId="urn:microsoft.com/office/officeart/2009/3/layout/StepUpProcess"/>
    <dgm:cxn modelId="{42910E9F-38F7-4E1D-B6F1-06CA5E6ADEBF}" type="presParOf" srcId="{35AB77B5-7E21-4CFA-9221-154AECA6C04B}" destId="{1EE68BFC-E60D-4079-AF91-3480315DE808}" srcOrd="5" destOrd="0" presId="urn:microsoft.com/office/officeart/2009/3/layout/StepUpProcess"/>
    <dgm:cxn modelId="{E77976F8-62F0-4284-BDBB-E2DC447C3079}" type="presParOf" srcId="{1EE68BFC-E60D-4079-AF91-3480315DE808}" destId="{7E00063F-3D1F-46AC-8409-896103D7F4F2}" srcOrd="0" destOrd="0" presId="urn:microsoft.com/office/officeart/2009/3/layout/StepUpProcess"/>
    <dgm:cxn modelId="{FE6683CC-061F-4166-886F-E9CD126046B1}" type="presParOf" srcId="{35AB77B5-7E21-4CFA-9221-154AECA6C04B}" destId="{D593975A-002A-4126-A2FD-7D2321D433AA}" srcOrd="6" destOrd="0" presId="urn:microsoft.com/office/officeart/2009/3/layout/StepUpProcess"/>
    <dgm:cxn modelId="{DC901ED8-0503-41D4-8ACD-182A0786D387}" type="presParOf" srcId="{D593975A-002A-4126-A2FD-7D2321D433AA}" destId="{A593755C-17C2-44BE-A0CF-0ABAFFD48ED3}" srcOrd="0" destOrd="0" presId="urn:microsoft.com/office/officeart/2009/3/layout/StepUpProcess"/>
    <dgm:cxn modelId="{F1A0DDCE-F8E1-43E9-942A-4C7659D7C153}" type="presParOf" srcId="{D593975A-002A-4126-A2FD-7D2321D433AA}" destId="{A8BE2548-2E5D-4395-ACB9-5A348D1372AC}" srcOrd="1" destOrd="0" presId="urn:microsoft.com/office/officeart/2009/3/layout/StepUpProcess"/>
    <dgm:cxn modelId="{713B281E-141E-42F1-B6FA-F1FABABBB847}" type="presParOf" srcId="{D593975A-002A-4126-A2FD-7D2321D433AA}" destId="{6770B30C-669E-4163-A063-B02E6B87A8CC}" srcOrd="2" destOrd="0" presId="urn:microsoft.com/office/officeart/2009/3/layout/StepUpProcess"/>
    <dgm:cxn modelId="{7632F5CC-3C1B-4CD1-809E-F2EDA69B219C}" type="presParOf" srcId="{35AB77B5-7E21-4CFA-9221-154AECA6C04B}" destId="{E42D0D7B-A9A7-42CE-9DA2-086BA85945D2}" srcOrd="7" destOrd="0" presId="urn:microsoft.com/office/officeart/2009/3/layout/StepUpProcess"/>
    <dgm:cxn modelId="{3A6D0CFE-0B2A-42E2-AB46-02348FF68F65}" type="presParOf" srcId="{E42D0D7B-A9A7-42CE-9DA2-086BA85945D2}" destId="{A9556DA3-666E-45A1-80CE-90E4A149509B}" srcOrd="0" destOrd="0" presId="urn:microsoft.com/office/officeart/2009/3/layout/StepUpProcess"/>
    <dgm:cxn modelId="{62556BAD-6084-4E54-867A-F56C6B785763}" type="presParOf" srcId="{35AB77B5-7E21-4CFA-9221-154AECA6C04B}" destId="{D2A0B278-F073-46B7-9692-433ABF9A1692}" srcOrd="8" destOrd="0" presId="urn:microsoft.com/office/officeart/2009/3/layout/StepUpProcess"/>
    <dgm:cxn modelId="{72BE3B87-BC3E-458A-AC82-8BF2CD4BDD62}" type="presParOf" srcId="{D2A0B278-F073-46B7-9692-433ABF9A1692}" destId="{B63C601F-F3DB-44C5-9CF1-03D8FF7A181C}" srcOrd="0" destOrd="0" presId="urn:microsoft.com/office/officeart/2009/3/layout/StepUpProcess"/>
    <dgm:cxn modelId="{902D5901-BC16-47EB-B7A3-9AC386763BC6}" type="presParOf" srcId="{D2A0B278-F073-46B7-9692-433ABF9A1692}" destId="{76B035B6-9D13-447A-9943-3730232C80B6}" srcOrd="1" destOrd="0" presId="urn:microsoft.com/office/officeart/2009/3/layout/StepUpProcess"/>
    <dgm:cxn modelId="{4EF86952-56B1-432C-8280-A27BC43640B8}" type="presParOf" srcId="{D2A0B278-F073-46B7-9692-433ABF9A1692}" destId="{E24377AC-FE6D-4A79-AC38-16DDDD4665A6}" srcOrd="2" destOrd="0" presId="urn:microsoft.com/office/officeart/2009/3/layout/StepUpProcess"/>
    <dgm:cxn modelId="{7FB7C012-A785-4229-AE9B-815B1F942744}" type="presParOf" srcId="{35AB77B5-7E21-4CFA-9221-154AECA6C04B}" destId="{A8E0A9CC-5A0D-40A4-A43E-EB9C0140D2A8}" srcOrd="9" destOrd="0" presId="urn:microsoft.com/office/officeart/2009/3/layout/StepUpProcess"/>
    <dgm:cxn modelId="{025D8801-E0E5-43DC-BB0E-9856B560F141}" type="presParOf" srcId="{A8E0A9CC-5A0D-40A4-A43E-EB9C0140D2A8}" destId="{CBFFE801-48E3-443C-976E-2489ABA9888B}" srcOrd="0" destOrd="0" presId="urn:microsoft.com/office/officeart/2009/3/layout/StepUpProcess"/>
    <dgm:cxn modelId="{DDDBB2E7-89FA-4891-A3FA-B52F4DFBA363}" type="presParOf" srcId="{35AB77B5-7E21-4CFA-9221-154AECA6C04B}" destId="{565939A2-0A46-4C40-81D5-642A9DEB6070}" srcOrd="10" destOrd="0" presId="urn:microsoft.com/office/officeart/2009/3/layout/StepUpProcess"/>
    <dgm:cxn modelId="{A445721D-201C-4CCE-A465-01E48C9B055E}" type="presParOf" srcId="{565939A2-0A46-4C40-81D5-642A9DEB6070}" destId="{C5F848F6-8151-4C5C-A436-22B8B3B300F8}" srcOrd="0" destOrd="0" presId="urn:microsoft.com/office/officeart/2009/3/layout/StepUpProcess"/>
    <dgm:cxn modelId="{2F2893B4-6E05-4A0C-8D18-B76066136E0E}" type="presParOf" srcId="{565939A2-0A46-4C40-81D5-642A9DEB6070}" destId="{393BF954-2725-4C38-AA41-25DC686C30A3}" srcOrd="1" destOrd="0" presId="urn:microsoft.com/office/officeart/2009/3/layout/StepUpProcess"/>
    <dgm:cxn modelId="{33BD0766-19C0-4D76-B55E-1DE9AF22EF9A}" type="presParOf" srcId="{565939A2-0A46-4C40-81D5-642A9DEB6070}" destId="{B0F21E95-63E5-4FBF-976A-1C1C6D2D5C7F}" srcOrd="2" destOrd="0" presId="urn:microsoft.com/office/officeart/2009/3/layout/StepUpProcess"/>
    <dgm:cxn modelId="{2B424C03-BBEC-4846-A534-1870C84AADF0}" type="presParOf" srcId="{35AB77B5-7E21-4CFA-9221-154AECA6C04B}" destId="{F570F321-F57F-4DEF-A090-C3E8C675E58C}" srcOrd="11" destOrd="0" presId="urn:microsoft.com/office/officeart/2009/3/layout/StepUpProcess"/>
    <dgm:cxn modelId="{567A63BC-000B-4AFA-AD3A-3F6DC01D7FA6}" type="presParOf" srcId="{F570F321-F57F-4DEF-A090-C3E8C675E58C}" destId="{A7D2B1D7-307D-4C21-8188-2ACC784DA839}" srcOrd="0" destOrd="0" presId="urn:microsoft.com/office/officeart/2009/3/layout/StepUpProcess"/>
    <dgm:cxn modelId="{E1D62BB6-AE9B-4368-95EC-0A5F63860B45}" type="presParOf" srcId="{35AB77B5-7E21-4CFA-9221-154AECA6C04B}" destId="{B159E4C3-CF55-4A57-9A0C-DF21C5E0D7F1}" srcOrd="12" destOrd="0" presId="urn:microsoft.com/office/officeart/2009/3/layout/StepUpProcess"/>
    <dgm:cxn modelId="{87B666C3-D200-4569-B07E-942E64CC5944}" type="presParOf" srcId="{B159E4C3-CF55-4A57-9A0C-DF21C5E0D7F1}" destId="{211D6D57-CAA4-4C02-8DD7-BC86ECCA638B}" srcOrd="0" destOrd="0" presId="urn:microsoft.com/office/officeart/2009/3/layout/StepUpProcess"/>
    <dgm:cxn modelId="{0D81B833-91DF-4591-950A-1816C4A18A17}" type="presParOf" srcId="{B159E4C3-CF55-4A57-9A0C-DF21C5E0D7F1}" destId="{7EAEE975-CC8B-4694-9C1A-E7937F6A884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DC8EC-AB7D-4CC1-9172-774C74D9312B}">
      <dsp:nvSpPr>
        <dsp:cNvPr id="0" name=""/>
        <dsp:cNvSpPr/>
      </dsp:nvSpPr>
      <dsp:spPr>
        <a:xfrm>
          <a:off x="0" y="3484575"/>
          <a:ext cx="8229600" cy="55292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Department</a:t>
          </a:r>
          <a:endParaRPr lang="en-US" sz="1100" kern="1200" dirty="0"/>
        </a:p>
      </dsp:txBody>
      <dsp:txXfrm>
        <a:off x="0" y="3484575"/>
        <a:ext cx="2468880" cy="552926"/>
      </dsp:txXfrm>
    </dsp:sp>
    <dsp:sp modelId="{AED871A0-AD7F-40DE-8C93-39CBCCA03954}">
      <dsp:nvSpPr>
        <dsp:cNvPr id="0" name=""/>
        <dsp:cNvSpPr/>
      </dsp:nvSpPr>
      <dsp:spPr>
        <a:xfrm>
          <a:off x="0" y="2587891"/>
          <a:ext cx="8229600" cy="55292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smtClean="0"/>
            <a:t>Facility</a:t>
          </a:r>
          <a:endParaRPr lang="en-US" sz="1100" kern="1200" dirty="0"/>
        </a:p>
      </dsp:txBody>
      <dsp:txXfrm>
        <a:off x="0" y="2587891"/>
        <a:ext cx="2468880" cy="552926"/>
      </dsp:txXfrm>
    </dsp:sp>
    <dsp:sp modelId="{709B92CB-E7BD-4FF9-957A-C190C8A7A3FA}">
      <dsp:nvSpPr>
        <dsp:cNvPr id="0" name=""/>
        <dsp:cNvSpPr/>
      </dsp:nvSpPr>
      <dsp:spPr>
        <a:xfrm>
          <a:off x="0" y="1810020"/>
          <a:ext cx="8229600" cy="55292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Corporate</a:t>
          </a:r>
          <a:endParaRPr lang="en-US" sz="1100" kern="1200" dirty="0"/>
        </a:p>
      </dsp:txBody>
      <dsp:txXfrm>
        <a:off x="0" y="1810020"/>
        <a:ext cx="2468880" cy="552926"/>
      </dsp:txXfrm>
    </dsp:sp>
    <dsp:sp modelId="{40685EBA-B9DC-4CD9-95E2-C4ED4A5DFE63}">
      <dsp:nvSpPr>
        <dsp:cNvPr id="0" name=""/>
        <dsp:cNvSpPr/>
      </dsp:nvSpPr>
      <dsp:spPr>
        <a:xfrm>
          <a:off x="0" y="1053115"/>
          <a:ext cx="8229600" cy="55292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Risk Management</a:t>
          </a:r>
          <a:endParaRPr lang="en-US" sz="1100" kern="1200" dirty="0"/>
        </a:p>
      </dsp:txBody>
      <dsp:txXfrm>
        <a:off x="0" y="1053115"/>
        <a:ext cx="2468880" cy="552926"/>
      </dsp:txXfrm>
    </dsp:sp>
    <dsp:sp modelId="{056C5C4B-5EF1-4A5A-8D52-6CAB8D5C56FF}">
      <dsp:nvSpPr>
        <dsp:cNvPr id="0" name=""/>
        <dsp:cNvSpPr/>
      </dsp:nvSpPr>
      <dsp:spPr>
        <a:xfrm>
          <a:off x="5038898" y="1099322"/>
          <a:ext cx="1139318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Supply Chain</a:t>
          </a:r>
          <a:endParaRPr lang="en-US" sz="1100" kern="1200" dirty="0"/>
        </a:p>
      </dsp:txBody>
      <dsp:txXfrm>
        <a:off x="5052394" y="1112818"/>
        <a:ext cx="1112326" cy="433779"/>
      </dsp:txXfrm>
    </dsp:sp>
    <dsp:sp modelId="{3C8CCAF2-47F4-47FD-A74C-EDCA9478F965}">
      <dsp:nvSpPr>
        <dsp:cNvPr id="0" name=""/>
        <dsp:cNvSpPr/>
      </dsp:nvSpPr>
      <dsp:spPr>
        <a:xfrm>
          <a:off x="5562837" y="1560093"/>
          <a:ext cx="91440" cy="2960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6073"/>
              </a:lnTo>
            </a:path>
          </a:pathLst>
        </a:custGeom>
        <a:noFill/>
        <a:ln w="25400" cap="flat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3E066-7DF8-4A2C-BCA1-C386B42D68EF}">
      <dsp:nvSpPr>
        <dsp:cNvPr id="0" name=""/>
        <dsp:cNvSpPr/>
      </dsp:nvSpPr>
      <dsp:spPr>
        <a:xfrm>
          <a:off x="5092259" y="1856167"/>
          <a:ext cx="1032596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Recall Officer</a:t>
          </a:r>
          <a:endParaRPr lang="en-US" sz="1100" kern="1200" dirty="0"/>
        </a:p>
      </dsp:txBody>
      <dsp:txXfrm>
        <a:off x="5105755" y="1869663"/>
        <a:ext cx="1005604" cy="433779"/>
      </dsp:txXfrm>
    </dsp:sp>
    <dsp:sp modelId="{4DAD5044-E7B7-4850-A098-0792F5344D4B}">
      <dsp:nvSpPr>
        <dsp:cNvPr id="0" name=""/>
        <dsp:cNvSpPr/>
      </dsp:nvSpPr>
      <dsp:spPr>
        <a:xfrm>
          <a:off x="3594433" y="2316939"/>
          <a:ext cx="2014123" cy="317029"/>
        </a:xfrm>
        <a:custGeom>
          <a:avLst/>
          <a:gdLst/>
          <a:ahLst/>
          <a:cxnLst/>
          <a:rect l="0" t="0" r="0" b="0"/>
          <a:pathLst>
            <a:path>
              <a:moveTo>
                <a:pt x="2014123" y="0"/>
              </a:moveTo>
              <a:lnTo>
                <a:pt x="2014123" y="158514"/>
              </a:lnTo>
              <a:lnTo>
                <a:pt x="0" y="158514"/>
              </a:lnTo>
              <a:lnTo>
                <a:pt x="0" y="31702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D011D1-B5CF-4D65-B58A-B0C3ABC2BDFD}">
      <dsp:nvSpPr>
        <dsp:cNvPr id="0" name=""/>
        <dsp:cNvSpPr/>
      </dsp:nvSpPr>
      <dsp:spPr>
        <a:xfrm>
          <a:off x="3155458" y="2633968"/>
          <a:ext cx="877950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Materials </a:t>
          </a:r>
          <a:r>
            <a:rPr lang="en-US" sz="1100" kern="1200" dirty="0" smtClean="0"/>
            <a:t>Management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(product)</a:t>
          </a:r>
          <a:endParaRPr lang="en-US" sz="1100" kern="1200" dirty="0"/>
        </a:p>
      </dsp:txBody>
      <dsp:txXfrm>
        <a:off x="3168954" y="2647464"/>
        <a:ext cx="850958" cy="433779"/>
      </dsp:txXfrm>
    </dsp:sp>
    <dsp:sp modelId="{4FC28349-AC4B-4394-AD2B-AF7B68E1D27B}">
      <dsp:nvSpPr>
        <dsp:cNvPr id="0" name=""/>
        <dsp:cNvSpPr/>
      </dsp:nvSpPr>
      <dsp:spPr>
        <a:xfrm>
          <a:off x="3051784" y="3094740"/>
          <a:ext cx="542648" cy="435779"/>
        </a:xfrm>
        <a:custGeom>
          <a:avLst/>
          <a:gdLst/>
          <a:ahLst/>
          <a:cxnLst/>
          <a:rect l="0" t="0" r="0" b="0"/>
          <a:pathLst>
            <a:path>
              <a:moveTo>
                <a:pt x="542648" y="0"/>
              </a:moveTo>
              <a:lnTo>
                <a:pt x="542648" y="217889"/>
              </a:lnTo>
              <a:lnTo>
                <a:pt x="0" y="217889"/>
              </a:lnTo>
              <a:lnTo>
                <a:pt x="0" y="435779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BAB38-A765-483E-A327-18335C519F5D}">
      <dsp:nvSpPr>
        <dsp:cNvPr id="0" name=""/>
        <dsp:cNvSpPr/>
      </dsp:nvSpPr>
      <dsp:spPr>
        <a:xfrm>
          <a:off x="2472231" y="3530520"/>
          <a:ext cx="1159106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Specialty </a:t>
          </a:r>
          <a:r>
            <a:rPr lang="en-US" sz="1100" kern="1200" dirty="0" smtClean="0"/>
            <a:t>Areas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(OR)</a:t>
          </a:r>
          <a:endParaRPr lang="en-US" sz="1100" kern="1200" dirty="0"/>
        </a:p>
      </dsp:txBody>
      <dsp:txXfrm>
        <a:off x="2485727" y="3544016"/>
        <a:ext cx="1132114" cy="433779"/>
      </dsp:txXfrm>
    </dsp:sp>
    <dsp:sp modelId="{3E90A0CA-D078-423A-A713-578009CA614F}">
      <dsp:nvSpPr>
        <dsp:cNvPr id="0" name=""/>
        <dsp:cNvSpPr/>
      </dsp:nvSpPr>
      <dsp:spPr>
        <a:xfrm>
          <a:off x="3594433" y="3094740"/>
          <a:ext cx="683226" cy="435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889"/>
              </a:lnTo>
              <a:lnTo>
                <a:pt x="683226" y="217889"/>
              </a:lnTo>
              <a:lnTo>
                <a:pt x="683226" y="435779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E6784D-A0B9-4A30-B376-4A23F953A460}">
      <dsp:nvSpPr>
        <dsp:cNvPr id="0" name=""/>
        <dsp:cNvSpPr/>
      </dsp:nvSpPr>
      <dsp:spPr>
        <a:xfrm>
          <a:off x="3838685" y="3530520"/>
          <a:ext cx="877950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Nursing</a:t>
          </a:r>
          <a:endParaRPr lang="en-US" sz="1100" kern="1200" dirty="0"/>
        </a:p>
      </dsp:txBody>
      <dsp:txXfrm>
        <a:off x="3852181" y="3544016"/>
        <a:ext cx="850958" cy="433779"/>
      </dsp:txXfrm>
    </dsp:sp>
    <dsp:sp modelId="{C4EBD503-A60B-4E95-B03D-819E152C411F}">
      <dsp:nvSpPr>
        <dsp:cNvPr id="0" name=""/>
        <dsp:cNvSpPr/>
      </dsp:nvSpPr>
      <dsp:spPr>
        <a:xfrm>
          <a:off x="4679731" y="2316939"/>
          <a:ext cx="928826" cy="317029"/>
        </a:xfrm>
        <a:custGeom>
          <a:avLst/>
          <a:gdLst/>
          <a:ahLst/>
          <a:cxnLst/>
          <a:rect l="0" t="0" r="0" b="0"/>
          <a:pathLst>
            <a:path>
              <a:moveTo>
                <a:pt x="928826" y="0"/>
              </a:moveTo>
              <a:lnTo>
                <a:pt x="928826" y="158514"/>
              </a:lnTo>
              <a:lnTo>
                <a:pt x="0" y="158514"/>
              </a:lnTo>
              <a:lnTo>
                <a:pt x="0" y="31702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F347CF-11BF-48FC-AABF-1C867B552E20}">
      <dsp:nvSpPr>
        <dsp:cNvPr id="0" name=""/>
        <dsp:cNvSpPr/>
      </dsp:nvSpPr>
      <dsp:spPr>
        <a:xfrm>
          <a:off x="4240756" y="2633968"/>
          <a:ext cx="877950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Clinical </a:t>
          </a:r>
          <a:r>
            <a:rPr lang="en-US" sz="1100" kern="1200" dirty="0" smtClean="0"/>
            <a:t>Engineering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(equipment)</a:t>
          </a:r>
          <a:endParaRPr lang="en-US" sz="1100" kern="1200" dirty="0"/>
        </a:p>
      </dsp:txBody>
      <dsp:txXfrm>
        <a:off x="4254252" y="2647464"/>
        <a:ext cx="850958" cy="433779"/>
      </dsp:txXfrm>
    </dsp:sp>
    <dsp:sp modelId="{AAFDF4DF-C1F9-4278-B75F-2A777B0548B2}">
      <dsp:nvSpPr>
        <dsp:cNvPr id="0" name=""/>
        <dsp:cNvSpPr/>
      </dsp:nvSpPr>
      <dsp:spPr>
        <a:xfrm>
          <a:off x="5608557" y="2316939"/>
          <a:ext cx="377258" cy="31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514"/>
              </a:lnTo>
              <a:lnTo>
                <a:pt x="377258" y="158514"/>
              </a:lnTo>
              <a:lnTo>
                <a:pt x="377258" y="31702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DF2F5-A45F-4447-843E-CC649DEE81F1}">
      <dsp:nvSpPr>
        <dsp:cNvPr id="0" name=""/>
        <dsp:cNvSpPr/>
      </dsp:nvSpPr>
      <dsp:spPr>
        <a:xfrm>
          <a:off x="5326053" y="2633968"/>
          <a:ext cx="1319523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Procedural Areas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(Cath, EP, IR, etc.)</a:t>
          </a:r>
        </a:p>
      </dsp:txBody>
      <dsp:txXfrm>
        <a:off x="5339549" y="2647464"/>
        <a:ext cx="1292531" cy="433779"/>
      </dsp:txXfrm>
    </dsp:sp>
    <dsp:sp modelId="{86E12502-CA2E-45C3-9512-97E3C200333E}">
      <dsp:nvSpPr>
        <dsp:cNvPr id="0" name=""/>
        <dsp:cNvSpPr/>
      </dsp:nvSpPr>
      <dsp:spPr>
        <a:xfrm>
          <a:off x="5608557" y="2316939"/>
          <a:ext cx="1848733" cy="31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514"/>
              </a:lnTo>
              <a:lnTo>
                <a:pt x="1848733" y="158514"/>
              </a:lnTo>
              <a:lnTo>
                <a:pt x="1848733" y="317029"/>
              </a:lnTo>
            </a:path>
          </a:pathLst>
        </a:custGeom>
        <a:noFill/>
        <a:ln w="25400" cap="flat" cmpd="sng" algn="ctr">
          <a:solidFill>
            <a:srgbClr val="333333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F08970-75C0-431B-A123-E8904D639365}">
      <dsp:nvSpPr>
        <dsp:cNvPr id="0" name=""/>
        <dsp:cNvSpPr/>
      </dsp:nvSpPr>
      <dsp:spPr>
        <a:xfrm>
          <a:off x="6852924" y="2633968"/>
          <a:ext cx="1208731" cy="460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Pharmacy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(pharmaceuticals)</a:t>
          </a:r>
          <a:endParaRPr lang="en-US" sz="1100" kern="1200" dirty="0"/>
        </a:p>
      </dsp:txBody>
      <dsp:txXfrm>
        <a:off x="6866420" y="2647464"/>
        <a:ext cx="1181739" cy="4337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03111-08DE-4FB6-B15F-3C4513614594}">
      <dsp:nvSpPr>
        <dsp:cNvPr id="0" name=""/>
        <dsp:cNvSpPr/>
      </dsp:nvSpPr>
      <dsp:spPr>
        <a:xfrm rot="5400000">
          <a:off x="220222" y="2452078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43B6D-715F-4866-97F5-9B66505DE259}">
      <dsp:nvSpPr>
        <dsp:cNvPr id="0" name=""/>
        <dsp:cNvSpPr/>
      </dsp:nvSpPr>
      <dsp:spPr>
        <a:xfrm>
          <a:off x="112210" y="2773781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Finalize Plan</a:t>
          </a:r>
          <a:endParaRPr lang="en-US" sz="1000" kern="1200" dirty="0"/>
        </a:p>
      </dsp:txBody>
      <dsp:txXfrm>
        <a:off x="112210" y="2773781"/>
        <a:ext cx="972057" cy="852065"/>
      </dsp:txXfrm>
    </dsp:sp>
    <dsp:sp modelId="{30743A8C-B736-4A17-816F-990745D81108}">
      <dsp:nvSpPr>
        <dsp:cNvPr id="0" name=""/>
        <dsp:cNvSpPr/>
      </dsp:nvSpPr>
      <dsp:spPr>
        <a:xfrm>
          <a:off x="900860" y="2372809"/>
          <a:ext cx="183407" cy="183407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A12FE-4B85-4610-B9C3-FE584EDDB038}">
      <dsp:nvSpPr>
        <dsp:cNvPr id="0" name=""/>
        <dsp:cNvSpPr/>
      </dsp:nvSpPr>
      <dsp:spPr>
        <a:xfrm rot="5400000">
          <a:off x="1410210" y="2157614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0E929-38FA-4AF2-9C4B-B1D889887F3B}">
      <dsp:nvSpPr>
        <dsp:cNvPr id="0" name=""/>
        <dsp:cNvSpPr/>
      </dsp:nvSpPr>
      <dsp:spPr>
        <a:xfrm>
          <a:off x="1302198" y="2479317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Review w/Risk Management</a:t>
          </a:r>
        </a:p>
      </dsp:txBody>
      <dsp:txXfrm>
        <a:off x="1302198" y="2479317"/>
        <a:ext cx="972057" cy="852065"/>
      </dsp:txXfrm>
    </dsp:sp>
    <dsp:sp modelId="{75E9E067-B024-40A0-AD63-DBD2A56FA645}">
      <dsp:nvSpPr>
        <dsp:cNvPr id="0" name=""/>
        <dsp:cNvSpPr/>
      </dsp:nvSpPr>
      <dsp:spPr>
        <a:xfrm>
          <a:off x="2090848" y="2078345"/>
          <a:ext cx="183407" cy="183407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C06F8-DDD5-431B-BCF6-0AE677AC644D}">
      <dsp:nvSpPr>
        <dsp:cNvPr id="0" name=""/>
        <dsp:cNvSpPr/>
      </dsp:nvSpPr>
      <dsp:spPr>
        <a:xfrm rot="5400000">
          <a:off x="2600198" y="1863150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A872F-EA09-4FF5-B41A-267BF1436E29}">
      <dsp:nvSpPr>
        <dsp:cNvPr id="0" name=""/>
        <dsp:cNvSpPr/>
      </dsp:nvSpPr>
      <dsp:spPr>
        <a:xfrm>
          <a:off x="2492186" y="2184854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Update Configuration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/Distribution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(Materials Teams)</a:t>
          </a:r>
          <a:endParaRPr lang="en-US" sz="1000" kern="1200" dirty="0" smtClean="0"/>
        </a:p>
      </dsp:txBody>
      <dsp:txXfrm>
        <a:off x="2492186" y="2184854"/>
        <a:ext cx="972057" cy="852065"/>
      </dsp:txXfrm>
    </dsp:sp>
    <dsp:sp modelId="{9F97E8EC-308A-41F1-8571-DB38D419D723}">
      <dsp:nvSpPr>
        <dsp:cNvPr id="0" name=""/>
        <dsp:cNvSpPr/>
      </dsp:nvSpPr>
      <dsp:spPr>
        <a:xfrm>
          <a:off x="3280837" y="1783882"/>
          <a:ext cx="183407" cy="183407"/>
        </a:xfrm>
        <a:prstGeom prst="triangle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3755C-17C2-44BE-A0CF-0ABAFFD48ED3}">
      <dsp:nvSpPr>
        <dsp:cNvPr id="0" name=""/>
        <dsp:cNvSpPr/>
      </dsp:nvSpPr>
      <dsp:spPr>
        <a:xfrm rot="5400000">
          <a:off x="3790186" y="1568686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E2548-2E5D-4395-ACB9-5A348D1372AC}">
      <dsp:nvSpPr>
        <dsp:cNvPr id="0" name=""/>
        <dsp:cNvSpPr/>
      </dsp:nvSpPr>
      <dsp:spPr>
        <a:xfrm>
          <a:off x="3682175" y="1890390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Train</a:t>
          </a:r>
          <a:endParaRPr lang="en-US" sz="1000" kern="1200" dirty="0"/>
        </a:p>
      </dsp:txBody>
      <dsp:txXfrm>
        <a:off x="3682175" y="1890390"/>
        <a:ext cx="972057" cy="852065"/>
      </dsp:txXfrm>
    </dsp:sp>
    <dsp:sp modelId="{6770B30C-669E-4163-A063-B02E6B87A8CC}">
      <dsp:nvSpPr>
        <dsp:cNvPr id="0" name=""/>
        <dsp:cNvSpPr/>
      </dsp:nvSpPr>
      <dsp:spPr>
        <a:xfrm>
          <a:off x="4470825" y="1489418"/>
          <a:ext cx="183407" cy="183407"/>
        </a:xfrm>
        <a:prstGeom prst="triangle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C601F-F3DB-44C5-9CF1-03D8FF7A181C}">
      <dsp:nvSpPr>
        <dsp:cNvPr id="0" name=""/>
        <dsp:cNvSpPr/>
      </dsp:nvSpPr>
      <dsp:spPr>
        <a:xfrm rot="5400000">
          <a:off x="4980175" y="1274223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035B6-9D13-447A-9943-3730232C80B6}">
      <dsp:nvSpPr>
        <dsp:cNvPr id="0" name=""/>
        <dsp:cNvSpPr/>
      </dsp:nvSpPr>
      <dsp:spPr>
        <a:xfrm>
          <a:off x="4872163" y="1595926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Update Configuration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/Distribution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(Extended Team)</a:t>
          </a:r>
          <a:endParaRPr lang="en-US" sz="1000" kern="1200" dirty="0"/>
        </a:p>
      </dsp:txBody>
      <dsp:txXfrm>
        <a:off x="4872163" y="1595926"/>
        <a:ext cx="972057" cy="852065"/>
      </dsp:txXfrm>
    </dsp:sp>
    <dsp:sp modelId="{E24377AC-FE6D-4A79-AC38-16DDDD4665A6}">
      <dsp:nvSpPr>
        <dsp:cNvPr id="0" name=""/>
        <dsp:cNvSpPr/>
      </dsp:nvSpPr>
      <dsp:spPr>
        <a:xfrm>
          <a:off x="5660813" y="1194954"/>
          <a:ext cx="183407" cy="183407"/>
        </a:xfrm>
        <a:prstGeom prst="triangle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848F6-8151-4C5C-A436-22B8B3B300F8}">
      <dsp:nvSpPr>
        <dsp:cNvPr id="0" name=""/>
        <dsp:cNvSpPr/>
      </dsp:nvSpPr>
      <dsp:spPr>
        <a:xfrm rot="5400000">
          <a:off x="6170163" y="979759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BF954-2725-4C38-AA41-25DC686C30A3}">
      <dsp:nvSpPr>
        <dsp:cNvPr id="0" name=""/>
        <dsp:cNvSpPr/>
      </dsp:nvSpPr>
      <dsp:spPr>
        <a:xfrm>
          <a:off x="6062151" y="1301462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Train</a:t>
          </a:r>
          <a:endParaRPr lang="en-US" sz="1000" kern="1200" dirty="0"/>
        </a:p>
      </dsp:txBody>
      <dsp:txXfrm>
        <a:off x="6062151" y="1301462"/>
        <a:ext cx="972057" cy="852065"/>
      </dsp:txXfrm>
    </dsp:sp>
    <dsp:sp modelId="{B0F21E95-63E5-4FBF-976A-1C1C6D2D5C7F}">
      <dsp:nvSpPr>
        <dsp:cNvPr id="0" name=""/>
        <dsp:cNvSpPr/>
      </dsp:nvSpPr>
      <dsp:spPr>
        <a:xfrm>
          <a:off x="6850802" y="900490"/>
          <a:ext cx="183407" cy="183407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D6D57-CAA4-4C02-8DD7-BC86ECCA638B}">
      <dsp:nvSpPr>
        <dsp:cNvPr id="0" name=""/>
        <dsp:cNvSpPr/>
      </dsp:nvSpPr>
      <dsp:spPr>
        <a:xfrm rot="5400000">
          <a:off x="7360151" y="685295"/>
          <a:ext cx="647068" cy="1076707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EE975-CC8B-4694-9C1A-E7937F6A8847}">
      <dsp:nvSpPr>
        <dsp:cNvPr id="0" name=""/>
        <dsp:cNvSpPr/>
      </dsp:nvSpPr>
      <dsp:spPr>
        <a:xfrm>
          <a:off x="7252139" y="1006999"/>
          <a:ext cx="972057" cy="852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Run Compliance Report</a:t>
          </a:r>
          <a:endParaRPr lang="en-US" sz="1000" kern="1200" dirty="0"/>
        </a:p>
      </dsp:txBody>
      <dsp:txXfrm>
        <a:off x="7252139" y="1006999"/>
        <a:ext cx="972057" cy="852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55646-A25A-4249-B172-4D1949A48AEC}" type="datetimeFigureOut">
              <a:rPr lang="en-US" smtClean="0"/>
              <a:pPr/>
              <a:t>12/29/2023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D3AE9-140C-6047-92FC-D021ED6630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339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F61A0-5486-4E47-8312-C7E877077D0E}" type="datetimeFigureOut">
              <a:rPr lang="en-US" smtClean="0"/>
              <a:pPr/>
              <a:t>12/29/2023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9E23C-DD53-9841-B8DE-03FA1723C9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2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back-0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56192" cy="68671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435315"/>
            <a:ext cx="5776975" cy="2148634"/>
          </a:xfrm>
        </p:spPr>
        <p:txBody>
          <a:bodyPr anchor="t">
            <a:normAutofit/>
          </a:bodyPr>
          <a:lstStyle>
            <a:lvl1pPr algn="l">
              <a:lnSpc>
                <a:spcPts val="4800"/>
              </a:lnSpc>
              <a:defRPr sz="4500" b="1">
                <a:solidFill>
                  <a:srgbClr val="FFFFFF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705733"/>
            <a:ext cx="4681000" cy="1791975"/>
          </a:xfrm>
        </p:spPr>
        <p:txBody>
          <a:bodyPr>
            <a:normAutofit/>
          </a:bodyPr>
          <a:lstStyle>
            <a:lvl1pPr marL="0" indent="0" algn="l">
              <a:lnSpc>
                <a:spcPts val="2700"/>
              </a:lnSpc>
              <a:buNone/>
              <a:defRPr sz="23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backtoc-0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56192" cy="6867144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0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457200" y="1493586"/>
            <a:ext cx="8229600" cy="4688266"/>
          </a:xfr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buSzPct val="100000"/>
              <a:buFont typeface="+mj-lt"/>
              <a:buAutoNum type="arabicPeriod"/>
              <a:defRPr sz="2300">
                <a:solidFill>
                  <a:schemeClr val="bg1"/>
                </a:solidFill>
              </a:defRPr>
            </a:lvl1pPr>
            <a:lvl2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2573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backtoc-0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56192" cy="68671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684143"/>
            <a:ext cx="7772400" cy="2700106"/>
          </a:xfrm>
        </p:spPr>
        <p:txBody>
          <a:bodyPr anchor="t">
            <a:noAutofit/>
          </a:bodyPr>
          <a:lstStyle>
            <a:lvl1pPr algn="l">
              <a:lnSpc>
                <a:spcPts val="4800"/>
              </a:lnSpc>
              <a:defRPr sz="4500" b="1" cap="none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39781"/>
            <a:ext cx="8229600" cy="4197252"/>
          </a:xfrm>
        </p:spPr>
        <p:txBody>
          <a:bodyPr anchor="t">
            <a:normAutofit/>
          </a:bodyPr>
          <a:lstStyle>
            <a:lvl1pPr marL="0" indent="0">
              <a:lnSpc>
                <a:spcPts val="5200"/>
              </a:lnSpc>
              <a:buNone/>
              <a:defRPr sz="5100" b="1">
                <a:solidFill>
                  <a:srgbClr val="666666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086"/>
            <a:ext cx="8229600" cy="4525963"/>
          </a:xfrm>
        </p:spPr>
        <p:txBody>
          <a:bodyPr/>
          <a:lstStyle>
            <a:lvl1pPr>
              <a:lnSpc>
                <a:spcPts val="2300"/>
              </a:lnSpc>
              <a:defRPr/>
            </a:lvl1pPr>
            <a:lvl4pPr>
              <a:defRPr>
                <a:latin typeface="Arial"/>
                <a:cs typeface="Arial"/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6096"/>
            <a:ext cx="8229600" cy="6251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9F8FBD0B-D5BA-AC4A-B182-CCF391B5588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pptback-02.jp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572" y="6721475"/>
            <a:ext cx="9153144" cy="146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2" r:id="rId2"/>
    <p:sldLayoutId id="2147483708" r:id="rId3"/>
    <p:sldLayoutId id="2147483711" r:id="rId4"/>
    <p:sldLayoutId id="2147483707" r:id="rId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000" b="1" kern="1200">
          <a:solidFill>
            <a:schemeClr val="accent1"/>
          </a:solidFill>
          <a:latin typeface="Times New Roman"/>
          <a:ea typeface="+mj-ea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70000"/>
        <a:buFont typeface="Lucida Grande"/>
        <a:buChar char="▶"/>
        <a:defRPr sz="1800" kern="1200">
          <a:solidFill>
            <a:srgbClr val="333333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333333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rgbClr val="333333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rgbClr val="333333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rgbClr val="333333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productrecalls@mountsinai.org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518" y="1435315"/>
            <a:ext cx="7704222" cy="2148634"/>
          </a:xfrm>
        </p:spPr>
        <p:txBody>
          <a:bodyPr>
            <a:normAutofit/>
          </a:bodyPr>
          <a:lstStyle/>
          <a:p>
            <a:r>
              <a:rPr lang="en-US" dirty="0" smtClean="0"/>
              <a:t>Mount Sinai</a:t>
            </a:r>
            <a:br>
              <a:rPr lang="en-US" dirty="0" smtClean="0"/>
            </a:br>
            <a:r>
              <a:rPr lang="en-US" dirty="0" smtClean="0"/>
              <a:t>Supply Chain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19" y="3705733"/>
            <a:ext cx="4681000" cy="1791975"/>
          </a:xfrm>
        </p:spPr>
        <p:txBody>
          <a:bodyPr/>
          <a:lstStyle/>
          <a:p>
            <a:r>
              <a:rPr lang="en-US" dirty="0" smtClean="0"/>
              <a:t>Recall </a:t>
            </a:r>
            <a:r>
              <a:rPr lang="en-US" dirty="0" smtClean="0"/>
              <a:t>Management Reset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1100" dirty="0" smtClean="0"/>
              <a:t>December 2023</a:t>
            </a:r>
            <a:endParaRPr lang="en-US" sz="11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4215815"/>
            <a:ext cx="1564105" cy="6354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354" y="4215815"/>
            <a:ext cx="1319467" cy="661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431656"/>
              </p:ext>
            </p:extLst>
          </p:nvPr>
        </p:nvGraphicFramePr>
        <p:xfrm>
          <a:off x="457200" y="1164771"/>
          <a:ext cx="8229600" cy="5083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436096"/>
            <a:ext cx="8229600" cy="625171"/>
          </a:xfrm>
        </p:spPr>
        <p:txBody>
          <a:bodyPr/>
          <a:lstStyle/>
          <a:p>
            <a:r>
              <a:rPr lang="en-US" dirty="0" smtClean="0"/>
              <a:t>MD </a:t>
            </a:r>
            <a:r>
              <a:rPr lang="en-US" dirty="0" err="1" smtClean="0"/>
              <a:t>Buyline</a:t>
            </a:r>
            <a:r>
              <a:rPr lang="en-US" dirty="0" smtClean="0"/>
              <a:t> Recall Oversight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7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 </a:t>
            </a:r>
            <a:r>
              <a:rPr lang="en-US" dirty="0" err="1"/>
              <a:t>Buyline</a:t>
            </a:r>
            <a:r>
              <a:rPr lang="en-US" dirty="0"/>
              <a:t> </a:t>
            </a:r>
            <a:r>
              <a:rPr lang="en-US" dirty="0" smtClean="0"/>
              <a:t>Custom Recall Workflow </a:t>
            </a:r>
            <a:r>
              <a:rPr lang="en-US" dirty="0"/>
              <a:t>– Corporate </a:t>
            </a:r>
            <a:r>
              <a:rPr lang="en-US" dirty="0" smtClean="0"/>
              <a:t>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5" y="1061267"/>
            <a:ext cx="8801697" cy="529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2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MD </a:t>
            </a:r>
            <a:r>
              <a:rPr lang="en-US" dirty="0" err="1"/>
              <a:t>Buyline</a:t>
            </a:r>
            <a:r>
              <a:rPr lang="en-US" dirty="0"/>
              <a:t> Recall Workflow – </a:t>
            </a:r>
            <a:r>
              <a:rPr lang="en-US" dirty="0" smtClean="0"/>
              <a:t>Facility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" y="1061267"/>
            <a:ext cx="8876053" cy="51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8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Policy - pg. 1 &amp;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8" y="821150"/>
            <a:ext cx="8903354" cy="561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4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Policy - pg. 3 &amp; 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8" y="923282"/>
            <a:ext cx="8748800" cy="55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6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Training - pgs. 1 to 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3" y="882318"/>
            <a:ext cx="2262481" cy="27631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041" y="882319"/>
            <a:ext cx="2257605" cy="2045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68" y="882318"/>
            <a:ext cx="2176316" cy="27631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868" y="3850105"/>
            <a:ext cx="2159992" cy="2035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73" y="3915336"/>
            <a:ext cx="2148033" cy="2759494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2783304" y="2077453"/>
            <a:ext cx="393033" cy="184484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5686696" y="2077453"/>
            <a:ext cx="393033" cy="184484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434843" y="4888998"/>
            <a:ext cx="393033" cy="184484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7535719" y="5080940"/>
            <a:ext cx="393033" cy="184484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-Turn Arrow 16"/>
          <p:cNvSpPr/>
          <p:nvPr/>
        </p:nvSpPr>
        <p:spPr>
          <a:xfrm rot="5400000">
            <a:off x="8543813" y="2247805"/>
            <a:ext cx="526250" cy="370031"/>
          </a:xfrm>
          <a:prstGeom prst="uturn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U-Turn Arrow 18"/>
          <p:cNvSpPr/>
          <p:nvPr/>
        </p:nvSpPr>
        <p:spPr>
          <a:xfrm rot="16200000" flipH="1">
            <a:off x="1146107" y="4541834"/>
            <a:ext cx="508781" cy="370031"/>
          </a:xfrm>
          <a:prstGeom prst="uturn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0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Training - pgs. 6 to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66" y="1537704"/>
            <a:ext cx="2254578" cy="2942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8" y="1537704"/>
            <a:ext cx="2250231" cy="285297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153028" y="2964190"/>
            <a:ext cx="393033" cy="184484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897482" y="2964190"/>
            <a:ext cx="393033" cy="184484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792542" y="2964190"/>
            <a:ext cx="393033" cy="184484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aque 9"/>
          <p:cNvSpPr/>
          <p:nvPr/>
        </p:nvSpPr>
        <p:spPr>
          <a:xfrm>
            <a:off x="8693480" y="2912053"/>
            <a:ext cx="296779" cy="288758"/>
          </a:xfrm>
          <a:prstGeom prst="plaqu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173" y="1537704"/>
            <a:ext cx="2301368" cy="300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31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– Tasks – Phase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399" y="1061267"/>
            <a:ext cx="8911389" cy="3171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Amend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vendor contracts to include protocol for sending in recall/correction notices to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productrecalls@mountsinai.org</a:t>
            </a:r>
            <a:endParaRPr lang="en-US" sz="11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vendor registration attestation acknowledging understanding the recall </a:t>
            </a:r>
            <a:r>
              <a:rPr lang="en-US" sz="11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protcol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to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vendor scorecard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corporate supply chain resource to act as Recall Officer/Manager and alternates as back up when Recall Officer is unavailable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Meghal</a:t>
            </a:r>
            <a:r>
              <a:rPr lang="en-US" sz="11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Tasha DeGeorge</a:t>
            </a:r>
            <a:r>
              <a:rPr lang="en-US" sz="11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Buylines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train all involved MSHS personnel on software and process to follow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Materials Directors at each site to act as liaisons and assist recall officer in communicating recalls to end users/departments and assisting with follow up to completion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Weekly/Monthly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reconciliation of outstanding recall responses by recall officer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Quarterly presentation of recall completion rate to Risk Management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Smart Match and Custom Recalls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recall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management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policy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Establish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recall response time standard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1 week?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clinical resource (e.g. Nurse Educator) to communicate correction notice information to clinical staff and ensure that any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training/in-servicing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Buyline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Distribution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0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MSHS Recall – Tasks – Phase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399" y="1061267"/>
            <a:ext cx="8911389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direction of the Recall Officer/Manager Materials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Directors to complete random audits of stockrooms where recalled items are stocked to ensure that all effect lots have been </a:t>
            </a: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removed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depository for completed recall/correction forms and associated documentation in the event that MD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Buyline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is down</a:t>
            </a:r>
            <a:r>
              <a:rPr lang="en-US" sz="1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6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 </a:t>
            </a:r>
            <a:r>
              <a:rPr lang="en-US" dirty="0" err="1" smtClean="0"/>
              <a:t>Buyline</a:t>
            </a:r>
            <a:r>
              <a:rPr lang="en-US" dirty="0" smtClean="0"/>
              <a:t> Recall – Reset Plan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FBD0B-D5BA-AC4A-B182-CCF391B5588A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917328"/>
              </p:ext>
            </p:extLst>
          </p:nvPr>
        </p:nvGraphicFramePr>
        <p:xfrm>
          <a:off x="457200" y="14938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057555"/>
      </p:ext>
    </p:extLst>
  </p:cSld>
  <p:clrMapOvr>
    <a:masterClrMapping/>
  </p:clrMapOvr>
</p:sld>
</file>

<file path=ppt/theme/theme1.xml><?xml version="1.0" encoding="utf-8"?>
<a:theme xmlns:a="http://schemas.openxmlformats.org/drawingml/2006/main" name="MountSinai">
  <a:themeElements>
    <a:clrScheme name="Mt Sinai">
      <a:dk1>
        <a:srgbClr val="000000"/>
      </a:dk1>
      <a:lt1>
        <a:srgbClr val="FFFFFF"/>
      </a:lt1>
      <a:dk2>
        <a:srgbClr val="221F72"/>
      </a:dk2>
      <a:lt2>
        <a:srgbClr val="FFFFFF"/>
      </a:lt2>
      <a:accent1>
        <a:srgbClr val="00AEEF"/>
      </a:accent1>
      <a:accent2>
        <a:srgbClr val="D80B8C"/>
      </a:accent2>
      <a:accent3>
        <a:srgbClr val="221F72"/>
      </a:accent3>
      <a:accent4>
        <a:srgbClr val="B2B3B2"/>
      </a:accent4>
      <a:accent5>
        <a:srgbClr val="DDDEDD"/>
      </a:accent5>
      <a:accent6>
        <a:srgbClr val="00B9F2"/>
      </a:accent6>
      <a:hlink>
        <a:srgbClr val="767776"/>
      </a:hlink>
      <a:folHlink>
        <a:srgbClr val="777877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MountSinai.thmx</Template>
  <TotalTime>2057</TotalTime>
  <Words>363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Lucida Grande</vt:lpstr>
      <vt:lpstr>Symbol</vt:lpstr>
      <vt:lpstr>Times New Roman</vt:lpstr>
      <vt:lpstr>MountSinai</vt:lpstr>
      <vt:lpstr>Mount Sinai Supply Chain Management</vt:lpstr>
      <vt:lpstr>MD Buyline Recall Oversight</vt:lpstr>
      <vt:lpstr>MD Buyline Custom Recall Workflow – Corporate Level</vt:lpstr>
      <vt:lpstr>MD Buyline Recall Workflow – Facility Level</vt:lpstr>
      <vt:lpstr>MSHS Recall Policy - pg. 1 &amp; 2</vt:lpstr>
      <vt:lpstr>MSHS Recall Policy - pg. 3 &amp; 4</vt:lpstr>
      <vt:lpstr>MSHS Recall Training - pgs. 1 to 5</vt:lpstr>
      <vt:lpstr>MSHS Recall Training - pgs. 6 to 8</vt:lpstr>
      <vt:lpstr>MSHS Recall – Tasks – Phase 1</vt:lpstr>
      <vt:lpstr>MSHS Recall – Tasks – Phase 2</vt:lpstr>
      <vt:lpstr>MD Buyline Recall – Reset Plan</vt:lpstr>
    </vt:vector>
  </TitlesOfParts>
  <Company>Infinia Group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Times New Roman Bold 45/48 points</dc:title>
  <dc:creator>Ilgin Sezer</dc:creator>
  <cp:lastModifiedBy>Sagliocca, Franco</cp:lastModifiedBy>
  <cp:revision>113</cp:revision>
  <dcterms:created xsi:type="dcterms:W3CDTF">2012-12-06T21:23:44Z</dcterms:created>
  <dcterms:modified xsi:type="dcterms:W3CDTF">2023-12-29T21:16:55Z</dcterms:modified>
</cp:coreProperties>
</file>