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78" r:id="rId2"/>
  </p:sldMasterIdLst>
  <p:notesMasterIdLst>
    <p:notesMasterId r:id="rId36"/>
  </p:notesMasterIdLst>
  <p:sldIdLst>
    <p:sldId id="256" r:id="rId3"/>
    <p:sldId id="257" r:id="rId4"/>
    <p:sldId id="258" r:id="rId5"/>
    <p:sldId id="259" r:id="rId6"/>
    <p:sldId id="260" r:id="rId7"/>
    <p:sldId id="261" r:id="rId8"/>
    <p:sldId id="13011" r:id="rId9"/>
    <p:sldId id="279" r:id="rId10"/>
    <p:sldId id="263" r:id="rId11"/>
    <p:sldId id="13004"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13005" r:id="rId28"/>
    <p:sldId id="13006" r:id="rId29"/>
    <p:sldId id="13007" r:id="rId30"/>
    <p:sldId id="13008" r:id="rId31"/>
    <p:sldId id="13009" r:id="rId32"/>
    <p:sldId id="13010" r:id="rId33"/>
    <p:sldId id="2147376158" r:id="rId34"/>
    <p:sldId id="289" r:id="rId35"/>
  </p:sldIdLst>
  <p:sldSz cx="9144000" cy="5143500" type="screen16x9"/>
  <p:notesSz cx="6858000" cy="9144000"/>
  <p:embeddedFontLst>
    <p:embeddedFont>
      <p:font typeface="Lato" panose="020F0502020204030203" pitchFamily="34" charset="0"/>
      <p:regular r:id="rId37"/>
      <p:bold r:id="rId38"/>
      <p:italic r:id="rId39"/>
      <p:boldItalic r:id="rId40"/>
    </p:embeddedFont>
    <p:embeddedFont>
      <p:font typeface="Quattrocento Sans" panose="020B0502050000020003" pitchFamily="34" charset="0"/>
      <p:regular r:id="rId41"/>
      <p:bold r:id="rId42"/>
      <p:italic r:id="rId43"/>
      <p:boldItalic r:id="rId44"/>
    </p:embeddedFont>
    <p:embeddedFont>
      <p:font typeface="Roboto" panose="02000000000000000000" pitchFamily="2" charset="0"/>
      <p:regular r:id="rId45"/>
      <p:bold r:id="rId46"/>
      <p:italic r:id="rId47"/>
      <p:boldItalic r:id="rId48"/>
    </p:embeddedFont>
    <p:embeddedFont>
      <p:font typeface="Roboto Medium" panose="02000000000000000000" pitchFamily="2" charset="0"/>
      <p:regular r:id="rId49"/>
      <p:bold r:id="rId50"/>
      <p:italic r:id="rId51"/>
      <p:boldItalic r:id="rId52"/>
    </p:embeddedFont>
    <p:embeddedFont>
      <p:font typeface="Roboto Thin" panose="02000000000000000000" pitchFamily="2"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7" roundtripDataSignature="AMtx7mgqpyQnlJyeSv+PORFJ5YuciUGmy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8D0F16-12C9-4366-920E-C24F37EE5CB3}">
  <a:tblStyle styleId="{088D0F16-12C9-4366-920E-C24F37EE5CB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43D95E27-4F1A-4FA0-9A2C-323CD723D678}"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AE8"/>
          </a:solidFill>
        </a:fill>
      </a:tcStyle>
    </a:wholeTbl>
    <a:band1H>
      <a:tcTxStyle b="off" i="off"/>
      <a:tcStyle>
        <a:tcBdr/>
        <a:fill>
          <a:solidFill>
            <a:srgbClr val="CAD1CD"/>
          </a:solidFill>
        </a:fill>
      </a:tcStyle>
    </a:band1H>
    <a:band2H>
      <a:tcTxStyle b="off" i="off"/>
      <a:tcStyle>
        <a:tcBdr/>
      </a:tcStyle>
    </a:band2H>
    <a:band1V>
      <a:tcTxStyle b="off" i="off"/>
      <a:tcStyle>
        <a:tcBdr/>
        <a:fill>
          <a:solidFill>
            <a:srgbClr val="CAD1CD"/>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9099" autoAdjust="0"/>
  </p:normalViewPr>
  <p:slideViewPr>
    <p:cSldViewPr snapToGrid="0">
      <p:cViewPr varScale="1">
        <p:scale>
          <a:sx n="130" d="100"/>
          <a:sy n="130" d="100"/>
        </p:scale>
        <p:origin x="126" y="4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font" Target="fonts/font19.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font" Target="fonts/font20.fntdata"/><Relationship Id="rId8" Type="http://schemas.openxmlformats.org/officeDocument/2006/relationships/slide" Target="slides/slide6.xml"/><Relationship Id="rId51" Type="http://schemas.openxmlformats.org/officeDocument/2006/relationships/font" Target="fonts/font1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46" Type="http://schemas.openxmlformats.org/officeDocument/2006/relationships/font" Target="fonts/font10.fntdata"/><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font" Target="fonts/font5.fntdata"/><Relationship Id="rId54"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49" Type="http://schemas.openxmlformats.org/officeDocument/2006/relationships/font" Target="fonts/font13.fntdata"/><Relationship Id="rId57" Type="http://customschemas.google.com/relationships/presentationmetadata" Target="meta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8.fntdata"/><Relationship Id="rId52" Type="http://schemas.openxmlformats.org/officeDocument/2006/relationships/font" Target="fonts/font16.fntdata"/><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545" name="Google Shape;54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900"/>
              <a:buFont typeface="Calibri"/>
              <a:buNone/>
            </a:pPr>
            <a:endParaRPr/>
          </a:p>
        </p:txBody>
      </p:sp>
      <p:sp>
        <p:nvSpPr>
          <p:cNvPr id="552" name="Google Shape;55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8" name="Google Shape;558;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chemeClr val="dk1"/>
              </a:buClr>
              <a:buSzPts val="1400"/>
              <a:buFont typeface="Calibri"/>
              <a:buNone/>
            </a:pPr>
            <a:r>
              <a:rPr lang="en-US"/>
              <a:t>Add number of B2B transactions!</a:t>
            </a:r>
            <a:endParaRPr/>
          </a:p>
        </p:txBody>
      </p:sp>
      <p:sp>
        <p:nvSpPr>
          <p:cNvPr id="559" name="Google Shape;559;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6" name="Google Shape;65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57" name="Google Shape;65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7" name="Google Shape;75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marR="0" lvl="0" indent="0" algn="l" rtl="0">
              <a:lnSpc>
                <a:spcPct val="100000"/>
              </a:lnSpc>
              <a:spcBef>
                <a:spcPts val="0"/>
              </a:spcBef>
              <a:spcAft>
                <a:spcPts val="0"/>
              </a:spcAft>
              <a:buClr>
                <a:schemeClr val="dk1"/>
              </a:buClr>
              <a:buSzPts val="1400"/>
              <a:buFont typeface="Arial" panose="020B0604020202020204" pitchFamily="34" charset="0"/>
              <a:buNone/>
            </a:pPr>
            <a:endParaRPr lang="en-US" dirty="0"/>
          </a:p>
          <a:p>
            <a:pPr marL="228600" marR="0" lvl="0" indent="0" algn="l" rtl="0">
              <a:lnSpc>
                <a:spcPct val="100000"/>
              </a:lnSpc>
              <a:spcBef>
                <a:spcPts val="0"/>
              </a:spcBef>
              <a:spcAft>
                <a:spcPts val="0"/>
              </a:spcAft>
              <a:buClr>
                <a:schemeClr val="dk1"/>
              </a:buClr>
              <a:buSzPts val="1400"/>
              <a:buFont typeface="Arial" panose="020B0604020202020204" pitchFamily="34" charset="0"/>
              <a:buNone/>
            </a:pPr>
            <a:r>
              <a:rPr lang="en-US" dirty="0"/>
              <a:t>Anecdote: </a:t>
            </a:r>
          </a:p>
          <a:p>
            <a:pPr marL="457200" marR="0" lvl="0" indent="-228600" algn="l" defTabSz="914400" rtl="0" eaLnBrk="1" fontAlgn="auto" latinLnBrk="0" hangingPunct="1">
              <a:lnSpc>
                <a:spcPct val="100000"/>
              </a:lnSpc>
              <a:spcBef>
                <a:spcPts val="0"/>
              </a:spcBef>
              <a:spcAft>
                <a:spcPts val="0"/>
              </a:spcAft>
              <a:buClr>
                <a:schemeClr val="dk1"/>
              </a:buClr>
              <a:buSzPts val="1400"/>
              <a:buFont typeface="Arial" panose="020B0604020202020204" pitchFamily="34" charset="0"/>
              <a:buChar char="•"/>
              <a:tabLst/>
              <a:defRPr/>
            </a:pPr>
            <a:r>
              <a:rPr lang="en-US" dirty="0"/>
              <a:t>A cross-industry, cross functional team of industry leaders from each segment of the US. Supply chain collaborated for six months in 2019 under the FDA Pilot Project Program to study analyze and prepare recommendations on how to improve the drug recalls process for all stakeholders.</a:t>
            </a:r>
          </a:p>
        </p:txBody>
      </p:sp>
      <p:sp>
        <p:nvSpPr>
          <p:cNvPr id="758" name="Google Shape;75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787" name="Google Shape;787;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400"/>
              <a:buFont typeface="Calibri"/>
              <a:buNone/>
              <a:tabLst/>
              <a:defRPr/>
            </a:pPr>
            <a:r>
              <a:rPr lang="en-US" sz="1200" dirty="0">
                <a:solidFill>
                  <a:srgbClr val="FFFF00"/>
                </a:solidFill>
                <a:latin typeface="Arial"/>
                <a:ea typeface="Arial"/>
                <a:cs typeface="Arial"/>
                <a:sym typeface="Arial"/>
              </a:rPr>
              <a:t>Challenge: Recalls are time consuming for pharmacy staff and threaten patient safety</a:t>
            </a:r>
            <a:endParaRPr lang="en-US" sz="1200" b="1" dirty="0">
              <a:solidFill>
                <a:srgbClr val="E6E51E"/>
              </a:solidFill>
              <a:latin typeface="Arial"/>
              <a:ea typeface="Arial"/>
              <a:cs typeface="Arial"/>
              <a:sym typeface="Arial"/>
            </a:endParaRPr>
          </a:p>
          <a:p>
            <a:pPr marL="0" lvl="0" indent="0" algn="l" rtl="0">
              <a:lnSpc>
                <a:spcPct val="100000"/>
              </a:lnSpc>
              <a:spcBef>
                <a:spcPts val="0"/>
              </a:spcBef>
              <a:spcAft>
                <a:spcPts val="0"/>
              </a:spcAft>
              <a:buClr>
                <a:schemeClr val="dk1"/>
              </a:buClr>
              <a:buSzPts val="1400"/>
              <a:buFont typeface="Calibri"/>
              <a:buNone/>
            </a:pPr>
            <a:endParaRPr lang="en-US" dirty="0"/>
          </a:p>
          <a:p>
            <a:pPr marL="0" marR="0" lvl="0" indent="0" algn="l" defTabSz="914400" rtl="0" eaLnBrk="1" fontAlgn="auto" latinLnBrk="0" hangingPunct="1">
              <a:lnSpc>
                <a:spcPct val="100000"/>
              </a:lnSpc>
              <a:spcBef>
                <a:spcPts val="0"/>
              </a:spcBef>
              <a:spcAft>
                <a:spcPts val="0"/>
              </a:spcAft>
              <a:buClr>
                <a:schemeClr val="dk1"/>
              </a:buClr>
              <a:buSzPts val="1400"/>
              <a:buFont typeface="Calibri"/>
              <a:buNone/>
              <a:tabLst/>
              <a:defRPr/>
            </a:pPr>
            <a:r>
              <a:rPr lang="en-US" sz="900" b="1" dirty="0">
                <a:solidFill>
                  <a:srgbClr val="FFFF00"/>
                </a:solidFill>
                <a:latin typeface="Arial"/>
                <a:ea typeface="Arial"/>
                <a:cs typeface="Arial"/>
                <a:sym typeface="Arial"/>
              </a:rPr>
              <a:t>Note: </a:t>
            </a:r>
            <a:r>
              <a:rPr lang="en-US" dirty="0"/>
              <a:t>A cross-industry, cross functional team of industry leaders from each segment of the US. Supply chain collaborated for six months in 2019 under the FDA Pilot Project Program to study analyze and prepare recommendations on how to improve the drug recalls process for all stakeholders.</a:t>
            </a:r>
          </a:p>
          <a:p>
            <a:pPr marL="0" lvl="0" indent="0" algn="l" rtl="0">
              <a:lnSpc>
                <a:spcPct val="100000"/>
              </a:lnSpc>
              <a:spcBef>
                <a:spcPts val="0"/>
              </a:spcBef>
              <a:spcAft>
                <a:spcPts val="0"/>
              </a:spcAft>
              <a:buClr>
                <a:schemeClr val="dk1"/>
              </a:buClr>
              <a:buSzPts val="1400"/>
              <a:buFont typeface="Calibri"/>
              <a:buNone/>
            </a:pPr>
            <a:endParaRPr dirty="0"/>
          </a:p>
        </p:txBody>
      </p:sp>
      <p:sp>
        <p:nvSpPr>
          <p:cNvPr id="893" name="Google Shape;89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900"/>
              <a:buFont typeface="Calibri"/>
              <a:buNone/>
              <a:tabLst/>
              <a:defRPr/>
            </a:pPr>
            <a:r>
              <a:rPr lang="en-US" sz="900" b="0" i="0" u="none" strike="noStrike" cap="none" dirty="0">
                <a:solidFill>
                  <a:schemeClr val="lt1"/>
                </a:solidFill>
                <a:latin typeface="Arial"/>
                <a:ea typeface="Arial"/>
                <a:cs typeface="Arial"/>
                <a:sym typeface="Arial"/>
              </a:rPr>
              <a:t>TraceLink sources recalls, safety alerts, and market withdrawal notices from the FDA to receive automatic updates</a:t>
            </a:r>
            <a:r>
              <a:rPr lang="en-US" sz="900" b="0" i="0" u="none" strike="noStrike" cap="none" dirty="0">
                <a:solidFill>
                  <a:schemeClr val="lt1"/>
                </a:solidFill>
                <a:latin typeface="Arial"/>
                <a:ea typeface="Arial"/>
                <a:cs typeface="Arial"/>
                <a:sym typeface="Arial"/>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t>
            </a:r>
          </a:p>
          <a:p>
            <a:pPr marL="0" lvl="0" indent="0" algn="l" rtl="0">
              <a:lnSpc>
                <a:spcPct val="100000"/>
              </a:lnSpc>
              <a:spcBef>
                <a:spcPts val="0"/>
              </a:spcBef>
              <a:spcAft>
                <a:spcPts val="0"/>
              </a:spcAft>
              <a:buClr>
                <a:schemeClr val="dk1"/>
              </a:buClr>
              <a:buSzPts val="900"/>
              <a:buFont typeface="Calibri"/>
              <a:buNone/>
            </a:pPr>
            <a:endParaRPr lang="en-US" dirty="0"/>
          </a:p>
          <a:p>
            <a:pPr marL="0" lvl="0" indent="0" algn="l" rtl="0">
              <a:lnSpc>
                <a:spcPct val="100000"/>
              </a:lnSpc>
              <a:spcBef>
                <a:spcPts val="0"/>
              </a:spcBef>
              <a:spcAft>
                <a:spcPts val="0"/>
              </a:spcAft>
              <a:buClr>
                <a:schemeClr val="dk1"/>
              </a:buClr>
              <a:buSzPts val="900"/>
              <a:buFont typeface="Calibri"/>
              <a:buNone/>
            </a:pPr>
            <a:r>
              <a:rPr lang="en-US" dirty="0"/>
              <a:t>Recalls sourced from FDA Safety Alerts and FDA Enforcement Reports and digitized/published into PIM w/ approval step; </a:t>
            </a:r>
          </a:p>
          <a:p>
            <a:pPr marL="0" lvl="0" indent="0" algn="l" rtl="0">
              <a:lnSpc>
                <a:spcPct val="100000"/>
              </a:lnSpc>
              <a:spcBef>
                <a:spcPts val="0"/>
              </a:spcBef>
              <a:spcAft>
                <a:spcPts val="0"/>
              </a:spcAft>
              <a:buClr>
                <a:schemeClr val="dk1"/>
              </a:buClr>
              <a:buSzPts val="900"/>
              <a:buFont typeface="Calibri"/>
              <a:buNone/>
            </a:pPr>
            <a:r>
              <a:rPr lang="en-US" dirty="0"/>
              <a:t>Publish-Subscribe model </a:t>
            </a:r>
          </a:p>
          <a:p>
            <a:pPr marL="0" lvl="0" indent="0" algn="l" rtl="0">
              <a:lnSpc>
                <a:spcPct val="100000"/>
              </a:lnSpc>
              <a:spcBef>
                <a:spcPts val="0"/>
              </a:spcBef>
              <a:spcAft>
                <a:spcPts val="0"/>
              </a:spcAft>
              <a:buClr>
                <a:schemeClr val="dk1"/>
              </a:buClr>
              <a:buSzPts val="900"/>
              <a:buFont typeface="Calibri"/>
              <a:buNone/>
            </a:pPr>
            <a:r>
              <a:rPr lang="en-US" dirty="0"/>
              <a:t>-&gt;PIM–&gt;PIE–&gt;SCWM/APT </a:t>
            </a:r>
          </a:p>
          <a:p>
            <a:pPr marL="0" lvl="0" indent="0" algn="l" rtl="0">
              <a:lnSpc>
                <a:spcPct val="100000"/>
              </a:lnSpc>
              <a:spcBef>
                <a:spcPts val="0"/>
              </a:spcBef>
              <a:spcAft>
                <a:spcPts val="0"/>
              </a:spcAft>
              <a:buClr>
                <a:schemeClr val="dk1"/>
              </a:buClr>
              <a:buSzPts val="900"/>
              <a:buFont typeface="Calibri"/>
              <a:buNone/>
            </a:pPr>
            <a:r>
              <a:rPr lang="en-US" dirty="0"/>
              <a:t>    PIM&lt;-PIE&lt;-SCWM/APT</a:t>
            </a:r>
          </a:p>
          <a:p>
            <a:pPr marL="0" lvl="0" indent="0" algn="l" rtl="0">
              <a:lnSpc>
                <a:spcPct val="100000"/>
              </a:lnSpc>
              <a:spcBef>
                <a:spcPts val="0"/>
              </a:spcBef>
              <a:spcAft>
                <a:spcPts val="0"/>
              </a:spcAft>
              <a:buClr>
                <a:schemeClr val="dk1"/>
              </a:buClr>
              <a:buSzPts val="900"/>
              <a:buFont typeface="Calibri"/>
              <a:buNone/>
            </a:pPr>
            <a:r>
              <a:rPr lang="en-US" dirty="0"/>
              <a:t>TL customers need PIE, SCWM/APT App and Company Master Data (TL will create location-level links then will assign users to location(s)</a:t>
            </a:r>
          </a:p>
          <a:p>
            <a:pPr marL="0" lvl="0" indent="0" algn="l" rtl="0">
              <a:lnSpc>
                <a:spcPct val="100000"/>
              </a:lnSpc>
              <a:spcBef>
                <a:spcPts val="0"/>
              </a:spcBef>
              <a:spcAft>
                <a:spcPts val="0"/>
              </a:spcAft>
              <a:buClr>
                <a:schemeClr val="dk1"/>
              </a:buClr>
              <a:buSzPts val="900"/>
              <a:buFont typeface="Calibri"/>
              <a:buNone/>
            </a:pPr>
            <a:r>
              <a:rPr lang="en-US" dirty="0"/>
              <a:t>TL customers ‘subscribe’ to recalls (Device, Drug, Biologics, Vet)</a:t>
            </a:r>
          </a:p>
          <a:p>
            <a:pPr marL="0" lvl="0" indent="0" algn="l" rtl="0">
              <a:lnSpc>
                <a:spcPct val="100000"/>
              </a:lnSpc>
              <a:spcBef>
                <a:spcPts val="0"/>
              </a:spcBef>
              <a:spcAft>
                <a:spcPts val="0"/>
              </a:spcAft>
              <a:buClr>
                <a:schemeClr val="dk1"/>
              </a:buClr>
              <a:buSzPts val="900"/>
              <a:buFont typeface="Calibri"/>
              <a:buNone/>
            </a:pPr>
            <a:endParaRPr lang="en-US" dirty="0"/>
          </a:p>
          <a:p>
            <a:pPr marL="0" lvl="0" indent="0" algn="l" rtl="0">
              <a:lnSpc>
                <a:spcPct val="100000"/>
              </a:lnSpc>
              <a:spcBef>
                <a:spcPts val="0"/>
              </a:spcBef>
              <a:spcAft>
                <a:spcPts val="0"/>
              </a:spcAft>
              <a:buClr>
                <a:schemeClr val="dk1"/>
              </a:buClr>
              <a:buSzPts val="900"/>
              <a:buFont typeface="Calibri"/>
              <a:buNone/>
            </a:pPr>
            <a:r>
              <a:rPr lang="en-US" dirty="0"/>
              <a:t>Application Opus Digital Recalls </a:t>
            </a:r>
          </a:p>
          <a:p>
            <a:pPr marL="0" lvl="0" indent="0" algn="l" rtl="0">
              <a:lnSpc>
                <a:spcPct val="100000"/>
              </a:lnSpc>
              <a:spcBef>
                <a:spcPts val="0"/>
              </a:spcBef>
              <a:spcAft>
                <a:spcPts val="0"/>
              </a:spcAft>
              <a:buClr>
                <a:schemeClr val="dk1"/>
              </a:buClr>
              <a:buSzPts val="900"/>
              <a:buFont typeface="Calibri"/>
              <a:buNone/>
            </a:pPr>
            <a:r>
              <a:rPr lang="en-US" dirty="0"/>
              <a:t>Additional application for Targeted Recalls (Opus US Compliance)</a:t>
            </a:r>
          </a:p>
          <a:p>
            <a:pPr marL="0" lvl="0" indent="0" algn="l" rtl="0">
              <a:lnSpc>
                <a:spcPct val="100000"/>
              </a:lnSpc>
              <a:spcBef>
                <a:spcPts val="0"/>
              </a:spcBef>
              <a:spcAft>
                <a:spcPts val="0"/>
              </a:spcAft>
              <a:buClr>
                <a:schemeClr val="dk1"/>
              </a:buClr>
              <a:buSzPts val="900"/>
              <a:buFont typeface="Calibri"/>
              <a:buNone/>
            </a:pPr>
            <a:r>
              <a:rPr lang="en-US" dirty="0"/>
              <a:t>Additional DR Manager will be the bridge between these two.</a:t>
            </a:r>
          </a:p>
        </p:txBody>
      </p:sp>
      <p:sp>
        <p:nvSpPr>
          <p:cNvPr id="838" name="Google Shape;83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Subscribers can use the new Recalls process to view the details of a recall issued by the FDA…. and submit an acknowledgment, record quantities, and provide completion responses for each of their locations in TraceLink. </a:t>
            </a:r>
          </a:p>
          <a:p>
            <a:endParaRPr lang="en-US" dirty="0"/>
          </a:p>
          <a:p>
            <a:r>
              <a:rPr lang="en-US" dirty="0"/>
              <a:t>publish-subscribe model</a:t>
            </a:r>
          </a:p>
          <a:p>
            <a:r>
              <a:rPr lang="en-US" dirty="0"/>
              <a:t>TL Workflow: </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Recalls sourced from FDA Safety Alerts and FDA Enforcement Reports and digitized/published into PIM w/ approval step; </a:t>
            </a:r>
          </a:p>
          <a:p>
            <a:r>
              <a:rPr lang="en-US" dirty="0"/>
              <a:t>Additional Recall sources are being explored. </a:t>
            </a:r>
          </a:p>
          <a:p>
            <a:r>
              <a:rPr lang="en-US" dirty="0"/>
              <a:t>TL manufacturers sourcing/entering recalls direct-on roadmap. </a:t>
            </a:r>
          </a:p>
          <a:p>
            <a:endParaRPr lang="en-US" dirty="0"/>
          </a:p>
          <a:p>
            <a:r>
              <a:rPr lang="en-US" dirty="0"/>
              <a:t>Then all relevant recall customer locations are alerted. In the future this will be based on a match with received compliance data from your suppliers that TraceLink receives and stores.</a:t>
            </a:r>
          </a:p>
          <a:p>
            <a:r>
              <a:rPr lang="en-US" dirty="0"/>
              <a:t>Once the recalls are assigned, they will appear on the dashboard for each location and its parent company</a:t>
            </a:r>
          </a:p>
          <a:p>
            <a:endParaRPr lang="en-US" dirty="0"/>
          </a:p>
          <a:p>
            <a:r>
              <a:rPr lang="en-US" dirty="0"/>
              <a:t>Customer Workflow: </a:t>
            </a:r>
          </a:p>
          <a:p>
            <a:r>
              <a:rPr lang="en-US" dirty="0"/>
              <a:t>Administrators/Recall Coordinators will have the ability to assign recalls, monitor recalls, send out reminder notifications and track the overall status of a recall for all their locations.</a:t>
            </a:r>
          </a:p>
          <a:p>
            <a:endParaRPr lang="en-US" dirty="0"/>
          </a:p>
          <a:p>
            <a:r>
              <a:rPr lang="en-US" dirty="0"/>
              <a:t>Customer location Onsite Responder workflow: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Customer receives alerts for their locations. Click on alert to open and review Recall details.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Opt</a:t>
            </a:r>
            <a:r>
              <a:rPr lang="en-US" dirty="0"/>
              <a:t> out or Acknowledge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Ack, then gather: walk shelves/check inventory locations and pull product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Impacted?  Answer yes/no for impacted then if yes, enter quantity(</a:t>
            </a:r>
            <a:r>
              <a:rPr lang="en-US" dirty="0" err="1"/>
              <a:t>ies</a:t>
            </a:r>
            <a:r>
              <a:rPr lang="en-US" dirty="0"/>
              <a:t>) for each product in recall.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r>
              <a:rPr lang="en-US" dirty="0"/>
              <a:t>If so, the location can acknowledge the recall …</a:t>
            </a:r>
          </a:p>
          <a:p>
            <a:r>
              <a:rPr lang="en-US" dirty="0"/>
              <a:t>….or if they don’t buy that product, they can “opt out”  </a:t>
            </a:r>
          </a:p>
          <a:p>
            <a:r>
              <a:rPr lang="en-US" dirty="0"/>
              <a:t>….the dashboards will auto-update</a:t>
            </a:r>
          </a:p>
          <a:p>
            <a:r>
              <a:rPr lang="en-US" dirty="0"/>
              <a:t>Assuming it does have inventory, they can pull the product from the shelves/cabinets </a:t>
            </a:r>
          </a:p>
          <a:p>
            <a:r>
              <a:rPr lang="en-US" dirty="0"/>
              <a:t>….and record it in TraceLink.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Enabling each of your locations to opt out, or submit recall responses, allows them to quickly and effectively determine how a recall impacts them and communicate that impact to the rest of your team/organization. This reduces the time and effort required to respond to and manage recalls.</a:t>
            </a:r>
          </a:p>
          <a:p>
            <a:endParaRPr lang="en-US" dirty="0"/>
          </a:p>
          <a:p>
            <a:r>
              <a:rPr lang="en-US" dirty="0"/>
              <a:t>Of course, if there are any questions both the administrator and the sites can comment on each recall specific to that location.</a:t>
            </a:r>
          </a:p>
          <a:p>
            <a:r>
              <a:rPr lang="en-US" dirty="0"/>
              <a:t>Your company has the option so that once the inventory is pulled, the location can submit the response to the Administrator for final approval. </a:t>
            </a:r>
          </a:p>
          <a:p>
            <a:r>
              <a:rPr lang="en-US" dirty="0"/>
              <a:t>…either way, it updates the dashboard</a:t>
            </a:r>
          </a:p>
          <a:p>
            <a:endParaRPr lang="en-US" dirty="0"/>
          </a:p>
          <a:p>
            <a:r>
              <a:rPr lang="en-US" dirty="0"/>
              <a:t>Now let’s see that in action</a:t>
            </a:r>
          </a:p>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CEB93C44-0390-6E42-8441-5DA584B3C61E}" type="slidenum">
              <a:rPr kumimoji="0" lang="en-US"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10</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517246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00" name="Google Shape;900;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lang="en-US" dirty="0"/>
          </a:p>
          <a:p>
            <a:pPr marL="0" lvl="0" indent="0" algn="l" rtl="0">
              <a:lnSpc>
                <a:spcPct val="100000"/>
              </a:lnSpc>
              <a:spcBef>
                <a:spcPts val="0"/>
              </a:spcBef>
              <a:spcAft>
                <a:spcPts val="0"/>
              </a:spcAft>
              <a:buClr>
                <a:schemeClr val="dk1"/>
              </a:buClr>
              <a:buSzPts val="1400"/>
              <a:buFont typeface="Calibri"/>
              <a:buNone/>
            </a:pPr>
            <a:r>
              <a:rPr lang="en-US" dirty="0"/>
              <a:t>Future: Provide more accurate credits for returns</a:t>
            </a:r>
            <a:endParaRPr dirty="0"/>
          </a:p>
        </p:txBody>
      </p:sp>
      <p:sp>
        <p:nvSpPr>
          <p:cNvPr id="935" name="Google Shape;935;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900"/>
              <a:buFont typeface="Calibri"/>
              <a:buNone/>
            </a:pPr>
            <a:endParaRPr/>
          </a:p>
        </p:txBody>
      </p:sp>
      <p:sp>
        <p:nvSpPr>
          <p:cNvPr id="968" name="Google Shape;96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3" name="Google Shape;1013;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11480" lvl="0" indent="-198755" algn="l" rtl="0">
              <a:lnSpc>
                <a:spcPct val="93000"/>
              </a:lnSpc>
              <a:spcBef>
                <a:spcPts val="0"/>
              </a:spcBef>
              <a:spcAft>
                <a:spcPts val="0"/>
              </a:spcAft>
              <a:buClr>
                <a:schemeClr val="dk2"/>
              </a:buClr>
              <a:buSzPts val="2600"/>
              <a:buFont typeface="Calibri"/>
              <a:buNone/>
            </a:pPr>
            <a:endParaRPr sz="900">
              <a:solidFill>
                <a:schemeClr val="dk2"/>
              </a:solidFill>
            </a:endParaRPr>
          </a:p>
        </p:txBody>
      </p:sp>
      <p:sp>
        <p:nvSpPr>
          <p:cNvPr id="1014" name="Google Shape;1014;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p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900"/>
              <a:buFont typeface="Calibri"/>
              <a:buNone/>
            </a:pPr>
            <a:r>
              <a:rPr lang="en-US" sz="1800">
                <a:latin typeface="Quattrocento Sans"/>
                <a:ea typeface="Quattrocento Sans"/>
                <a:cs typeface="Quattrocento Sans"/>
                <a:sym typeface="Quattrocento Sans"/>
              </a:rPr>
              <a:t>Drive home that the admin person could be someone who is very senior and in high demand, short on time, could be a director-level, could be in IT.</a:t>
            </a:r>
            <a:endParaRPr/>
          </a:p>
          <a:p>
            <a:pPr marL="0" marR="0" lvl="0" indent="0" algn="l" rtl="0">
              <a:lnSpc>
                <a:spcPct val="100000"/>
              </a:lnSpc>
              <a:spcBef>
                <a:spcPts val="0"/>
              </a:spcBef>
              <a:spcAft>
                <a:spcPts val="0"/>
              </a:spcAft>
              <a:buClr>
                <a:schemeClr val="dk1"/>
              </a:buClr>
              <a:buSzPts val="900"/>
              <a:buFont typeface="Calibri"/>
              <a:buNone/>
            </a:pPr>
            <a:r>
              <a:rPr lang="en-US" sz="1800">
                <a:latin typeface="Quattrocento Sans"/>
                <a:ea typeface="Quattrocento Sans"/>
                <a:cs typeface="Quattrocento Sans"/>
                <a:sym typeface="Quattrocento Sans"/>
              </a:rPr>
              <a:t>When a recall hits, everything pauses so they can respond immediately. Drive home what functions they are dropping to respond to the recall. What important stuff were they doing before, that now is on the backburner.</a:t>
            </a:r>
            <a:endParaRPr sz="1800">
              <a:latin typeface="Arial"/>
              <a:ea typeface="Arial"/>
              <a:cs typeface="Arial"/>
              <a:sym typeface="Arial"/>
            </a:endParaRPr>
          </a:p>
        </p:txBody>
      </p:sp>
      <p:sp>
        <p:nvSpPr>
          <p:cNvPr id="1063" name="Google Shape;1063;p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2bfe78d61b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097" name="Google Shape;1097;g2bfe78d61b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27" name="Google Shape;112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900"/>
              <a:buFont typeface="Calibri"/>
              <a:buNone/>
            </a:pPr>
            <a:endParaRPr/>
          </a:p>
        </p:txBody>
      </p:sp>
      <p:sp>
        <p:nvSpPr>
          <p:cNvPr id="1148" name="Google Shape;114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g290a7fa45b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4" name="Google Shape;1154;g290a7fa45b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5" name="Google Shape;1155;g290a7fa45b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g290a7fa45b5_0_5:notes"/>
          <p:cNvSpPr>
            <a:spLocks noGrp="1" noRot="1" noChangeAspect="1"/>
          </p:cNvSpPr>
          <p:nvPr>
            <p:ph type="sldImg" idx="2"/>
          </p:nvPr>
        </p:nvSpPr>
        <p:spPr>
          <a:xfrm>
            <a:off x="441325" y="712788"/>
            <a:ext cx="6338888" cy="3565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0" name="Google Shape;1160;g290a7fa45b5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
        <p:nvSpPr>
          <p:cNvPr id="1161" name="Google Shape;1161;g290a7fa45b5_0_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fld id="{00000000-1234-1234-1234-123412341234}" type="slidenum">
              <a:rPr lang="en-US"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g290a7fa45b5_0_309:notes"/>
          <p:cNvSpPr>
            <a:spLocks noGrp="1" noRot="1" noChangeAspect="1"/>
          </p:cNvSpPr>
          <p:nvPr>
            <p:ph type="sldImg" idx="2"/>
          </p:nvPr>
        </p:nvSpPr>
        <p:spPr>
          <a:xfrm>
            <a:off x="441325" y="712788"/>
            <a:ext cx="6338888" cy="3565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7" name="Google Shape;1237;g290a7fa45b5_0_3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
        <p:nvSpPr>
          <p:cNvPr id="1238" name="Google Shape;1238;g290a7fa45b5_0_30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fld id="{00000000-1234-1234-1234-123412341234}" type="slidenum">
              <a:rPr lang="en-U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2"/>
        <p:cNvGrpSpPr/>
        <p:nvPr/>
      </p:nvGrpSpPr>
      <p:grpSpPr>
        <a:xfrm>
          <a:off x="0" y="0"/>
          <a:ext cx="0" cy="0"/>
          <a:chOff x="0" y="0"/>
          <a:chExt cx="0" cy="0"/>
        </a:xfrm>
      </p:grpSpPr>
      <p:sp>
        <p:nvSpPr>
          <p:cNvPr id="1313" name="Google Shape;1313;g28f097667f8_0_4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solidFill>
                  <a:srgbClr val="1D1C1D"/>
                </a:solidFill>
                <a:latin typeface="Lato"/>
                <a:ea typeface="Lato"/>
                <a:cs typeface="Lato"/>
                <a:sym typeface="Lato"/>
              </a:rPr>
              <a:t>A </a:t>
            </a:r>
            <a:r>
              <a:rPr lang="en-US" b="1" dirty="0">
                <a:solidFill>
                  <a:srgbClr val="1D1C1D"/>
                </a:solidFill>
                <a:latin typeface="Lato"/>
                <a:ea typeface="Lato"/>
                <a:cs typeface="Lato"/>
                <a:sym typeface="Lato"/>
              </a:rPr>
              <a:t>recall</a:t>
            </a:r>
            <a:r>
              <a:rPr lang="en-US" dirty="0">
                <a:solidFill>
                  <a:srgbClr val="1D1C1D"/>
                </a:solidFill>
                <a:latin typeface="Lato"/>
                <a:ea typeface="Lato"/>
                <a:cs typeface="Lato"/>
                <a:sym typeface="Lato"/>
              </a:rPr>
              <a:t> is an action taken by a manufacturer to remove a product from the market when it is found to be defective or potentially harmful. </a:t>
            </a:r>
            <a:endParaRPr dirty="0">
              <a:solidFill>
                <a:srgbClr val="1D1C1D"/>
              </a:solidFill>
              <a:latin typeface="Lato"/>
              <a:ea typeface="Lato"/>
              <a:cs typeface="Lato"/>
              <a:sym typeface="Lato"/>
            </a:endParaRPr>
          </a:p>
          <a:p>
            <a:pPr marL="0" lvl="0" indent="0" algn="l" rtl="0">
              <a:lnSpc>
                <a:spcPct val="100000"/>
              </a:lnSpc>
              <a:spcBef>
                <a:spcPts val="0"/>
              </a:spcBef>
              <a:spcAft>
                <a:spcPts val="0"/>
              </a:spcAft>
              <a:buSzPts val="1400"/>
              <a:buNone/>
            </a:pPr>
            <a:r>
              <a:rPr lang="en-US" dirty="0">
                <a:solidFill>
                  <a:srgbClr val="1D1C1D"/>
                </a:solidFill>
                <a:latin typeface="Lato"/>
                <a:ea typeface="Lato"/>
                <a:cs typeface="Lato"/>
                <a:sym typeface="Lato"/>
              </a:rPr>
              <a:t>A </a:t>
            </a:r>
            <a:r>
              <a:rPr lang="en-US" b="1" dirty="0">
                <a:solidFill>
                  <a:srgbClr val="1D1C1D"/>
                </a:solidFill>
                <a:latin typeface="Lato"/>
                <a:ea typeface="Lato"/>
                <a:cs typeface="Lato"/>
                <a:sym typeface="Lato"/>
              </a:rPr>
              <a:t>safety alert </a:t>
            </a:r>
            <a:r>
              <a:rPr lang="en-US" dirty="0">
                <a:solidFill>
                  <a:srgbClr val="1D1C1D"/>
                </a:solidFill>
                <a:latin typeface="Lato"/>
                <a:ea typeface="Lato"/>
                <a:cs typeface="Lato"/>
                <a:sym typeface="Lato"/>
              </a:rPr>
              <a:t>is promoted by the FDA on behalf of a manufacturer to provide information about a product that may pose a risk to public health.</a:t>
            </a:r>
            <a:endParaRPr dirty="0">
              <a:solidFill>
                <a:srgbClr val="1D1C1D"/>
              </a:solidFill>
              <a:latin typeface="Lato"/>
              <a:ea typeface="Lato"/>
              <a:cs typeface="Lato"/>
              <a:sym typeface="Lato"/>
            </a:endParaRPr>
          </a:p>
          <a:p>
            <a:pPr marL="0" lvl="0" indent="0" algn="l" rtl="0">
              <a:lnSpc>
                <a:spcPct val="100000"/>
              </a:lnSpc>
              <a:spcBef>
                <a:spcPts val="0"/>
              </a:spcBef>
              <a:spcAft>
                <a:spcPts val="0"/>
              </a:spcAft>
              <a:buSzPts val="1400"/>
              <a:buNone/>
            </a:pPr>
            <a:r>
              <a:rPr lang="en-US" dirty="0">
                <a:solidFill>
                  <a:srgbClr val="1D1C1D"/>
                </a:solidFill>
                <a:latin typeface="Lato"/>
                <a:ea typeface="Lato"/>
                <a:cs typeface="Lato"/>
                <a:sym typeface="Lato"/>
              </a:rPr>
              <a:t>A </a:t>
            </a:r>
            <a:r>
              <a:rPr lang="en-US" b="1" dirty="0">
                <a:solidFill>
                  <a:srgbClr val="1D1C1D"/>
                </a:solidFill>
                <a:latin typeface="Lato"/>
                <a:ea typeface="Lato"/>
                <a:cs typeface="Lato"/>
                <a:sym typeface="Lato"/>
              </a:rPr>
              <a:t>market withdrawal </a:t>
            </a:r>
            <a:r>
              <a:rPr lang="en-US" dirty="0">
                <a:solidFill>
                  <a:srgbClr val="1D1C1D"/>
                </a:solidFill>
                <a:latin typeface="Lato"/>
                <a:ea typeface="Lato"/>
                <a:cs typeface="Lato"/>
                <a:sym typeface="Lato"/>
              </a:rPr>
              <a:t>is a voluntary action taken by a manufacturer to remove a product from the market when there is a minor violation that would not be subject to FDA legal action. </a:t>
            </a:r>
            <a:endParaRPr dirty="0">
              <a:solidFill>
                <a:srgbClr val="1D1C1D"/>
              </a:solidFill>
              <a:latin typeface="Lato"/>
              <a:ea typeface="Lato"/>
              <a:cs typeface="Lato"/>
              <a:sym typeface="Lato"/>
            </a:endParaRPr>
          </a:p>
          <a:p>
            <a:pPr marL="0" lvl="0" indent="0" algn="l" rtl="0">
              <a:lnSpc>
                <a:spcPct val="100000"/>
              </a:lnSpc>
              <a:spcBef>
                <a:spcPts val="0"/>
              </a:spcBef>
              <a:spcAft>
                <a:spcPts val="0"/>
              </a:spcAft>
              <a:buSzPts val="1400"/>
              <a:buNone/>
            </a:pPr>
            <a:endParaRPr dirty="0">
              <a:solidFill>
                <a:srgbClr val="1D1C1D"/>
              </a:solidFill>
              <a:latin typeface="Lato"/>
              <a:ea typeface="Lato"/>
              <a:cs typeface="Lato"/>
              <a:sym typeface="Lato"/>
            </a:endParaRPr>
          </a:p>
          <a:p>
            <a:pPr marL="0" lvl="0" indent="0" algn="l" rtl="0">
              <a:lnSpc>
                <a:spcPct val="100000"/>
              </a:lnSpc>
              <a:spcBef>
                <a:spcPts val="0"/>
              </a:spcBef>
              <a:spcAft>
                <a:spcPts val="0"/>
              </a:spcAft>
              <a:buClr>
                <a:schemeClr val="dk1"/>
              </a:buClr>
              <a:buSzPts val="1400"/>
              <a:buFont typeface="Arial"/>
              <a:buNone/>
            </a:pPr>
            <a:r>
              <a:rPr lang="en-US" dirty="0">
                <a:solidFill>
                  <a:srgbClr val="1D1C1D"/>
                </a:solidFill>
                <a:latin typeface="Lato"/>
                <a:ea typeface="Lato"/>
                <a:cs typeface="Lato"/>
                <a:sym typeface="Lato"/>
              </a:rPr>
              <a:t>TraceLink’s primary source of recalls is the FDA Enforcement Report, which publishes recalls that have been classified, or are awaiting classification, by the FDA. New recalls, and updates to existing recalls, are published every day.</a:t>
            </a:r>
          </a:p>
          <a:p>
            <a:pPr marL="0" lvl="0" indent="0" algn="l" rtl="0">
              <a:lnSpc>
                <a:spcPct val="100000"/>
              </a:lnSpc>
              <a:spcBef>
                <a:spcPts val="0"/>
              </a:spcBef>
              <a:spcAft>
                <a:spcPts val="0"/>
              </a:spcAft>
              <a:buClr>
                <a:schemeClr val="dk1"/>
              </a:buClr>
              <a:buSzPts val="1400"/>
              <a:buFont typeface="Arial"/>
              <a:buNone/>
            </a:pPr>
            <a:endParaRPr lang="en-US" dirty="0">
              <a:solidFill>
                <a:srgbClr val="1D1C1D"/>
              </a:solidFill>
              <a:latin typeface="Lato"/>
              <a:ea typeface="Lato"/>
              <a:cs typeface="Lato"/>
              <a:sym typeface="Lato"/>
            </a:endParaRPr>
          </a:p>
          <a:p>
            <a:pPr marL="0" lvl="0" indent="0" algn="l" rtl="0">
              <a:lnSpc>
                <a:spcPct val="100000"/>
              </a:lnSpc>
              <a:spcBef>
                <a:spcPts val="0"/>
              </a:spcBef>
              <a:spcAft>
                <a:spcPts val="0"/>
              </a:spcAft>
              <a:buClr>
                <a:schemeClr val="dk1"/>
              </a:buClr>
              <a:buSzPts val="900"/>
              <a:buFont typeface="Calibri"/>
              <a:buNone/>
            </a:pPr>
            <a:r>
              <a:rPr lang="en-US" dirty="0"/>
              <a:t>Recalls sourced from FDA Safety Alerts and FDA Enforcement Reports and digitized/published into PIM w/ approval step; </a:t>
            </a:r>
          </a:p>
          <a:p>
            <a:pPr marL="0" lvl="0" indent="0" algn="l" rtl="0">
              <a:lnSpc>
                <a:spcPct val="100000"/>
              </a:lnSpc>
              <a:spcBef>
                <a:spcPts val="0"/>
              </a:spcBef>
              <a:spcAft>
                <a:spcPts val="0"/>
              </a:spcAft>
              <a:buClr>
                <a:schemeClr val="dk1"/>
              </a:buClr>
              <a:buSzPts val="900"/>
              <a:buFont typeface="Calibri"/>
              <a:buNone/>
            </a:pPr>
            <a:r>
              <a:rPr lang="en-US" dirty="0"/>
              <a:t>Publish-Subscribe model </a:t>
            </a:r>
          </a:p>
          <a:p>
            <a:pPr marL="0" lvl="0" indent="0" algn="l" rtl="0">
              <a:lnSpc>
                <a:spcPct val="100000"/>
              </a:lnSpc>
              <a:spcBef>
                <a:spcPts val="0"/>
              </a:spcBef>
              <a:spcAft>
                <a:spcPts val="0"/>
              </a:spcAft>
              <a:buClr>
                <a:schemeClr val="dk1"/>
              </a:buClr>
              <a:buSzPts val="1400"/>
              <a:buFont typeface="Arial"/>
              <a:buNone/>
            </a:pPr>
            <a:endParaRPr lang="en-US" dirty="0">
              <a:solidFill>
                <a:srgbClr val="1D1C1D"/>
              </a:solidFill>
              <a:latin typeface="Lato"/>
              <a:ea typeface="Lato"/>
              <a:cs typeface="Lato"/>
              <a:sym typeface="Lato"/>
            </a:endParaRPr>
          </a:p>
        </p:txBody>
      </p:sp>
      <p:sp>
        <p:nvSpPr>
          <p:cNvPr id="1314" name="Google Shape;1314;g28f097667f8_0_4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6"/>
        <p:cNvGrpSpPr/>
        <p:nvPr/>
      </p:nvGrpSpPr>
      <p:grpSpPr>
        <a:xfrm>
          <a:off x="0" y="0"/>
          <a:ext cx="0" cy="0"/>
          <a:chOff x="0" y="0"/>
          <a:chExt cx="0" cy="0"/>
        </a:xfrm>
      </p:grpSpPr>
      <p:sp>
        <p:nvSpPr>
          <p:cNvPr id="1327" name="Google Shape;1327;g28f097667f8_0_870:notes"/>
          <p:cNvSpPr>
            <a:spLocks noGrp="1" noRot="1" noChangeAspect="1"/>
          </p:cNvSpPr>
          <p:nvPr>
            <p:ph type="sldImg" idx="2"/>
          </p:nvPr>
        </p:nvSpPr>
        <p:spPr>
          <a:xfrm>
            <a:off x="717550" y="1162050"/>
            <a:ext cx="5575200" cy="3136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8" name="Google Shape;1328;g28f097667f8_0_870:notes"/>
          <p:cNvSpPr txBox="1">
            <a:spLocks noGrp="1"/>
          </p:cNvSpPr>
          <p:nvPr>
            <p:ph type="body" idx="1"/>
          </p:nvPr>
        </p:nvSpPr>
        <p:spPr>
          <a:xfrm>
            <a:off x="701040" y="4473893"/>
            <a:ext cx="5608200" cy="3660600"/>
          </a:xfrm>
          <a:prstGeom prst="rect">
            <a:avLst/>
          </a:prstGeom>
          <a:noFill/>
          <a:ln>
            <a:noFill/>
          </a:ln>
        </p:spPr>
        <p:txBody>
          <a:bodyPr spcFirstLastPara="1" wrap="square" lIns="93150" tIns="46550" rIns="93150" bIns="46550" anchor="t" anchorCtr="0">
            <a:noAutofit/>
          </a:bodyPr>
          <a:lstStyle/>
          <a:p>
            <a:pPr marL="0" lvl="0" indent="0" algn="l" rtl="0">
              <a:spcBef>
                <a:spcPts val="0"/>
              </a:spcBef>
              <a:spcAft>
                <a:spcPts val="0"/>
              </a:spcAft>
              <a:buNone/>
            </a:pPr>
            <a:endParaRPr/>
          </a:p>
        </p:txBody>
      </p:sp>
      <p:sp>
        <p:nvSpPr>
          <p:cNvPr id="1329" name="Google Shape;1329;g28f097667f8_0_870:notes"/>
          <p:cNvSpPr txBox="1">
            <a:spLocks noGrp="1"/>
          </p:cNvSpPr>
          <p:nvPr>
            <p:ph type="sldNum" idx="12"/>
          </p:nvPr>
        </p:nvSpPr>
        <p:spPr>
          <a:xfrm>
            <a:off x="3970938" y="8829967"/>
            <a:ext cx="3037800" cy="466200"/>
          </a:xfrm>
          <a:prstGeom prst="rect">
            <a:avLst/>
          </a:prstGeom>
          <a:noFill/>
          <a:ln>
            <a:noFill/>
          </a:ln>
        </p:spPr>
        <p:txBody>
          <a:bodyPr spcFirstLastPara="1" wrap="square" lIns="93150" tIns="46550" rIns="93150" bIns="4655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7"/>
        <p:cNvGrpSpPr/>
        <p:nvPr/>
      </p:nvGrpSpPr>
      <p:grpSpPr>
        <a:xfrm>
          <a:off x="0" y="0"/>
          <a:ext cx="0" cy="0"/>
          <a:chOff x="0" y="0"/>
          <a:chExt cx="0" cy="0"/>
        </a:xfrm>
      </p:grpSpPr>
      <p:sp>
        <p:nvSpPr>
          <p:cNvPr id="1378" name="Google Shape;1378;g1f49ec288db_0_3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9" name="Google Shape;1379;g1f49ec288db_0_3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00"/>
              </a:spcBef>
              <a:spcAft>
                <a:spcPts val="0"/>
              </a:spcAft>
              <a:buClr>
                <a:schemeClr val="dk1"/>
              </a:buClr>
              <a:buSzPts val="1100"/>
              <a:buFont typeface="Arial"/>
              <a:buNone/>
            </a:pPr>
            <a:r>
              <a:rPr lang="en-US" sz="1800">
                <a:solidFill>
                  <a:srgbClr val="3F3F3F"/>
                </a:solidFill>
                <a:latin typeface="Arial"/>
                <a:ea typeface="Arial"/>
                <a:cs typeface="Arial"/>
                <a:sym typeface="Arial"/>
              </a:rPr>
              <a:t>In addition to providing a review of the 2023 requirements, other topics include:</a:t>
            </a:r>
            <a:endParaRPr sz="1800">
              <a:solidFill>
                <a:srgbClr val="3F3F3F"/>
              </a:solidFill>
              <a:latin typeface="Arial"/>
              <a:ea typeface="Arial"/>
              <a:cs typeface="Arial"/>
              <a:sym typeface="Arial"/>
            </a:endParaRPr>
          </a:p>
          <a:p>
            <a:pPr marL="457200" lvl="0" indent="-342900" algn="l" rtl="0">
              <a:lnSpc>
                <a:spcPct val="100000"/>
              </a:lnSpc>
              <a:spcBef>
                <a:spcPts val="600"/>
              </a:spcBef>
              <a:spcAft>
                <a:spcPts val="0"/>
              </a:spcAft>
              <a:buClr>
                <a:srgbClr val="3F3F3F"/>
              </a:buClr>
              <a:buSzPts val="1800"/>
              <a:buChar char="●"/>
            </a:pPr>
            <a:r>
              <a:rPr lang="en-US" sz="1800">
                <a:solidFill>
                  <a:srgbClr val="3F3F3F"/>
                </a:solidFill>
                <a:latin typeface="Arial"/>
                <a:ea typeface="Arial"/>
                <a:cs typeface="Arial"/>
                <a:sym typeface="Arial"/>
              </a:rPr>
              <a:t>A Review of TraceLink’s product roadmap ensuring readiness for 2023</a:t>
            </a:r>
            <a:endParaRPr sz="1800">
              <a:solidFill>
                <a:srgbClr val="3F3F3F"/>
              </a:solidFill>
              <a:latin typeface="Arial"/>
              <a:ea typeface="Arial"/>
              <a:cs typeface="Arial"/>
              <a:sym typeface="Arial"/>
            </a:endParaRPr>
          </a:p>
          <a:p>
            <a:pPr marL="457200" lvl="0" indent="-342900" algn="l" rtl="0">
              <a:lnSpc>
                <a:spcPct val="100000"/>
              </a:lnSpc>
              <a:spcBef>
                <a:spcPts val="0"/>
              </a:spcBef>
              <a:spcAft>
                <a:spcPts val="0"/>
              </a:spcAft>
              <a:buClr>
                <a:srgbClr val="3F3F3F"/>
              </a:buClr>
              <a:buSzPts val="1800"/>
              <a:buChar char="●"/>
            </a:pPr>
            <a:r>
              <a:rPr lang="en-US" sz="1800">
                <a:solidFill>
                  <a:srgbClr val="3F3F3F"/>
                </a:solidFill>
                <a:latin typeface="Arial"/>
                <a:ea typeface="Arial"/>
                <a:cs typeface="Arial"/>
                <a:sym typeface="Arial"/>
              </a:rPr>
              <a:t>Understanding from other members and from TraceLink’s experience various compliance strategies organizations can develop </a:t>
            </a:r>
            <a:endParaRPr sz="1800">
              <a:solidFill>
                <a:srgbClr val="3F3F3F"/>
              </a:solidFill>
              <a:latin typeface="Arial"/>
              <a:ea typeface="Arial"/>
              <a:cs typeface="Arial"/>
              <a:sym typeface="Arial"/>
            </a:endParaRPr>
          </a:p>
          <a:p>
            <a:pPr marL="457200" lvl="0" indent="-342900" algn="l" rtl="0">
              <a:lnSpc>
                <a:spcPct val="100000"/>
              </a:lnSpc>
              <a:spcBef>
                <a:spcPts val="0"/>
              </a:spcBef>
              <a:spcAft>
                <a:spcPts val="0"/>
              </a:spcAft>
              <a:buClr>
                <a:srgbClr val="3F3F3F"/>
              </a:buClr>
              <a:buSzPts val="1800"/>
              <a:buChar char="●"/>
            </a:pPr>
            <a:r>
              <a:rPr lang="en-US" sz="1800">
                <a:solidFill>
                  <a:srgbClr val="3F3F3F"/>
                </a:solidFill>
                <a:latin typeface="Arial"/>
                <a:ea typeface="Arial"/>
                <a:cs typeface="Arial"/>
                <a:sym typeface="Arial"/>
              </a:rPr>
              <a:t>Exception Management - what are the other dispensers doing?</a:t>
            </a:r>
            <a:endParaRPr sz="1800">
              <a:solidFill>
                <a:srgbClr val="3F3F3F"/>
              </a:solidFill>
              <a:latin typeface="Arial"/>
              <a:ea typeface="Arial"/>
              <a:cs typeface="Arial"/>
              <a:sym typeface="Arial"/>
            </a:endParaRPr>
          </a:p>
          <a:p>
            <a:pPr marL="457200" lvl="0" indent="-342900" algn="l" rtl="0">
              <a:lnSpc>
                <a:spcPct val="100000"/>
              </a:lnSpc>
              <a:spcBef>
                <a:spcPts val="0"/>
              </a:spcBef>
              <a:spcAft>
                <a:spcPts val="0"/>
              </a:spcAft>
              <a:buClr>
                <a:schemeClr val="lt1"/>
              </a:buClr>
              <a:buSzPts val="1800"/>
              <a:buChar char="●"/>
            </a:pPr>
            <a:r>
              <a:rPr lang="en-US" sz="1800">
                <a:solidFill>
                  <a:srgbClr val="3F3F3F"/>
                </a:solidFill>
                <a:latin typeface="Arial"/>
                <a:ea typeface="Arial"/>
                <a:cs typeface="Arial"/>
                <a:sym typeface="Arial"/>
              </a:rPr>
              <a:t>Managing Suspect &amp; Illegitimate Product Verification - what’</a:t>
            </a:r>
            <a:r>
              <a:rPr lang="en-US" sz="1800">
                <a:solidFill>
                  <a:schemeClr val="lt1"/>
                </a:solidFill>
                <a:latin typeface="Arial"/>
                <a:ea typeface="Arial"/>
                <a:cs typeface="Arial"/>
                <a:sym typeface="Arial"/>
              </a:rPr>
              <a:t>s c</a:t>
            </a:r>
            <a:endParaRPr/>
          </a:p>
        </p:txBody>
      </p:sp>
      <p:sp>
        <p:nvSpPr>
          <p:cNvPr id="1380" name="Google Shape;1380;g1f49ec288db_0_3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opus.tracelink.com</a:t>
            </a:r>
          </a:p>
          <a:p>
            <a:endParaRPr lang="en-US" dirty="0"/>
          </a:p>
          <a:p>
            <a:r>
              <a:rPr lang="en-US" dirty="0"/>
              <a:t>Recall Coord: scdemo+admincounty@tracelink.com   </a:t>
            </a:r>
            <a:r>
              <a:rPr lang="en-US" dirty="0" err="1"/>
              <a:t>pwd</a:t>
            </a:r>
            <a:r>
              <a:rPr lang="en-US" dirty="0"/>
              <a:t>/LastPass shared acct.</a:t>
            </a:r>
          </a:p>
          <a:p>
            <a:r>
              <a:rPr lang="en-US" dirty="0"/>
              <a:t>Onsite Responder: scdemo+recall@tracelink.com   </a:t>
            </a:r>
            <a:r>
              <a:rPr lang="en-US" dirty="0" err="1"/>
              <a:t>pwd</a:t>
            </a:r>
            <a:r>
              <a:rPr lang="en-US" dirty="0"/>
              <a:t>/LastPass shared acct.</a:t>
            </a:r>
          </a:p>
          <a:p>
            <a:r>
              <a:rPr lang="en-US" dirty="0"/>
              <a:t>Network: US </a:t>
            </a:r>
            <a:r>
              <a:rPr lang="en-US" dirty="0" err="1"/>
              <a:t>Distrib</a:t>
            </a:r>
            <a:endParaRPr lang="en-US" dirty="0"/>
          </a:p>
          <a:p>
            <a:r>
              <a:rPr lang="en-US" dirty="0"/>
              <a:t>Process: Recalls</a:t>
            </a:r>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70458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the functionality is managed directly by the Opus platform on which Digital Recalls is built. That includes elements around navigation, notifications and email alerts.</a:t>
            </a:r>
          </a:p>
          <a:p>
            <a:r>
              <a:rPr lang="en-US" dirty="0"/>
              <a:t>Your users will get email notifications on alerts such as when a new recall notice is published, when an existing recall is updated by FDA or the recalling company, if a response is overdue, perhaps if a teammate adds a comment to a recall. </a:t>
            </a:r>
          </a:p>
          <a:p>
            <a:endParaRPr lang="en-US" dirty="0"/>
          </a:p>
          <a:p>
            <a:r>
              <a:rPr lang="en-US" dirty="0"/>
              <a:t>features include </a:t>
            </a:r>
          </a:p>
          <a:p>
            <a:r>
              <a:rPr lang="en-US" dirty="0"/>
              <a:t>automatic in-app notifications and email reminders, </a:t>
            </a:r>
          </a:p>
          <a:p>
            <a:r>
              <a:rPr lang="en-US" dirty="0"/>
              <a:t>executive-level visibility to the status of recalls across the organization and the ability to </a:t>
            </a:r>
          </a:p>
          <a:p>
            <a:r>
              <a:rPr lang="en-US" dirty="0"/>
              <a:t>navigate into specific categories on the dashboard</a:t>
            </a:r>
          </a:p>
          <a:p>
            <a:endParaRPr lang="en-US" dirty="0"/>
          </a:p>
          <a:p>
            <a:r>
              <a:rPr lang="en-US" b="1" dirty="0"/>
              <a:t>Do you have a recall coordinator or persons who are in charge of coordinating the recalls process in your facilities? </a:t>
            </a:r>
          </a:p>
          <a:p>
            <a:r>
              <a:rPr lang="en-US" b="1" dirty="0"/>
              <a:t>What kind of visibility do you have today about recalls across locations?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479541-2726-48E0-A404-951420A23E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42523551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like, you can give users permissions to filter the dashboard by locations, this is important for companies that have floaters who are responsible for getting product from multiple locations. </a:t>
            </a:r>
          </a:p>
          <a:p>
            <a:endParaRPr lang="en-US" dirty="0"/>
          </a:p>
          <a:p>
            <a:r>
              <a:rPr lang="en-US" b="1" dirty="0"/>
              <a:t>Can you tell me about any floaters you may have? (how many? How are they assigned? How do they keep track and report back today?)</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479541-2726-48E0-A404-951420A23E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11057976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location will have the ability to acknowledge a recall, let you know if they found inventory and report back the quantity</a:t>
            </a:r>
          </a:p>
          <a:p>
            <a:endParaRPr lang="en-US" dirty="0"/>
          </a:p>
          <a:p>
            <a:r>
              <a:rPr lang="en-US" b="1" dirty="0"/>
              <a:t>Do you have staff (who?) who first look up buying data or in your inventory software to see if you have purchased this impacted NDC (or NDC and lots) – and then opt out of recall if you haven’t purchased this NDC (or lots)? Or do you go straight to walking the shelves? </a:t>
            </a:r>
          </a:p>
          <a:p>
            <a:endParaRPr lang="en-US" b="1" dirty="0"/>
          </a:p>
          <a:p>
            <a:r>
              <a:rPr lang="en-US" b="1" dirty="0"/>
              <a:t>Who is responsible, in the pharmacy, for walking the shelves and pulling product on your team? Pharmacists? Pharmacy Techs? Buyers? </a:t>
            </a:r>
          </a:p>
          <a:p>
            <a:r>
              <a:rPr lang="en-US" b="1" dirty="0"/>
              <a:t>Who is responsible in other areas, i.e., on the patient floors, dispensing cabinets, treatment rooms?</a:t>
            </a:r>
          </a:p>
          <a:p>
            <a:endParaRPr lang="en-US" b="1" dirty="0"/>
          </a:p>
          <a:p>
            <a:r>
              <a:rPr lang="en-US" b="1" dirty="0"/>
              <a:t>Walking the shelves outside of the pharmacy takes up the most time in the recalls process, so knowing who performs this task is important.</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479541-2726-48E0-A404-951420A23E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18150504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recall, you get a summary screen where you can send notifications to locations that are behind.</a:t>
            </a:r>
          </a:p>
          <a:p>
            <a:endParaRPr lang="en-US" dirty="0"/>
          </a:p>
          <a:p>
            <a:r>
              <a:rPr lang="en-US" b="1" dirty="0"/>
              <a:t>How do you check in with your locations about a specific recall today?</a:t>
            </a:r>
          </a:p>
          <a:p>
            <a:r>
              <a:rPr lang="en-US" b="1" dirty="0"/>
              <a:t>Do you have SLA’s in place for your recall process?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479541-2726-48E0-A404-951420A23E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6443420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0" dirty="0"/>
              <a:t>Recalls are in a searchable, easy to read, data-driven format.</a:t>
            </a:r>
          </a:p>
          <a:p>
            <a:endParaRPr lang="en-US" b="0"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58479541-2726-48E0-A404-951420A23EA8}" type="slidenum">
              <a:rPr kumimoji="0" lang="en-US"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31</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0432517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6873d14883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TL solution will prevent SOM Shipment of product marked as “Recalled”</a:t>
            </a:r>
            <a:endParaRPr dirty="0"/>
          </a:p>
        </p:txBody>
      </p:sp>
      <p:sp>
        <p:nvSpPr>
          <p:cNvPr id="820" name="Google Shape;820;g26873d14883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 Dark">
  <p:cSld name="1_Title Slide - Dark">
    <p:spTree>
      <p:nvGrpSpPr>
        <p:cNvPr id="1" name="Shape 18"/>
        <p:cNvGrpSpPr/>
        <p:nvPr/>
      </p:nvGrpSpPr>
      <p:grpSpPr>
        <a:xfrm>
          <a:off x="0" y="0"/>
          <a:ext cx="0" cy="0"/>
          <a:chOff x="0" y="0"/>
          <a:chExt cx="0" cy="0"/>
        </a:xfrm>
      </p:grpSpPr>
      <p:sp>
        <p:nvSpPr>
          <p:cNvPr id="19" name="Google Shape;19;p17"/>
          <p:cNvSpPr/>
          <p:nvPr/>
        </p:nvSpPr>
        <p:spPr>
          <a:xfrm>
            <a:off x="0" y="0"/>
            <a:ext cx="9144000" cy="5146646"/>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20" name="Google Shape;20;p17" descr="A picture containing text, clipart&#10;&#10;Description automatically generated"/>
          <p:cNvPicPr preferRelativeResize="0"/>
          <p:nvPr/>
        </p:nvPicPr>
        <p:blipFill rotWithShape="1">
          <a:blip r:embed="rId2">
            <a:alphaModFix/>
          </a:blip>
          <a:srcRect/>
          <a:stretch/>
        </p:blipFill>
        <p:spPr>
          <a:xfrm>
            <a:off x="5895330" y="637453"/>
            <a:ext cx="2052638" cy="552450"/>
          </a:xfrm>
          <a:prstGeom prst="rect">
            <a:avLst/>
          </a:prstGeom>
          <a:noFill/>
          <a:ln>
            <a:noFill/>
          </a:ln>
        </p:spPr>
      </p:pic>
      <p:sp>
        <p:nvSpPr>
          <p:cNvPr id="21" name="Google Shape;21;p17"/>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22" name="Google Shape;22;p17"/>
          <p:cNvSpPr txBox="1">
            <a:spLocks noGrp="1"/>
          </p:cNvSpPr>
          <p:nvPr>
            <p:ph type="body" idx="1"/>
          </p:nvPr>
        </p:nvSpPr>
        <p:spPr>
          <a:xfrm>
            <a:off x="317811" y="833778"/>
            <a:ext cx="4094506" cy="2271839"/>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750"/>
              </a:spcBef>
              <a:spcAft>
                <a:spcPts val="0"/>
              </a:spcAft>
              <a:buClr>
                <a:schemeClr val="lt1"/>
              </a:buClr>
              <a:buSzPts val="3000"/>
              <a:buNone/>
              <a:defRPr sz="3000" b="1">
                <a:solidFill>
                  <a:schemeClr val="lt1"/>
                </a:solidFill>
              </a:defRPr>
            </a:lvl1pPr>
            <a:lvl2pPr marL="914400" lvl="1" indent="-228600" algn="l">
              <a:lnSpc>
                <a:spcPct val="90000"/>
              </a:lnSpc>
              <a:spcBef>
                <a:spcPts val="375"/>
              </a:spcBef>
              <a:spcAft>
                <a:spcPts val="0"/>
              </a:spcAft>
              <a:buClr>
                <a:schemeClr val="lt1"/>
              </a:buClr>
              <a:buSzPts val="3000"/>
              <a:buNone/>
              <a:defRPr sz="3000" b="1">
                <a:solidFill>
                  <a:schemeClr val="lt1"/>
                </a:solidFill>
              </a:defRPr>
            </a:lvl2pPr>
            <a:lvl3pPr marL="1371600" lvl="2" indent="-228600" algn="l">
              <a:lnSpc>
                <a:spcPct val="90000"/>
              </a:lnSpc>
              <a:spcBef>
                <a:spcPts val="375"/>
              </a:spcBef>
              <a:spcAft>
                <a:spcPts val="0"/>
              </a:spcAft>
              <a:buClr>
                <a:schemeClr val="lt1"/>
              </a:buClr>
              <a:buSzPts val="3000"/>
              <a:buNone/>
              <a:defRPr sz="3000" b="1">
                <a:solidFill>
                  <a:schemeClr val="lt1"/>
                </a:solidFill>
              </a:defRPr>
            </a:lvl3pPr>
            <a:lvl4pPr marL="1828800" lvl="3" indent="-228600" algn="l">
              <a:lnSpc>
                <a:spcPct val="90000"/>
              </a:lnSpc>
              <a:spcBef>
                <a:spcPts val="375"/>
              </a:spcBef>
              <a:spcAft>
                <a:spcPts val="0"/>
              </a:spcAft>
              <a:buClr>
                <a:schemeClr val="lt1"/>
              </a:buClr>
              <a:buSzPts val="3000"/>
              <a:buNone/>
              <a:defRPr sz="3000" b="1">
                <a:solidFill>
                  <a:schemeClr val="lt1"/>
                </a:solidFill>
              </a:defRPr>
            </a:lvl4pPr>
            <a:lvl5pPr marL="2286000" lvl="4" indent="-228600" algn="l">
              <a:lnSpc>
                <a:spcPct val="90000"/>
              </a:lnSpc>
              <a:spcBef>
                <a:spcPts val="375"/>
              </a:spcBef>
              <a:spcAft>
                <a:spcPts val="0"/>
              </a:spcAft>
              <a:buClr>
                <a:schemeClr val="lt1"/>
              </a:buClr>
              <a:buSzPts val="3000"/>
              <a:buNone/>
              <a:defRPr sz="3000" b="1">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 name="Google Shape;23;p17"/>
          <p:cNvSpPr txBox="1">
            <a:spLocks noGrp="1"/>
          </p:cNvSpPr>
          <p:nvPr>
            <p:ph type="body" idx="2"/>
          </p:nvPr>
        </p:nvSpPr>
        <p:spPr>
          <a:xfrm>
            <a:off x="305490" y="3107761"/>
            <a:ext cx="4094506" cy="90307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accent4"/>
              </a:buClr>
              <a:buSzPts val="2100"/>
              <a:buNone/>
              <a:defRPr sz="2100" b="0">
                <a:solidFill>
                  <a:schemeClr val="accent4"/>
                </a:solidFill>
              </a:defRPr>
            </a:lvl1pPr>
            <a:lvl2pPr marL="914400" lvl="1" indent="-228600" algn="l">
              <a:lnSpc>
                <a:spcPct val="90000"/>
              </a:lnSpc>
              <a:spcBef>
                <a:spcPts val="375"/>
              </a:spcBef>
              <a:spcAft>
                <a:spcPts val="0"/>
              </a:spcAft>
              <a:buClr>
                <a:schemeClr val="lt1"/>
              </a:buClr>
              <a:buSzPts val="3000"/>
              <a:buNone/>
              <a:defRPr sz="3000" b="1">
                <a:solidFill>
                  <a:schemeClr val="lt1"/>
                </a:solidFill>
              </a:defRPr>
            </a:lvl2pPr>
            <a:lvl3pPr marL="1371600" lvl="2" indent="-228600" algn="l">
              <a:lnSpc>
                <a:spcPct val="90000"/>
              </a:lnSpc>
              <a:spcBef>
                <a:spcPts val="375"/>
              </a:spcBef>
              <a:spcAft>
                <a:spcPts val="0"/>
              </a:spcAft>
              <a:buClr>
                <a:schemeClr val="lt1"/>
              </a:buClr>
              <a:buSzPts val="3000"/>
              <a:buNone/>
              <a:defRPr sz="3000" b="1">
                <a:solidFill>
                  <a:schemeClr val="lt1"/>
                </a:solidFill>
              </a:defRPr>
            </a:lvl3pPr>
            <a:lvl4pPr marL="1828800" lvl="3" indent="-228600" algn="l">
              <a:lnSpc>
                <a:spcPct val="90000"/>
              </a:lnSpc>
              <a:spcBef>
                <a:spcPts val="375"/>
              </a:spcBef>
              <a:spcAft>
                <a:spcPts val="0"/>
              </a:spcAft>
              <a:buClr>
                <a:schemeClr val="lt1"/>
              </a:buClr>
              <a:buSzPts val="3000"/>
              <a:buNone/>
              <a:defRPr sz="3000" b="1">
                <a:solidFill>
                  <a:schemeClr val="lt1"/>
                </a:solidFill>
              </a:defRPr>
            </a:lvl4pPr>
            <a:lvl5pPr marL="2286000" lvl="4" indent="-228600" algn="l">
              <a:lnSpc>
                <a:spcPct val="90000"/>
              </a:lnSpc>
              <a:spcBef>
                <a:spcPts val="375"/>
              </a:spcBef>
              <a:spcAft>
                <a:spcPts val="0"/>
              </a:spcAft>
              <a:buClr>
                <a:schemeClr val="lt1"/>
              </a:buClr>
              <a:buSzPts val="3000"/>
              <a:buNone/>
              <a:defRPr sz="3000" b="1">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pic>
        <p:nvPicPr>
          <p:cNvPr id="24" name="Google Shape;24;p17"/>
          <p:cNvPicPr preferRelativeResize="0"/>
          <p:nvPr/>
        </p:nvPicPr>
        <p:blipFill rotWithShape="1">
          <a:blip r:embed="rId3">
            <a:alphaModFix/>
          </a:blip>
          <a:srcRect/>
          <a:stretch/>
        </p:blipFill>
        <p:spPr>
          <a:xfrm>
            <a:off x="4357222" y="1036426"/>
            <a:ext cx="4783475" cy="3867083"/>
          </a:xfrm>
          <a:prstGeom prst="rect">
            <a:avLst/>
          </a:prstGeom>
          <a:noFill/>
          <a:ln>
            <a:noFill/>
          </a:ln>
        </p:spPr>
      </p:pic>
      <p:sp>
        <p:nvSpPr>
          <p:cNvPr id="25" name="Google Shape;25;p17"/>
          <p:cNvSpPr/>
          <p:nvPr/>
        </p:nvSpPr>
        <p:spPr>
          <a:xfrm>
            <a:off x="0" y="0"/>
            <a:ext cx="9144000" cy="5146646"/>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26" name="Google Shape;26;p17" descr="A picture containing text, clipart&#10;&#10;Description automatically generated"/>
          <p:cNvPicPr preferRelativeResize="0"/>
          <p:nvPr/>
        </p:nvPicPr>
        <p:blipFill rotWithShape="1">
          <a:blip r:embed="rId2">
            <a:alphaModFix/>
          </a:blip>
          <a:srcRect/>
          <a:stretch/>
        </p:blipFill>
        <p:spPr>
          <a:xfrm>
            <a:off x="5895330" y="637453"/>
            <a:ext cx="2052638" cy="552450"/>
          </a:xfrm>
          <a:prstGeom prst="rect">
            <a:avLst/>
          </a:prstGeom>
          <a:noFill/>
          <a:ln>
            <a:noFill/>
          </a:ln>
        </p:spPr>
      </p:pic>
      <p:sp>
        <p:nvSpPr>
          <p:cNvPr id="27" name="Google Shape;27;p17"/>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28" name="Google Shape;28;p17"/>
          <p:cNvPicPr preferRelativeResize="0"/>
          <p:nvPr/>
        </p:nvPicPr>
        <p:blipFill rotWithShape="1">
          <a:blip r:embed="rId3">
            <a:alphaModFix/>
          </a:blip>
          <a:srcRect/>
          <a:stretch/>
        </p:blipFill>
        <p:spPr>
          <a:xfrm>
            <a:off x="4357222" y="1036426"/>
            <a:ext cx="4783475" cy="3867083"/>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vider ">
  <p:cSld name="Divider ">
    <p:spTree>
      <p:nvGrpSpPr>
        <p:cNvPr id="1" name="Shape 29"/>
        <p:cNvGrpSpPr/>
        <p:nvPr/>
      </p:nvGrpSpPr>
      <p:grpSpPr>
        <a:xfrm>
          <a:off x="0" y="0"/>
          <a:ext cx="0" cy="0"/>
          <a:chOff x="0" y="0"/>
          <a:chExt cx="0" cy="0"/>
        </a:xfrm>
      </p:grpSpPr>
      <p:sp>
        <p:nvSpPr>
          <p:cNvPr id="30" name="Google Shape;30;p18"/>
          <p:cNvSpPr/>
          <p:nvPr/>
        </p:nvSpPr>
        <p:spPr>
          <a:xfrm>
            <a:off x="0" y="0"/>
            <a:ext cx="9144000" cy="5151099"/>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31" name="Google Shape;31;p18"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32" name="Google Shape;32;p18"/>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33" name="Google Shape;33;p18"/>
          <p:cNvSpPr txBox="1">
            <a:spLocks noGrp="1"/>
          </p:cNvSpPr>
          <p:nvPr>
            <p:ph type="title"/>
          </p:nvPr>
        </p:nvSpPr>
        <p:spPr>
          <a:xfrm>
            <a:off x="376184" y="467735"/>
            <a:ext cx="4456318" cy="48077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8"/>
          <p:cNvSpPr/>
          <p:nvPr/>
        </p:nvSpPr>
        <p:spPr>
          <a:xfrm>
            <a:off x="-15975" y="574138"/>
            <a:ext cx="312410" cy="26797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35" name="Google Shape;35;p18"/>
          <p:cNvPicPr preferRelativeResize="0"/>
          <p:nvPr/>
        </p:nvPicPr>
        <p:blipFill rotWithShape="1">
          <a:blip r:embed="rId3">
            <a:alphaModFix amt="21000"/>
          </a:blip>
          <a:srcRect/>
          <a:stretch/>
        </p:blipFill>
        <p:spPr>
          <a:xfrm>
            <a:off x="3185734" y="350374"/>
            <a:ext cx="5679833" cy="4447700"/>
          </a:xfrm>
          <a:prstGeom prst="rect">
            <a:avLst/>
          </a:prstGeom>
          <a:noFill/>
          <a:ln>
            <a:noFill/>
          </a:ln>
        </p:spPr>
      </p:pic>
      <p:sp>
        <p:nvSpPr>
          <p:cNvPr id="36" name="Google Shape;36;p18"/>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37" name="Google Shape;37;p18"/>
          <p:cNvSpPr/>
          <p:nvPr/>
        </p:nvSpPr>
        <p:spPr>
          <a:xfrm>
            <a:off x="0" y="0"/>
            <a:ext cx="9144000" cy="5151099"/>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38" name="Google Shape;38;p18"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39" name="Google Shape;39;p18"/>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40" name="Google Shape;40;p18"/>
          <p:cNvSpPr/>
          <p:nvPr/>
        </p:nvSpPr>
        <p:spPr>
          <a:xfrm>
            <a:off x="-15975" y="574138"/>
            <a:ext cx="312410" cy="26797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41" name="Google Shape;41;p18"/>
          <p:cNvPicPr preferRelativeResize="0"/>
          <p:nvPr/>
        </p:nvPicPr>
        <p:blipFill rotWithShape="1">
          <a:blip r:embed="rId3">
            <a:alphaModFix amt="21000"/>
          </a:blip>
          <a:srcRect/>
          <a:stretch/>
        </p:blipFill>
        <p:spPr>
          <a:xfrm>
            <a:off x="3185734" y="350374"/>
            <a:ext cx="5679833" cy="4447700"/>
          </a:xfrm>
          <a:prstGeom prst="rect">
            <a:avLst/>
          </a:prstGeom>
          <a:noFill/>
          <a:ln>
            <a:noFill/>
          </a:ln>
        </p:spPr>
      </p:pic>
      <p:sp>
        <p:nvSpPr>
          <p:cNvPr id="42" name="Google Shape;42;p18"/>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ark Background - Title and Content">
  <p:cSld name="Dark Background - Title and Content">
    <p:spTree>
      <p:nvGrpSpPr>
        <p:cNvPr id="1" name="Shape 43"/>
        <p:cNvGrpSpPr/>
        <p:nvPr/>
      </p:nvGrpSpPr>
      <p:grpSpPr>
        <a:xfrm>
          <a:off x="0" y="0"/>
          <a:ext cx="0" cy="0"/>
          <a:chOff x="0" y="0"/>
          <a:chExt cx="0" cy="0"/>
        </a:xfrm>
      </p:grpSpPr>
      <p:sp>
        <p:nvSpPr>
          <p:cNvPr id="44" name="Google Shape;44;p19"/>
          <p:cNvSpPr/>
          <p:nvPr/>
        </p:nvSpPr>
        <p:spPr>
          <a:xfrm>
            <a:off x="0" y="0"/>
            <a:ext cx="9144000" cy="5157192"/>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45" name="Google Shape;45;p19"/>
          <p:cNvPicPr preferRelativeResize="0"/>
          <p:nvPr/>
        </p:nvPicPr>
        <p:blipFill rotWithShape="1">
          <a:blip r:embed="rId2">
            <a:alphaModFix/>
          </a:blip>
          <a:srcRect t="-9329" r="2145"/>
          <a:stretch/>
        </p:blipFill>
        <p:spPr>
          <a:xfrm>
            <a:off x="6843415" y="2979616"/>
            <a:ext cx="2260167" cy="1977390"/>
          </a:xfrm>
          <a:prstGeom prst="rect">
            <a:avLst/>
          </a:prstGeom>
          <a:noFill/>
          <a:ln>
            <a:noFill/>
          </a:ln>
        </p:spPr>
      </p:pic>
      <p:sp>
        <p:nvSpPr>
          <p:cNvPr id="46" name="Google Shape;46;p19"/>
          <p:cNvSpPr txBox="1">
            <a:spLocks noGrp="1"/>
          </p:cNvSpPr>
          <p:nvPr>
            <p:ph type="body" idx="1"/>
          </p:nvPr>
        </p:nvSpPr>
        <p:spPr>
          <a:xfrm>
            <a:off x="296437" y="940020"/>
            <a:ext cx="8551126" cy="3460174"/>
          </a:xfrm>
          <a:prstGeom prst="rect">
            <a:avLst/>
          </a:prstGeom>
          <a:noFill/>
          <a:ln>
            <a:noFill/>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chemeClr val="lt1"/>
              </a:buClr>
              <a:buSzPts val="2100"/>
              <a:buChar char="•"/>
              <a:defRPr i="0">
                <a:solidFill>
                  <a:schemeClr val="lt1"/>
                </a:solidFill>
              </a:defRPr>
            </a:lvl1pPr>
            <a:lvl2pPr marL="914400" lvl="1" indent="-342900" algn="l">
              <a:lnSpc>
                <a:spcPct val="90000"/>
              </a:lnSpc>
              <a:spcBef>
                <a:spcPts val="375"/>
              </a:spcBef>
              <a:spcAft>
                <a:spcPts val="0"/>
              </a:spcAft>
              <a:buClr>
                <a:schemeClr val="lt1"/>
              </a:buClr>
              <a:buSzPts val="1800"/>
              <a:buChar char="•"/>
              <a:defRPr>
                <a:solidFill>
                  <a:schemeClr val="lt1"/>
                </a:solidFill>
              </a:defRPr>
            </a:lvl2pPr>
            <a:lvl3pPr marL="1371600" lvl="2" indent="-323850" algn="l">
              <a:lnSpc>
                <a:spcPct val="90000"/>
              </a:lnSpc>
              <a:spcBef>
                <a:spcPts val="375"/>
              </a:spcBef>
              <a:spcAft>
                <a:spcPts val="0"/>
              </a:spcAft>
              <a:buClr>
                <a:schemeClr val="lt1"/>
              </a:buClr>
              <a:buSzPts val="1500"/>
              <a:buChar char="•"/>
              <a:defRPr>
                <a:solidFill>
                  <a:schemeClr val="lt1"/>
                </a:solidFill>
              </a:defRPr>
            </a:lvl3pPr>
            <a:lvl4pPr marL="1828800" lvl="3" indent="-314325" algn="l">
              <a:lnSpc>
                <a:spcPct val="90000"/>
              </a:lnSpc>
              <a:spcBef>
                <a:spcPts val="375"/>
              </a:spcBef>
              <a:spcAft>
                <a:spcPts val="0"/>
              </a:spcAft>
              <a:buClr>
                <a:schemeClr val="lt1"/>
              </a:buClr>
              <a:buSzPts val="1350"/>
              <a:buChar char="•"/>
              <a:defRPr>
                <a:solidFill>
                  <a:schemeClr val="lt1"/>
                </a:solidFill>
              </a:defRPr>
            </a:lvl4pPr>
            <a:lvl5pPr marL="2286000" lvl="4" indent="-314325" algn="l">
              <a:lnSpc>
                <a:spcPct val="90000"/>
              </a:lnSpc>
              <a:spcBef>
                <a:spcPts val="375"/>
              </a:spcBef>
              <a:spcAft>
                <a:spcPts val="0"/>
              </a:spcAft>
              <a:buClr>
                <a:schemeClr val="lt1"/>
              </a:buClr>
              <a:buSzPts val="1350"/>
              <a:buChar char="•"/>
              <a:defRPr>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7" name="Google Shape;47;p19"/>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27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48" name="Google Shape;48;p19"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49" name="Google Shape;49;p19"/>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50" name="Google Shape;50;p19"/>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51" name="Google Shape;51;p19"/>
          <p:cNvSpPr/>
          <p:nvPr/>
        </p:nvSpPr>
        <p:spPr>
          <a:xfrm>
            <a:off x="0" y="0"/>
            <a:ext cx="9144000" cy="5157192"/>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52" name="Google Shape;52;p19"/>
          <p:cNvPicPr preferRelativeResize="0"/>
          <p:nvPr/>
        </p:nvPicPr>
        <p:blipFill rotWithShape="1">
          <a:blip r:embed="rId2">
            <a:alphaModFix/>
          </a:blip>
          <a:srcRect t="-9329" r="2145"/>
          <a:stretch/>
        </p:blipFill>
        <p:spPr>
          <a:xfrm>
            <a:off x="6843415" y="2979616"/>
            <a:ext cx="2260167" cy="1977390"/>
          </a:xfrm>
          <a:prstGeom prst="rect">
            <a:avLst/>
          </a:prstGeom>
          <a:noFill/>
          <a:ln>
            <a:noFill/>
          </a:ln>
        </p:spPr>
      </p:pic>
      <p:pic>
        <p:nvPicPr>
          <p:cNvPr id="53" name="Google Shape;53;p19"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54" name="Google Shape;54;p19"/>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55" name="Google Shape;55;p19"/>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White - No Brain">
  <p:cSld name="1_White - No Brain">
    <p:spTree>
      <p:nvGrpSpPr>
        <p:cNvPr id="1" name="Shape 56"/>
        <p:cNvGrpSpPr/>
        <p:nvPr/>
      </p:nvGrpSpPr>
      <p:grpSpPr>
        <a:xfrm>
          <a:off x="0" y="0"/>
          <a:ext cx="0" cy="0"/>
          <a:chOff x="0" y="0"/>
          <a:chExt cx="0" cy="0"/>
        </a:xfrm>
      </p:grpSpPr>
      <p:sp>
        <p:nvSpPr>
          <p:cNvPr id="57" name="Google Shape;57;p20"/>
          <p:cNvSpPr/>
          <p:nvPr/>
        </p:nvSpPr>
        <p:spPr>
          <a:xfrm>
            <a:off x="6244389" y="2767263"/>
            <a:ext cx="2899611" cy="218373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58" name="Google Shape;58;p20" descr="A couple of pharmacists in a pharmacy&#10;&#10;Description automatically generated"/>
          <p:cNvPicPr preferRelativeResize="0"/>
          <p:nvPr/>
        </p:nvPicPr>
        <p:blipFill rotWithShape="1">
          <a:blip r:embed="rId2">
            <a:alphaModFix amt="11000"/>
          </a:blip>
          <a:srcRect l="20" t="8625" r="-19" b="223"/>
          <a:stretch/>
        </p:blipFill>
        <p:spPr>
          <a:xfrm>
            <a:off x="-1" y="-12700"/>
            <a:ext cx="9146117" cy="5174534"/>
          </a:xfrm>
          <a:prstGeom prst="rect">
            <a:avLst/>
          </a:prstGeom>
          <a:noFill/>
          <a:ln>
            <a:noFill/>
          </a:ln>
        </p:spPr>
      </p:pic>
      <p:sp>
        <p:nvSpPr>
          <p:cNvPr id="59" name="Google Shape;59;p20"/>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6"/>
              </a:buClr>
              <a:buSzPts val="1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60" name="Google Shape;60;p20"/>
          <p:cNvPicPr preferRelativeResize="0"/>
          <p:nvPr/>
        </p:nvPicPr>
        <p:blipFill rotWithShape="1">
          <a:blip r:embed="rId3">
            <a:alphaModFix/>
          </a:blip>
          <a:srcRect/>
          <a:stretch/>
        </p:blipFill>
        <p:spPr>
          <a:xfrm>
            <a:off x="8245973" y="4933196"/>
            <a:ext cx="815457" cy="151361"/>
          </a:xfrm>
          <a:prstGeom prst="rect">
            <a:avLst/>
          </a:prstGeom>
          <a:noFill/>
          <a:ln>
            <a:noFill/>
          </a:ln>
        </p:spPr>
      </p:pic>
      <p:sp>
        <p:nvSpPr>
          <p:cNvPr id="61" name="Google Shape;61;p20"/>
          <p:cNvSpPr txBox="1"/>
          <p:nvPr/>
        </p:nvSpPr>
        <p:spPr>
          <a:xfrm>
            <a:off x="6616076" y="4912584"/>
            <a:ext cx="1405455" cy="261950"/>
          </a:xfrm>
          <a:prstGeom prst="rect">
            <a:avLst/>
          </a:prstGeom>
          <a:noFill/>
          <a:ln>
            <a:noFill/>
          </a:ln>
        </p:spPr>
        <p:txBody>
          <a:bodyPr spcFirstLastPara="1" wrap="square" lIns="68550" tIns="34275" rIns="68550" bIns="3427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White - No Brain">
  <p:cSld name="1_White - Warehouse">
    <p:spTree>
      <p:nvGrpSpPr>
        <p:cNvPr id="1" name="Shape 62"/>
        <p:cNvGrpSpPr/>
        <p:nvPr/>
      </p:nvGrpSpPr>
      <p:grpSpPr>
        <a:xfrm>
          <a:off x="0" y="0"/>
          <a:ext cx="0" cy="0"/>
          <a:chOff x="0" y="0"/>
          <a:chExt cx="0" cy="0"/>
        </a:xfrm>
      </p:grpSpPr>
      <p:sp>
        <p:nvSpPr>
          <p:cNvPr id="63" name="Google Shape;63;p21"/>
          <p:cNvSpPr/>
          <p:nvPr/>
        </p:nvSpPr>
        <p:spPr>
          <a:xfrm>
            <a:off x="6350000" y="2825145"/>
            <a:ext cx="2794000" cy="218373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4" name="Google Shape;64;p21"/>
          <p:cNvPicPr preferRelativeResize="0"/>
          <p:nvPr/>
        </p:nvPicPr>
        <p:blipFill rotWithShape="1">
          <a:blip r:embed="rId2">
            <a:alphaModFix amt="18000"/>
          </a:blip>
          <a:srcRect l="8745" t="15105" b="7704"/>
          <a:stretch/>
        </p:blipFill>
        <p:spPr>
          <a:xfrm>
            <a:off x="0" y="0"/>
            <a:ext cx="9143999" cy="5149850"/>
          </a:xfrm>
          <a:prstGeom prst="rect">
            <a:avLst/>
          </a:prstGeom>
          <a:noFill/>
          <a:ln>
            <a:noFill/>
          </a:ln>
        </p:spPr>
      </p:pic>
      <p:sp>
        <p:nvSpPr>
          <p:cNvPr id="65" name="Google Shape;65;p21"/>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6"/>
              </a:buClr>
              <a:buSzPts val="1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1"/>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67" name="Google Shape;67;p21"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68" name="Google Shape;68;p21"/>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69" name="Google Shape;69;p21"/>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ark Background - No Brain ">
  <p:cSld name="Dark Background - No Brain ">
    <p:spTree>
      <p:nvGrpSpPr>
        <p:cNvPr id="1" name="Shape 70"/>
        <p:cNvGrpSpPr/>
        <p:nvPr/>
      </p:nvGrpSpPr>
      <p:grpSpPr>
        <a:xfrm>
          <a:off x="0" y="0"/>
          <a:ext cx="0" cy="0"/>
          <a:chOff x="0" y="0"/>
          <a:chExt cx="0" cy="0"/>
        </a:xfrm>
      </p:grpSpPr>
      <p:sp>
        <p:nvSpPr>
          <p:cNvPr id="71" name="Google Shape;71;p23"/>
          <p:cNvSpPr/>
          <p:nvPr/>
        </p:nvSpPr>
        <p:spPr>
          <a:xfrm>
            <a:off x="0" y="0"/>
            <a:ext cx="9144000" cy="5143500"/>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72" name="Google Shape;72;p23"/>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73" name="Google Shape;73;p23"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74" name="Google Shape;74;p23"/>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75" name="Google Shape;75;p23"/>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27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3"/>
          <p:cNvSpPr/>
          <p:nvPr/>
        </p:nvSpPr>
        <p:spPr>
          <a:xfrm>
            <a:off x="0" y="0"/>
            <a:ext cx="9144000" cy="5143500"/>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sp>
        <p:nvSpPr>
          <p:cNvPr id="77" name="Google Shape;77;p23"/>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78" name="Google Shape;78;p23"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79" name="Google Shape;79;p23"/>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_White Background">
  <p:cSld name="Title and Content_White Background">
    <p:spTree>
      <p:nvGrpSpPr>
        <p:cNvPr id="1" name="Shape 80"/>
        <p:cNvGrpSpPr/>
        <p:nvPr/>
      </p:nvGrpSpPr>
      <p:grpSpPr>
        <a:xfrm>
          <a:off x="0" y="0"/>
          <a:ext cx="0" cy="0"/>
          <a:chOff x="0" y="0"/>
          <a:chExt cx="0" cy="0"/>
        </a:xfrm>
      </p:grpSpPr>
      <p:sp>
        <p:nvSpPr>
          <p:cNvPr id="81" name="Google Shape;81;p22"/>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82" name="Google Shape;82;p22"/>
          <p:cNvSpPr txBox="1">
            <a:spLocks noGrp="1"/>
          </p:cNvSpPr>
          <p:nvPr>
            <p:ph type="body" idx="1"/>
          </p:nvPr>
        </p:nvSpPr>
        <p:spPr>
          <a:xfrm>
            <a:off x="296437" y="940020"/>
            <a:ext cx="8551126" cy="3460174"/>
          </a:xfrm>
          <a:prstGeom prst="rect">
            <a:avLst/>
          </a:prstGeom>
          <a:noFill/>
          <a:ln>
            <a:noFill/>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rgbClr val="3F3F3F"/>
              </a:buClr>
              <a:buSzPts val="2100"/>
              <a:buChar char="•"/>
              <a:defRPr i="0">
                <a:solidFill>
                  <a:srgbClr val="3F3F3F"/>
                </a:solidFill>
              </a:defRPr>
            </a:lvl1pPr>
            <a:lvl2pPr marL="914400" lvl="1" indent="-342900" algn="l">
              <a:lnSpc>
                <a:spcPct val="90000"/>
              </a:lnSpc>
              <a:spcBef>
                <a:spcPts val="375"/>
              </a:spcBef>
              <a:spcAft>
                <a:spcPts val="0"/>
              </a:spcAft>
              <a:buClr>
                <a:srgbClr val="3F3F3F"/>
              </a:buClr>
              <a:buSzPts val="1800"/>
              <a:buChar char="•"/>
              <a:defRPr>
                <a:solidFill>
                  <a:srgbClr val="3F3F3F"/>
                </a:solidFill>
              </a:defRPr>
            </a:lvl2pPr>
            <a:lvl3pPr marL="1371600" lvl="2" indent="-323850" algn="l">
              <a:lnSpc>
                <a:spcPct val="90000"/>
              </a:lnSpc>
              <a:spcBef>
                <a:spcPts val="375"/>
              </a:spcBef>
              <a:spcAft>
                <a:spcPts val="0"/>
              </a:spcAft>
              <a:buClr>
                <a:srgbClr val="3F3F3F"/>
              </a:buClr>
              <a:buSzPts val="1500"/>
              <a:buChar char="•"/>
              <a:defRPr>
                <a:solidFill>
                  <a:srgbClr val="3F3F3F"/>
                </a:solidFill>
              </a:defRPr>
            </a:lvl3pPr>
            <a:lvl4pPr marL="1828800" lvl="3" indent="-314325" algn="l">
              <a:lnSpc>
                <a:spcPct val="90000"/>
              </a:lnSpc>
              <a:spcBef>
                <a:spcPts val="375"/>
              </a:spcBef>
              <a:spcAft>
                <a:spcPts val="0"/>
              </a:spcAft>
              <a:buClr>
                <a:srgbClr val="3F3F3F"/>
              </a:buClr>
              <a:buSzPts val="1350"/>
              <a:buChar char="•"/>
              <a:defRPr>
                <a:solidFill>
                  <a:srgbClr val="3F3F3F"/>
                </a:solidFill>
              </a:defRPr>
            </a:lvl4pPr>
            <a:lvl5pPr marL="2286000" lvl="4" indent="-314325" algn="l">
              <a:lnSpc>
                <a:spcPct val="90000"/>
              </a:lnSpc>
              <a:spcBef>
                <a:spcPts val="375"/>
              </a:spcBef>
              <a:spcAft>
                <a:spcPts val="0"/>
              </a:spcAft>
              <a:buClr>
                <a:srgbClr val="3F3F3F"/>
              </a:buClr>
              <a:buSzPts val="1350"/>
              <a:buChar char="•"/>
              <a:defRPr>
                <a:solidFill>
                  <a:srgbClr val="3F3F3F"/>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22"/>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84" name="Google Shape;84;p22"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85" name="Google Shape;85;p22"/>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86" name="Google Shape;86;p22"/>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87" name="Google Shape;87;p22"/>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88" name="Google Shape;88;p22"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89" name="Google Shape;89;p22"/>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90" name="Google Shape;90;p22"/>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rge Statement - With Warehouse Image">
  <p:cSld name="1_Large Statement - With Warehouse Image">
    <p:spTree>
      <p:nvGrpSpPr>
        <p:cNvPr id="1" name="Shape 91"/>
        <p:cNvGrpSpPr/>
        <p:nvPr/>
      </p:nvGrpSpPr>
      <p:grpSpPr>
        <a:xfrm>
          <a:off x="0" y="0"/>
          <a:ext cx="0" cy="0"/>
          <a:chOff x="0" y="0"/>
          <a:chExt cx="0" cy="0"/>
        </a:xfrm>
      </p:grpSpPr>
      <p:pic>
        <p:nvPicPr>
          <p:cNvPr id="92" name="Google Shape;92;p24"/>
          <p:cNvPicPr preferRelativeResize="0"/>
          <p:nvPr/>
        </p:nvPicPr>
        <p:blipFill rotWithShape="1">
          <a:blip r:embed="rId2">
            <a:alphaModFix amt="20000"/>
          </a:blip>
          <a:srcRect t="2623" b="2618"/>
          <a:stretch/>
        </p:blipFill>
        <p:spPr>
          <a:xfrm>
            <a:off x="-34438" y="-21706"/>
            <a:ext cx="9212875" cy="4910328"/>
          </a:xfrm>
          <a:prstGeom prst="rect">
            <a:avLst/>
          </a:prstGeom>
          <a:noFill/>
          <a:ln>
            <a:noFill/>
          </a:ln>
        </p:spPr>
      </p:pic>
      <p:sp>
        <p:nvSpPr>
          <p:cNvPr id="93" name="Google Shape;93;p24"/>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94" name="Google Shape;94;p24"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95" name="Google Shape;95;p24"/>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96" name="Google Shape;96;p24"/>
          <p:cNvSpPr txBox="1">
            <a:spLocks noGrp="1"/>
          </p:cNvSpPr>
          <p:nvPr>
            <p:ph type="body" idx="1"/>
          </p:nvPr>
        </p:nvSpPr>
        <p:spPr>
          <a:xfrm>
            <a:off x="539603" y="1188715"/>
            <a:ext cx="8064795" cy="2168516"/>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750"/>
              </a:spcBef>
              <a:spcAft>
                <a:spcPts val="0"/>
              </a:spcAft>
              <a:buClr>
                <a:schemeClr val="dk2"/>
              </a:buClr>
              <a:buSzPts val="3300"/>
              <a:buNone/>
              <a:defRPr sz="3300" b="1">
                <a:solidFill>
                  <a:schemeClr val="dk2"/>
                </a:solidFill>
                <a:latin typeface="Arial"/>
                <a:ea typeface="Arial"/>
                <a:cs typeface="Arial"/>
                <a:sym typeface="Aria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7" name="Google Shape;97;p24"/>
          <p:cNvSpPr txBox="1">
            <a:spLocks noGrp="1"/>
          </p:cNvSpPr>
          <p:nvPr>
            <p:ph type="body" idx="2"/>
          </p:nvPr>
        </p:nvSpPr>
        <p:spPr>
          <a:xfrm>
            <a:off x="539602" y="3887626"/>
            <a:ext cx="8064795" cy="490319"/>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2"/>
              </a:buClr>
              <a:buSzPts val="1800"/>
              <a:buNone/>
              <a:defRPr sz="1800">
                <a:solidFill>
                  <a:schemeClr val="dk2"/>
                </a:solidFill>
                <a:latin typeface="Arial"/>
                <a:ea typeface="Arial"/>
                <a:cs typeface="Arial"/>
                <a:sym typeface="Aria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8" name="Google Shape;98;p24"/>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pic>
        <p:nvPicPr>
          <p:cNvPr id="99" name="Google Shape;99;p24"/>
          <p:cNvPicPr preferRelativeResize="0"/>
          <p:nvPr/>
        </p:nvPicPr>
        <p:blipFill rotWithShape="1">
          <a:blip r:embed="rId2">
            <a:alphaModFix amt="8000"/>
          </a:blip>
          <a:srcRect t="2623" b="2618"/>
          <a:stretch/>
        </p:blipFill>
        <p:spPr>
          <a:xfrm>
            <a:off x="-34438" y="-21706"/>
            <a:ext cx="9212875" cy="4910328"/>
          </a:xfrm>
          <a:prstGeom prst="rect">
            <a:avLst/>
          </a:prstGeom>
          <a:noFill/>
          <a:ln>
            <a:noFill/>
          </a:ln>
        </p:spPr>
      </p:pic>
      <p:sp>
        <p:nvSpPr>
          <p:cNvPr id="100" name="Google Shape;100;p24"/>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101" name="Google Shape;101;p24"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102" name="Google Shape;102;p24"/>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103" name="Google Shape;103;p24"/>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hite - No Brain">
  <p:cSld name="1_White - No Brain 2">
    <p:spTree>
      <p:nvGrpSpPr>
        <p:cNvPr id="1" name="Shape 104"/>
        <p:cNvGrpSpPr/>
        <p:nvPr/>
      </p:nvGrpSpPr>
      <p:grpSpPr>
        <a:xfrm>
          <a:off x="0" y="0"/>
          <a:ext cx="0" cy="0"/>
          <a:chOff x="0" y="0"/>
          <a:chExt cx="0" cy="0"/>
        </a:xfrm>
      </p:grpSpPr>
      <p:sp>
        <p:nvSpPr>
          <p:cNvPr id="105" name="Google Shape;105;p46"/>
          <p:cNvSpPr/>
          <p:nvPr/>
        </p:nvSpPr>
        <p:spPr>
          <a:xfrm>
            <a:off x="6244389" y="2767263"/>
            <a:ext cx="2899611" cy="218373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06" name="Google Shape;106;p46"/>
          <p:cNvPicPr preferRelativeResize="0"/>
          <p:nvPr/>
        </p:nvPicPr>
        <p:blipFill rotWithShape="1">
          <a:blip r:embed="rId2">
            <a:alphaModFix amt="23000"/>
          </a:blip>
          <a:srcRect t="7566" b="7567"/>
          <a:stretch/>
        </p:blipFill>
        <p:spPr>
          <a:xfrm>
            <a:off x="-1" y="-12700"/>
            <a:ext cx="9146117" cy="5174534"/>
          </a:xfrm>
          <a:prstGeom prst="rect">
            <a:avLst/>
          </a:prstGeom>
          <a:noFill/>
          <a:ln>
            <a:noFill/>
          </a:ln>
        </p:spPr>
      </p:pic>
      <p:sp>
        <p:nvSpPr>
          <p:cNvPr id="107" name="Google Shape;107;p46"/>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6"/>
              </a:buClr>
              <a:buSzPts val="1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08" name="Google Shape;108;p46"/>
          <p:cNvPicPr preferRelativeResize="0"/>
          <p:nvPr/>
        </p:nvPicPr>
        <p:blipFill rotWithShape="1">
          <a:blip r:embed="rId3">
            <a:alphaModFix/>
          </a:blip>
          <a:srcRect/>
          <a:stretch/>
        </p:blipFill>
        <p:spPr>
          <a:xfrm>
            <a:off x="8245973" y="4933196"/>
            <a:ext cx="815457" cy="151361"/>
          </a:xfrm>
          <a:prstGeom prst="rect">
            <a:avLst/>
          </a:prstGeom>
          <a:noFill/>
          <a:ln>
            <a:noFill/>
          </a:ln>
        </p:spPr>
      </p:pic>
      <p:sp>
        <p:nvSpPr>
          <p:cNvPr id="109" name="Google Shape;109;p46"/>
          <p:cNvSpPr txBox="1"/>
          <p:nvPr/>
        </p:nvSpPr>
        <p:spPr>
          <a:xfrm>
            <a:off x="6616076" y="4912584"/>
            <a:ext cx="1405455" cy="261950"/>
          </a:xfrm>
          <a:prstGeom prst="rect">
            <a:avLst/>
          </a:prstGeom>
          <a:noFill/>
          <a:ln>
            <a:noFill/>
          </a:ln>
        </p:spPr>
        <p:txBody>
          <a:bodyPr spcFirstLastPara="1" wrap="square" lIns="68550" tIns="34275" rIns="68550" bIns="3427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 White">
  <p:cSld name="Title Slide - White">
    <p:spTree>
      <p:nvGrpSpPr>
        <p:cNvPr id="1" name="Shape 110"/>
        <p:cNvGrpSpPr/>
        <p:nvPr/>
      </p:nvGrpSpPr>
      <p:grpSpPr>
        <a:xfrm>
          <a:off x="0" y="0"/>
          <a:ext cx="0" cy="0"/>
          <a:chOff x="0" y="0"/>
          <a:chExt cx="0" cy="0"/>
        </a:xfrm>
      </p:grpSpPr>
      <p:sp>
        <p:nvSpPr>
          <p:cNvPr id="111" name="Google Shape;111;p26"/>
          <p:cNvSpPr/>
          <p:nvPr/>
        </p:nvSpPr>
        <p:spPr>
          <a:xfrm>
            <a:off x="-95111" y="-12944"/>
            <a:ext cx="9239111" cy="5161601"/>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112" name="Google Shape;112;p26"/>
          <p:cNvSpPr/>
          <p:nvPr/>
        </p:nvSpPr>
        <p:spPr>
          <a:xfrm>
            <a:off x="-100267" y="-18603"/>
            <a:ext cx="5181788" cy="5189335"/>
          </a:xfrm>
          <a:custGeom>
            <a:avLst/>
            <a:gdLst/>
            <a:ahLst/>
            <a:cxnLst/>
            <a:rect l="l" t="t" r="r" b="b"/>
            <a:pathLst>
              <a:path w="6804007" h="6902356" extrusionOk="0">
                <a:moveTo>
                  <a:pt x="0" y="0"/>
                </a:moveTo>
                <a:lnTo>
                  <a:pt x="6804007" y="1535"/>
                </a:lnTo>
                <a:lnTo>
                  <a:pt x="4602858" y="6902356"/>
                </a:lnTo>
                <a:lnTo>
                  <a:pt x="5722" y="6887843"/>
                </a:lnTo>
                <a:cubicBezTo>
                  <a:pt x="3815" y="4591895"/>
                  <a:pt x="1907" y="2295948"/>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13" name="Google Shape;113;p26"/>
          <p:cNvPicPr preferRelativeResize="0"/>
          <p:nvPr/>
        </p:nvPicPr>
        <p:blipFill rotWithShape="1">
          <a:blip r:embed="rId2">
            <a:alphaModFix/>
          </a:blip>
          <a:srcRect/>
          <a:stretch/>
        </p:blipFill>
        <p:spPr>
          <a:xfrm>
            <a:off x="4357222" y="1036426"/>
            <a:ext cx="4783475" cy="3867083"/>
          </a:xfrm>
          <a:prstGeom prst="rect">
            <a:avLst/>
          </a:prstGeom>
          <a:noFill/>
          <a:ln>
            <a:noFill/>
          </a:ln>
        </p:spPr>
      </p:pic>
      <p:sp>
        <p:nvSpPr>
          <p:cNvPr id="114" name="Google Shape;114;p26"/>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115" name="Google Shape;115;p26"/>
          <p:cNvSpPr txBox="1">
            <a:spLocks noGrp="1"/>
          </p:cNvSpPr>
          <p:nvPr>
            <p:ph type="body" idx="1"/>
          </p:nvPr>
        </p:nvSpPr>
        <p:spPr>
          <a:xfrm>
            <a:off x="272595" y="370897"/>
            <a:ext cx="3946567" cy="2271839"/>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750"/>
              </a:spcBef>
              <a:spcAft>
                <a:spcPts val="0"/>
              </a:spcAft>
              <a:buClr>
                <a:schemeClr val="dk2"/>
              </a:buClr>
              <a:buSzPts val="3000"/>
              <a:buNone/>
              <a:defRPr sz="3000" b="1">
                <a:solidFill>
                  <a:schemeClr val="dk2"/>
                </a:solidFill>
              </a:defRPr>
            </a:lvl1pPr>
            <a:lvl2pPr marL="914400" lvl="1" indent="-228600" algn="l">
              <a:lnSpc>
                <a:spcPct val="90000"/>
              </a:lnSpc>
              <a:spcBef>
                <a:spcPts val="375"/>
              </a:spcBef>
              <a:spcAft>
                <a:spcPts val="0"/>
              </a:spcAft>
              <a:buClr>
                <a:schemeClr val="lt1"/>
              </a:buClr>
              <a:buSzPts val="3000"/>
              <a:buNone/>
              <a:defRPr sz="3000" b="1">
                <a:solidFill>
                  <a:schemeClr val="lt1"/>
                </a:solidFill>
              </a:defRPr>
            </a:lvl2pPr>
            <a:lvl3pPr marL="1371600" lvl="2" indent="-228600" algn="l">
              <a:lnSpc>
                <a:spcPct val="90000"/>
              </a:lnSpc>
              <a:spcBef>
                <a:spcPts val="375"/>
              </a:spcBef>
              <a:spcAft>
                <a:spcPts val="0"/>
              </a:spcAft>
              <a:buClr>
                <a:schemeClr val="lt1"/>
              </a:buClr>
              <a:buSzPts val="3000"/>
              <a:buNone/>
              <a:defRPr sz="3000" b="1">
                <a:solidFill>
                  <a:schemeClr val="lt1"/>
                </a:solidFill>
              </a:defRPr>
            </a:lvl3pPr>
            <a:lvl4pPr marL="1828800" lvl="3" indent="-228600" algn="l">
              <a:lnSpc>
                <a:spcPct val="90000"/>
              </a:lnSpc>
              <a:spcBef>
                <a:spcPts val="375"/>
              </a:spcBef>
              <a:spcAft>
                <a:spcPts val="0"/>
              </a:spcAft>
              <a:buClr>
                <a:schemeClr val="lt1"/>
              </a:buClr>
              <a:buSzPts val="3000"/>
              <a:buNone/>
              <a:defRPr sz="3000" b="1">
                <a:solidFill>
                  <a:schemeClr val="lt1"/>
                </a:solidFill>
              </a:defRPr>
            </a:lvl4pPr>
            <a:lvl5pPr marL="2286000" lvl="4" indent="-228600" algn="l">
              <a:lnSpc>
                <a:spcPct val="90000"/>
              </a:lnSpc>
              <a:spcBef>
                <a:spcPts val="375"/>
              </a:spcBef>
              <a:spcAft>
                <a:spcPts val="0"/>
              </a:spcAft>
              <a:buClr>
                <a:schemeClr val="lt1"/>
              </a:buClr>
              <a:buSzPts val="3000"/>
              <a:buNone/>
              <a:defRPr sz="3000" b="1">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16" name="Google Shape;116;p26"/>
          <p:cNvSpPr txBox="1">
            <a:spLocks noGrp="1"/>
          </p:cNvSpPr>
          <p:nvPr>
            <p:ph type="body" idx="2"/>
          </p:nvPr>
        </p:nvSpPr>
        <p:spPr>
          <a:xfrm>
            <a:off x="272595" y="2964005"/>
            <a:ext cx="3484397" cy="90307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accent2"/>
              </a:buClr>
              <a:buSzPts val="2100"/>
              <a:buNone/>
              <a:defRPr sz="2100" b="0">
                <a:solidFill>
                  <a:schemeClr val="accent2"/>
                </a:solidFill>
              </a:defRPr>
            </a:lvl1pPr>
            <a:lvl2pPr marL="914400" lvl="1" indent="-228600" algn="l">
              <a:lnSpc>
                <a:spcPct val="90000"/>
              </a:lnSpc>
              <a:spcBef>
                <a:spcPts val="375"/>
              </a:spcBef>
              <a:spcAft>
                <a:spcPts val="0"/>
              </a:spcAft>
              <a:buClr>
                <a:schemeClr val="lt1"/>
              </a:buClr>
              <a:buSzPts val="3000"/>
              <a:buNone/>
              <a:defRPr sz="3000" b="1">
                <a:solidFill>
                  <a:schemeClr val="lt1"/>
                </a:solidFill>
              </a:defRPr>
            </a:lvl2pPr>
            <a:lvl3pPr marL="1371600" lvl="2" indent="-228600" algn="l">
              <a:lnSpc>
                <a:spcPct val="90000"/>
              </a:lnSpc>
              <a:spcBef>
                <a:spcPts val="375"/>
              </a:spcBef>
              <a:spcAft>
                <a:spcPts val="0"/>
              </a:spcAft>
              <a:buClr>
                <a:schemeClr val="lt1"/>
              </a:buClr>
              <a:buSzPts val="3000"/>
              <a:buNone/>
              <a:defRPr sz="3000" b="1">
                <a:solidFill>
                  <a:schemeClr val="lt1"/>
                </a:solidFill>
              </a:defRPr>
            </a:lvl3pPr>
            <a:lvl4pPr marL="1828800" lvl="3" indent="-228600" algn="l">
              <a:lnSpc>
                <a:spcPct val="90000"/>
              </a:lnSpc>
              <a:spcBef>
                <a:spcPts val="375"/>
              </a:spcBef>
              <a:spcAft>
                <a:spcPts val="0"/>
              </a:spcAft>
              <a:buClr>
                <a:schemeClr val="lt1"/>
              </a:buClr>
              <a:buSzPts val="3000"/>
              <a:buNone/>
              <a:defRPr sz="3000" b="1">
                <a:solidFill>
                  <a:schemeClr val="lt1"/>
                </a:solidFill>
              </a:defRPr>
            </a:lvl4pPr>
            <a:lvl5pPr marL="2286000" lvl="4" indent="-228600" algn="l">
              <a:lnSpc>
                <a:spcPct val="90000"/>
              </a:lnSpc>
              <a:spcBef>
                <a:spcPts val="375"/>
              </a:spcBef>
              <a:spcAft>
                <a:spcPts val="0"/>
              </a:spcAft>
              <a:buClr>
                <a:schemeClr val="lt1"/>
              </a:buClr>
              <a:buSzPts val="3000"/>
              <a:buNone/>
              <a:defRPr sz="3000" b="1">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pic>
        <p:nvPicPr>
          <p:cNvPr id="117" name="Google Shape;117;p26" descr="A picture containing text, clipart&#10;&#10;Description automatically generated"/>
          <p:cNvPicPr preferRelativeResize="0"/>
          <p:nvPr/>
        </p:nvPicPr>
        <p:blipFill rotWithShape="1">
          <a:blip r:embed="rId3">
            <a:alphaModFix/>
          </a:blip>
          <a:srcRect/>
          <a:stretch/>
        </p:blipFill>
        <p:spPr>
          <a:xfrm>
            <a:off x="5895330" y="637453"/>
            <a:ext cx="2052638" cy="552450"/>
          </a:xfrm>
          <a:prstGeom prst="rect">
            <a:avLst/>
          </a:prstGeom>
          <a:noFill/>
          <a:ln>
            <a:noFill/>
          </a:ln>
        </p:spPr>
      </p:pic>
      <p:sp>
        <p:nvSpPr>
          <p:cNvPr id="118" name="Google Shape;118;p26"/>
          <p:cNvSpPr/>
          <p:nvPr/>
        </p:nvSpPr>
        <p:spPr>
          <a:xfrm>
            <a:off x="-95111" y="-12944"/>
            <a:ext cx="9239111" cy="5161601"/>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sp>
        <p:nvSpPr>
          <p:cNvPr id="119" name="Google Shape;119;p26"/>
          <p:cNvSpPr/>
          <p:nvPr/>
        </p:nvSpPr>
        <p:spPr>
          <a:xfrm>
            <a:off x="-100267" y="-18603"/>
            <a:ext cx="5181788" cy="5189335"/>
          </a:xfrm>
          <a:custGeom>
            <a:avLst/>
            <a:gdLst/>
            <a:ahLst/>
            <a:cxnLst/>
            <a:rect l="l" t="t" r="r" b="b"/>
            <a:pathLst>
              <a:path w="6804007" h="6902356" extrusionOk="0">
                <a:moveTo>
                  <a:pt x="0" y="0"/>
                </a:moveTo>
                <a:lnTo>
                  <a:pt x="6804007" y="1535"/>
                </a:lnTo>
                <a:lnTo>
                  <a:pt x="4602858" y="6902356"/>
                </a:lnTo>
                <a:lnTo>
                  <a:pt x="5722" y="6887843"/>
                </a:lnTo>
                <a:cubicBezTo>
                  <a:pt x="3815" y="4591895"/>
                  <a:pt x="1907" y="2295948"/>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120" name="Google Shape;120;p26"/>
          <p:cNvPicPr preferRelativeResize="0"/>
          <p:nvPr/>
        </p:nvPicPr>
        <p:blipFill rotWithShape="1">
          <a:blip r:embed="rId2">
            <a:alphaModFix/>
          </a:blip>
          <a:srcRect/>
          <a:stretch/>
        </p:blipFill>
        <p:spPr>
          <a:xfrm>
            <a:off x="4357222" y="1036426"/>
            <a:ext cx="4783475" cy="3867083"/>
          </a:xfrm>
          <a:prstGeom prst="rect">
            <a:avLst/>
          </a:prstGeom>
          <a:noFill/>
          <a:ln>
            <a:noFill/>
          </a:ln>
        </p:spPr>
      </p:pic>
      <p:sp>
        <p:nvSpPr>
          <p:cNvPr id="121" name="Google Shape;121;p26"/>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122" name="Google Shape;122;p26" descr="A picture containing text, clipart&#10;&#10;Description automatically generated"/>
          <p:cNvPicPr preferRelativeResize="0"/>
          <p:nvPr/>
        </p:nvPicPr>
        <p:blipFill rotWithShape="1">
          <a:blip r:embed="rId3">
            <a:alphaModFix/>
          </a:blip>
          <a:srcRect/>
          <a:stretch/>
        </p:blipFill>
        <p:spPr>
          <a:xfrm>
            <a:off x="5895330" y="637453"/>
            <a:ext cx="2052638" cy="55245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 Dark">
  <p:cSld name="Title Slide - Dark">
    <p:spTree>
      <p:nvGrpSpPr>
        <p:cNvPr id="1" name="Shape 123"/>
        <p:cNvGrpSpPr/>
        <p:nvPr/>
      </p:nvGrpSpPr>
      <p:grpSpPr>
        <a:xfrm>
          <a:off x="0" y="0"/>
          <a:ext cx="0" cy="0"/>
          <a:chOff x="0" y="0"/>
          <a:chExt cx="0" cy="0"/>
        </a:xfrm>
      </p:grpSpPr>
      <p:sp>
        <p:nvSpPr>
          <p:cNvPr id="124" name="Google Shape;124;p27"/>
          <p:cNvSpPr/>
          <p:nvPr/>
        </p:nvSpPr>
        <p:spPr>
          <a:xfrm>
            <a:off x="0" y="0"/>
            <a:ext cx="9144000" cy="5146646"/>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25" name="Google Shape;125;p27" descr="A picture containing text, clipart&#10;&#10;Description automatically generated"/>
          <p:cNvPicPr preferRelativeResize="0"/>
          <p:nvPr/>
        </p:nvPicPr>
        <p:blipFill rotWithShape="1">
          <a:blip r:embed="rId2">
            <a:alphaModFix/>
          </a:blip>
          <a:srcRect/>
          <a:stretch/>
        </p:blipFill>
        <p:spPr>
          <a:xfrm>
            <a:off x="5895330" y="637453"/>
            <a:ext cx="2052638" cy="552450"/>
          </a:xfrm>
          <a:prstGeom prst="rect">
            <a:avLst/>
          </a:prstGeom>
          <a:noFill/>
          <a:ln>
            <a:noFill/>
          </a:ln>
        </p:spPr>
      </p:pic>
      <p:sp>
        <p:nvSpPr>
          <p:cNvPr id="126" name="Google Shape;126;p27"/>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127" name="Google Shape;127;p27"/>
          <p:cNvSpPr txBox="1">
            <a:spLocks noGrp="1"/>
          </p:cNvSpPr>
          <p:nvPr>
            <p:ph type="body" idx="1"/>
          </p:nvPr>
        </p:nvSpPr>
        <p:spPr>
          <a:xfrm>
            <a:off x="317811" y="833778"/>
            <a:ext cx="4094506" cy="2271839"/>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750"/>
              </a:spcBef>
              <a:spcAft>
                <a:spcPts val="0"/>
              </a:spcAft>
              <a:buClr>
                <a:schemeClr val="lt1"/>
              </a:buClr>
              <a:buSzPts val="3000"/>
              <a:buNone/>
              <a:defRPr sz="3000" b="1">
                <a:solidFill>
                  <a:schemeClr val="lt1"/>
                </a:solidFill>
              </a:defRPr>
            </a:lvl1pPr>
            <a:lvl2pPr marL="914400" lvl="1" indent="-228600" algn="l">
              <a:lnSpc>
                <a:spcPct val="90000"/>
              </a:lnSpc>
              <a:spcBef>
                <a:spcPts val="375"/>
              </a:spcBef>
              <a:spcAft>
                <a:spcPts val="0"/>
              </a:spcAft>
              <a:buClr>
                <a:schemeClr val="lt1"/>
              </a:buClr>
              <a:buSzPts val="3000"/>
              <a:buNone/>
              <a:defRPr sz="3000" b="1">
                <a:solidFill>
                  <a:schemeClr val="lt1"/>
                </a:solidFill>
              </a:defRPr>
            </a:lvl2pPr>
            <a:lvl3pPr marL="1371600" lvl="2" indent="-228600" algn="l">
              <a:lnSpc>
                <a:spcPct val="90000"/>
              </a:lnSpc>
              <a:spcBef>
                <a:spcPts val="375"/>
              </a:spcBef>
              <a:spcAft>
                <a:spcPts val="0"/>
              </a:spcAft>
              <a:buClr>
                <a:schemeClr val="lt1"/>
              </a:buClr>
              <a:buSzPts val="3000"/>
              <a:buNone/>
              <a:defRPr sz="3000" b="1">
                <a:solidFill>
                  <a:schemeClr val="lt1"/>
                </a:solidFill>
              </a:defRPr>
            </a:lvl3pPr>
            <a:lvl4pPr marL="1828800" lvl="3" indent="-228600" algn="l">
              <a:lnSpc>
                <a:spcPct val="90000"/>
              </a:lnSpc>
              <a:spcBef>
                <a:spcPts val="375"/>
              </a:spcBef>
              <a:spcAft>
                <a:spcPts val="0"/>
              </a:spcAft>
              <a:buClr>
                <a:schemeClr val="lt1"/>
              </a:buClr>
              <a:buSzPts val="3000"/>
              <a:buNone/>
              <a:defRPr sz="3000" b="1">
                <a:solidFill>
                  <a:schemeClr val="lt1"/>
                </a:solidFill>
              </a:defRPr>
            </a:lvl4pPr>
            <a:lvl5pPr marL="2286000" lvl="4" indent="-228600" algn="l">
              <a:lnSpc>
                <a:spcPct val="90000"/>
              </a:lnSpc>
              <a:spcBef>
                <a:spcPts val="375"/>
              </a:spcBef>
              <a:spcAft>
                <a:spcPts val="0"/>
              </a:spcAft>
              <a:buClr>
                <a:schemeClr val="lt1"/>
              </a:buClr>
              <a:buSzPts val="3000"/>
              <a:buNone/>
              <a:defRPr sz="3000" b="1">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28" name="Google Shape;128;p27"/>
          <p:cNvSpPr txBox="1">
            <a:spLocks noGrp="1"/>
          </p:cNvSpPr>
          <p:nvPr>
            <p:ph type="body" idx="2"/>
          </p:nvPr>
        </p:nvSpPr>
        <p:spPr>
          <a:xfrm>
            <a:off x="305490" y="3107761"/>
            <a:ext cx="4094506" cy="90307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accent4"/>
              </a:buClr>
              <a:buSzPts val="2100"/>
              <a:buNone/>
              <a:defRPr sz="2100" b="0">
                <a:solidFill>
                  <a:schemeClr val="accent4"/>
                </a:solidFill>
              </a:defRPr>
            </a:lvl1pPr>
            <a:lvl2pPr marL="914400" lvl="1" indent="-228600" algn="l">
              <a:lnSpc>
                <a:spcPct val="90000"/>
              </a:lnSpc>
              <a:spcBef>
                <a:spcPts val="375"/>
              </a:spcBef>
              <a:spcAft>
                <a:spcPts val="0"/>
              </a:spcAft>
              <a:buClr>
                <a:schemeClr val="lt1"/>
              </a:buClr>
              <a:buSzPts val="3000"/>
              <a:buNone/>
              <a:defRPr sz="3000" b="1">
                <a:solidFill>
                  <a:schemeClr val="lt1"/>
                </a:solidFill>
              </a:defRPr>
            </a:lvl2pPr>
            <a:lvl3pPr marL="1371600" lvl="2" indent="-228600" algn="l">
              <a:lnSpc>
                <a:spcPct val="90000"/>
              </a:lnSpc>
              <a:spcBef>
                <a:spcPts val="375"/>
              </a:spcBef>
              <a:spcAft>
                <a:spcPts val="0"/>
              </a:spcAft>
              <a:buClr>
                <a:schemeClr val="lt1"/>
              </a:buClr>
              <a:buSzPts val="3000"/>
              <a:buNone/>
              <a:defRPr sz="3000" b="1">
                <a:solidFill>
                  <a:schemeClr val="lt1"/>
                </a:solidFill>
              </a:defRPr>
            </a:lvl3pPr>
            <a:lvl4pPr marL="1828800" lvl="3" indent="-228600" algn="l">
              <a:lnSpc>
                <a:spcPct val="90000"/>
              </a:lnSpc>
              <a:spcBef>
                <a:spcPts val="375"/>
              </a:spcBef>
              <a:spcAft>
                <a:spcPts val="0"/>
              </a:spcAft>
              <a:buClr>
                <a:schemeClr val="lt1"/>
              </a:buClr>
              <a:buSzPts val="3000"/>
              <a:buNone/>
              <a:defRPr sz="3000" b="1">
                <a:solidFill>
                  <a:schemeClr val="lt1"/>
                </a:solidFill>
              </a:defRPr>
            </a:lvl4pPr>
            <a:lvl5pPr marL="2286000" lvl="4" indent="-228600" algn="l">
              <a:lnSpc>
                <a:spcPct val="90000"/>
              </a:lnSpc>
              <a:spcBef>
                <a:spcPts val="375"/>
              </a:spcBef>
              <a:spcAft>
                <a:spcPts val="0"/>
              </a:spcAft>
              <a:buClr>
                <a:schemeClr val="lt1"/>
              </a:buClr>
              <a:buSzPts val="3000"/>
              <a:buNone/>
              <a:defRPr sz="3000" b="1">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pic>
        <p:nvPicPr>
          <p:cNvPr id="129" name="Google Shape;129;p27"/>
          <p:cNvPicPr preferRelativeResize="0"/>
          <p:nvPr/>
        </p:nvPicPr>
        <p:blipFill rotWithShape="1">
          <a:blip r:embed="rId3">
            <a:alphaModFix/>
          </a:blip>
          <a:srcRect/>
          <a:stretch/>
        </p:blipFill>
        <p:spPr>
          <a:xfrm>
            <a:off x="4357222" y="1036426"/>
            <a:ext cx="4783475" cy="3867083"/>
          </a:xfrm>
          <a:prstGeom prst="rect">
            <a:avLst/>
          </a:prstGeom>
          <a:noFill/>
          <a:ln>
            <a:noFill/>
          </a:ln>
        </p:spPr>
      </p:pic>
      <p:sp>
        <p:nvSpPr>
          <p:cNvPr id="130" name="Google Shape;130;p27"/>
          <p:cNvSpPr/>
          <p:nvPr/>
        </p:nvSpPr>
        <p:spPr>
          <a:xfrm>
            <a:off x="0" y="0"/>
            <a:ext cx="9144000" cy="5146646"/>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131" name="Google Shape;131;p27" descr="A picture containing text, clipart&#10;&#10;Description automatically generated"/>
          <p:cNvPicPr preferRelativeResize="0"/>
          <p:nvPr/>
        </p:nvPicPr>
        <p:blipFill rotWithShape="1">
          <a:blip r:embed="rId2">
            <a:alphaModFix/>
          </a:blip>
          <a:srcRect/>
          <a:stretch/>
        </p:blipFill>
        <p:spPr>
          <a:xfrm>
            <a:off x="5895330" y="637453"/>
            <a:ext cx="2052638" cy="552450"/>
          </a:xfrm>
          <a:prstGeom prst="rect">
            <a:avLst/>
          </a:prstGeom>
          <a:noFill/>
          <a:ln>
            <a:noFill/>
          </a:ln>
        </p:spPr>
      </p:pic>
      <p:sp>
        <p:nvSpPr>
          <p:cNvPr id="132" name="Google Shape;132;p27"/>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133" name="Google Shape;133;p27"/>
          <p:cNvPicPr preferRelativeResize="0"/>
          <p:nvPr/>
        </p:nvPicPr>
        <p:blipFill rotWithShape="1">
          <a:blip r:embed="rId3">
            <a:alphaModFix/>
          </a:blip>
          <a:srcRect/>
          <a:stretch/>
        </p:blipFill>
        <p:spPr>
          <a:xfrm>
            <a:off x="4357222" y="1036426"/>
            <a:ext cx="4783475" cy="3867083"/>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and Content_White Background Accessing Files">
  <p:cSld name="1_Title and Content_White Background Accessing Files">
    <p:spTree>
      <p:nvGrpSpPr>
        <p:cNvPr id="1" name="Shape 134"/>
        <p:cNvGrpSpPr/>
        <p:nvPr/>
      </p:nvGrpSpPr>
      <p:grpSpPr>
        <a:xfrm>
          <a:off x="0" y="0"/>
          <a:ext cx="0" cy="0"/>
          <a:chOff x="0" y="0"/>
          <a:chExt cx="0" cy="0"/>
        </a:xfrm>
      </p:grpSpPr>
      <p:sp>
        <p:nvSpPr>
          <p:cNvPr id="135" name="Google Shape;135;p28"/>
          <p:cNvSpPr/>
          <p:nvPr/>
        </p:nvSpPr>
        <p:spPr>
          <a:xfrm>
            <a:off x="6616076" y="2670107"/>
            <a:ext cx="2527924" cy="233876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36" name="Google Shape;136;p28" descr="A person using a computer&#10;&#10;Description automatically generated"/>
          <p:cNvPicPr preferRelativeResize="0"/>
          <p:nvPr/>
        </p:nvPicPr>
        <p:blipFill rotWithShape="1">
          <a:blip r:embed="rId2">
            <a:alphaModFix amt="18000"/>
          </a:blip>
          <a:srcRect t="8029" b="7908"/>
          <a:stretch/>
        </p:blipFill>
        <p:spPr>
          <a:xfrm>
            <a:off x="-9525" y="0"/>
            <a:ext cx="9153525" cy="5129808"/>
          </a:xfrm>
          <a:prstGeom prst="rect">
            <a:avLst/>
          </a:prstGeom>
          <a:noFill/>
          <a:ln>
            <a:noFill/>
          </a:ln>
        </p:spPr>
      </p:pic>
      <p:sp>
        <p:nvSpPr>
          <p:cNvPr id="137" name="Google Shape;137;p28"/>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138" name="Google Shape;138;p28"/>
          <p:cNvSpPr txBox="1">
            <a:spLocks noGrp="1"/>
          </p:cNvSpPr>
          <p:nvPr>
            <p:ph type="body" idx="1"/>
          </p:nvPr>
        </p:nvSpPr>
        <p:spPr>
          <a:xfrm>
            <a:off x="296437" y="940020"/>
            <a:ext cx="8551126" cy="3460174"/>
          </a:xfrm>
          <a:prstGeom prst="rect">
            <a:avLst/>
          </a:prstGeom>
          <a:noFill/>
          <a:ln>
            <a:noFill/>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rgbClr val="3F3F3F"/>
              </a:buClr>
              <a:buSzPts val="2100"/>
              <a:buChar char="•"/>
              <a:defRPr i="0">
                <a:solidFill>
                  <a:srgbClr val="3F3F3F"/>
                </a:solidFill>
              </a:defRPr>
            </a:lvl1pPr>
            <a:lvl2pPr marL="914400" lvl="1" indent="-342900" algn="l">
              <a:lnSpc>
                <a:spcPct val="90000"/>
              </a:lnSpc>
              <a:spcBef>
                <a:spcPts val="375"/>
              </a:spcBef>
              <a:spcAft>
                <a:spcPts val="0"/>
              </a:spcAft>
              <a:buClr>
                <a:srgbClr val="3F3F3F"/>
              </a:buClr>
              <a:buSzPts val="1800"/>
              <a:buChar char="•"/>
              <a:defRPr>
                <a:solidFill>
                  <a:srgbClr val="3F3F3F"/>
                </a:solidFill>
              </a:defRPr>
            </a:lvl2pPr>
            <a:lvl3pPr marL="1371600" lvl="2" indent="-323850" algn="l">
              <a:lnSpc>
                <a:spcPct val="90000"/>
              </a:lnSpc>
              <a:spcBef>
                <a:spcPts val="375"/>
              </a:spcBef>
              <a:spcAft>
                <a:spcPts val="0"/>
              </a:spcAft>
              <a:buClr>
                <a:srgbClr val="3F3F3F"/>
              </a:buClr>
              <a:buSzPts val="1500"/>
              <a:buChar char="•"/>
              <a:defRPr>
                <a:solidFill>
                  <a:srgbClr val="3F3F3F"/>
                </a:solidFill>
              </a:defRPr>
            </a:lvl3pPr>
            <a:lvl4pPr marL="1828800" lvl="3" indent="-314325" algn="l">
              <a:lnSpc>
                <a:spcPct val="90000"/>
              </a:lnSpc>
              <a:spcBef>
                <a:spcPts val="375"/>
              </a:spcBef>
              <a:spcAft>
                <a:spcPts val="0"/>
              </a:spcAft>
              <a:buClr>
                <a:srgbClr val="3F3F3F"/>
              </a:buClr>
              <a:buSzPts val="1350"/>
              <a:buChar char="•"/>
              <a:defRPr>
                <a:solidFill>
                  <a:srgbClr val="3F3F3F"/>
                </a:solidFill>
              </a:defRPr>
            </a:lvl4pPr>
            <a:lvl5pPr marL="2286000" lvl="4" indent="-314325" algn="l">
              <a:lnSpc>
                <a:spcPct val="90000"/>
              </a:lnSpc>
              <a:spcBef>
                <a:spcPts val="375"/>
              </a:spcBef>
              <a:spcAft>
                <a:spcPts val="0"/>
              </a:spcAft>
              <a:buClr>
                <a:srgbClr val="3F3F3F"/>
              </a:buClr>
              <a:buSzPts val="1350"/>
              <a:buChar char="•"/>
              <a:defRPr>
                <a:solidFill>
                  <a:srgbClr val="3F3F3F"/>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39" name="Google Shape;139;p28"/>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40" name="Google Shape;140;p28"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141" name="Google Shape;141;p28"/>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142" name="Google Shape;142;p28"/>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143" name="Google Shape;143;p28"/>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144" name="Google Shape;144;p28"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145" name="Google Shape;145;p28"/>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146" name="Google Shape;146;p28"/>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Background with Right image">
  <p:cSld name="White Background with Right image">
    <p:spTree>
      <p:nvGrpSpPr>
        <p:cNvPr id="1" name="Shape 147"/>
        <p:cNvGrpSpPr/>
        <p:nvPr/>
      </p:nvGrpSpPr>
      <p:grpSpPr>
        <a:xfrm>
          <a:off x="0" y="0"/>
          <a:ext cx="0" cy="0"/>
          <a:chOff x="0" y="0"/>
          <a:chExt cx="0" cy="0"/>
        </a:xfrm>
      </p:grpSpPr>
      <p:sp>
        <p:nvSpPr>
          <p:cNvPr id="148" name="Google Shape;148;p29"/>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49" name="Google Shape;149;p29"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150" name="Google Shape;150;p29"/>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151" name="Google Shape;151;p29"/>
          <p:cNvSpPr txBox="1">
            <a:spLocks noGrp="1"/>
          </p:cNvSpPr>
          <p:nvPr>
            <p:ph type="body" idx="1"/>
          </p:nvPr>
        </p:nvSpPr>
        <p:spPr>
          <a:xfrm>
            <a:off x="296437" y="940020"/>
            <a:ext cx="5505431" cy="3460174"/>
          </a:xfrm>
          <a:prstGeom prst="rect">
            <a:avLst/>
          </a:prstGeom>
          <a:noFill/>
          <a:ln>
            <a:noFill/>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rgbClr val="3F3F3F"/>
              </a:buClr>
              <a:buSzPts val="2100"/>
              <a:buChar char="•"/>
              <a:defRPr>
                <a:solidFill>
                  <a:srgbClr val="3F3F3F"/>
                </a:solidFill>
              </a:defRPr>
            </a:lvl1pPr>
            <a:lvl2pPr marL="914400" lvl="1" indent="-342900" algn="l">
              <a:lnSpc>
                <a:spcPct val="90000"/>
              </a:lnSpc>
              <a:spcBef>
                <a:spcPts val="375"/>
              </a:spcBef>
              <a:spcAft>
                <a:spcPts val="0"/>
              </a:spcAft>
              <a:buClr>
                <a:srgbClr val="3F3F3F"/>
              </a:buClr>
              <a:buSzPts val="1800"/>
              <a:buChar char="•"/>
              <a:defRPr>
                <a:solidFill>
                  <a:srgbClr val="3F3F3F"/>
                </a:solidFill>
              </a:defRPr>
            </a:lvl2pPr>
            <a:lvl3pPr marL="1371600" lvl="2" indent="-323850" algn="l">
              <a:lnSpc>
                <a:spcPct val="90000"/>
              </a:lnSpc>
              <a:spcBef>
                <a:spcPts val="375"/>
              </a:spcBef>
              <a:spcAft>
                <a:spcPts val="0"/>
              </a:spcAft>
              <a:buClr>
                <a:srgbClr val="3F3F3F"/>
              </a:buClr>
              <a:buSzPts val="1500"/>
              <a:buChar char="•"/>
              <a:defRPr>
                <a:solidFill>
                  <a:srgbClr val="3F3F3F"/>
                </a:solidFill>
              </a:defRPr>
            </a:lvl3pPr>
            <a:lvl4pPr marL="1828800" lvl="3" indent="-314325" algn="l">
              <a:lnSpc>
                <a:spcPct val="90000"/>
              </a:lnSpc>
              <a:spcBef>
                <a:spcPts val="375"/>
              </a:spcBef>
              <a:spcAft>
                <a:spcPts val="0"/>
              </a:spcAft>
              <a:buClr>
                <a:srgbClr val="3F3F3F"/>
              </a:buClr>
              <a:buSzPts val="1350"/>
              <a:buChar char="•"/>
              <a:defRPr>
                <a:solidFill>
                  <a:srgbClr val="3F3F3F"/>
                </a:solidFill>
              </a:defRPr>
            </a:lvl4pPr>
            <a:lvl5pPr marL="2286000" lvl="4" indent="-314325" algn="l">
              <a:lnSpc>
                <a:spcPct val="90000"/>
              </a:lnSpc>
              <a:spcBef>
                <a:spcPts val="375"/>
              </a:spcBef>
              <a:spcAft>
                <a:spcPts val="0"/>
              </a:spcAft>
              <a:buClr>
                <a:srgbClr val="3F3F3F"/>
              </a:buClr>
              <a:buSzPts val="1350"/>
              <a:buChar char="•"/>
              <a:defRPr>
                <a:solidFill>
                  <a:srgbClr val="3F3F3F"/>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52" name="Google Shape;152;p29"/>
          <p:cNvSpPr txBox="1">
            <a:spLocks noGrp="1"/>
          </p:cNvSpPr>
          <p:nvPr>
            <p:ph type="title"/>
          </p:nvPr>
        </p:nvSpPr>
        <p:spPr>
          <a:xfrm>
            <a:off x="296437" y="13692"/>
            <a:ext cx="5124932"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29"/>
          <p:cNvSpPr>
            <a:spLocks noGrp="1"/>
          </p:cNvSpPr>
          <p:nvPr>
            <p:ph type="pic" idx="2"/>
          </p:nvPr>
        </p:nvSpPr>
        <p:spPr>
          <a:xfrm>
            <a:off x="6093619" y="0"/>
            <a:ext cx="3050381" cy="4867859"/>
          </a:xfrm>
          <a:prstGeom prst="rect">
            <a:avLst/>
          </a:prstGeom>
          <a:noFill/>
          <a:ln>
            <a:noFill/>
          </a:ln>
        </p:spPr>
      </p:sp>
      <p:sp>
        <p:nvSpPr>
          <p:cNvPr id="154" name="Google Shape;154;p29"/>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155" name="Google Shape;155;p29"/>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156" name="Google Shape;156;p29"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157" name="Google Shape;157;p29"/>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158" name="Google Shape;158;p29"/>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159"/>
        <p:cNvGrpSpPr/>
        <p:nvPr/>
      </p:nvGrpSpPr>
      <p:grpSpPr>
        <a:xfrm>
          <a:off x="0" y="0"/>
          <a:ext cx="0" cy="0"/>
          <a:chOff x="0" y="0"/>
          <a:chExt cx="0" cy="0"/>
        </a:xfrm>
      </p:grpSpPr>
      <p:sp>
        <p:nvSpPr>
          <p:cNvPr id="160" name="Google Shape;160;p30"/>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161" name="Google Shape;161;p30"/>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pic>
        <p:nvPicPr>
          <p:cNvPr id="162" name="Google Shape;162;p30"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163" name="Google Shape;163;p30"/>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164" name="Google Shape;164;p30"/>
          <p:cNvSpPr txBox="1">
            <a:spLocks noGrp="1"/>
          </p:cNvSpPr>
          <p:nvPr>
            <p:ph type="body" idx="1"/>
          </p:nvPr>
        </p:nvSpPr>
        <p:spPr>
          <a:xfrm>
            <a:off x="296437" y="928195"/>
            <a:ext cx="4139889" cy="3471998"/>
          </a:xfrm>
          <a:prstGeom prst="rect">
            <a:avLst/>
          </a:prstGeom>
          <a:noFill/>
          <a:ln>
            <a:noFill/>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rgbClr val="3F3F3F"/>
              </a:buClr>
              <a:buSzPts val="2100"/>
              <a:buChar char="•"/>
              <a:defRPr i="0">
                <a:solidFill>
                  <a:srgbClr val="3F3F3F"/>
                </a:solidFill>
              </a:defRPr>
            </a:lvl1pPr>
            <a:lvl2pPr marL="914400" lvl="1" indent="-342900" algn="l">
              <a:lnSpc>
                <a:spcPct val="90000"/>
              </a:lnSpc>
              <a:spcBef>
                <a:spcPts val="375"/>
              </a:spcBef>
              <a:spcAft>
                <a:spcPts val="0"/>
              </a:spcAft>
              <a:buClr>
                <a:srgbClr val="3F3F3F"/>
              </a:buClr>
              <a:buSzPts val="1800"/>
              <a:buChar char="•"/>
              <a:defRPr>
                <a:solidFill>
                  <a:srgbClr val="3F3F3F"/>
                </a:solidFill>
              </a:defRPr>
            </a:lvl2pPr>
            <a:lvl3pPr marL="1371600" lvl="2" indent="-323850" algn="l">
              <a:lnSpc>
                <a:spcPct val="90000"/>
              </a:lnSpc>
              <a:spcBef>
                <a:spcPts val="375"/>
              </a:spcBef>
              <a:spcAft>
                <a:spcPts val="0"/>
              </a:spcAft>
              <a:buClr>
                <a:srgbClr val="3F3F3F"/>
              </a:buClr>
              <a:buSzPts val="1500"/>
              <a:buChar char="•"/>
              <a:defRPr>
                <a:solidFill>
                  <a:srgbClr val="3F3F3F"/>
                </a:solidFill>
              </a:defRPr>
            </a:lvl3pPr>
            <a:lvl4pPr marL="1828800" lvl="3" indent="-314325" algn="l">
              <a:lnSpc>
                <a:spcPct val="90000"/>
              </a:lnSpc>
              <a:spcBef>
                <a:spcPts val="375"/>
              </a:spcBef>
              <a:spcAft>
                <a:spcPts val="0"/>
              </a:spcAft>
              <a:buClr>
                <a:srgbClr val="3F3F3F"/>
              </a:buClr>
              <a:buSzPts val="1350"/>
              <a:buChar char="•"/>
              <a:defRPr>
                <a:solidFill>
                  <a:srgbClr val="3F3F3F"/>
                </a:solidFill>
              </a:defRPr>
            </a:lvl4pPr>
            <a:lvl5pPr marL="2286000" lvl="4" indent="-314325" algn="l">
              <a:lnSpc>
                <a:spcPct val="90000"/>
              </a:lnSpc>
              <a:spcBef>
                <a:spcPts val="375"/>
              </a:spcBef>
              <a:spcAft>
                <a:spcPts val="0"/>
              </a:spcAft>
              <a:buClr>
                <a:srgbClr val="3F3F3F"/>
              </a:buClr>
              <a:buSzPts val="1350"/>
              <a:buChar char="•"/>
              <a:defRPr>
                <a:solidFill>
                  <a:srgbClr val="3F3F3F"/>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65" name="Google Shape;165;p30"/>
          <p:cNvSpPr txBox="1">
            <a:spLocks noGrp="1"/>
          </p:cNvSpPr>
          <p:nvPr>
            <p:ph type="body" idx="2"/>
          </p:nvPr>
        </p:nvSpPr>
        <p:spPr>
          <a:xfrm>
            <a:off x="4673756" y="928195"/>
            <a:ext cx="4139889" cy="3471998"/>
          </a:xfrm>
          <a:prstGeom prst="rect">
            <a:avLst/>
          </a:prstGeom>
          <a:noFill/>
          <a:ln>
            <a:noFill/>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rgbClr val="3F3F3F"/>
              </a:buClr>
              <a:buSzPts val="2100"/>
              <a:buChar char="•"/>
              <a:defRPr i="0">
                <a:solidFill>
                  <a:srgbClr val="3F3F3F"/>
                </a:solidFill>
              </a:defRPr>
            </a:lvl1pPr>
            <a:lvl2pPr marL="914400" lvl="1" indent="-342900" algn="l">
              <a:lnSpc>
                <a:spcPct val="90000"/>
              </a:lnSpc>
              <a:spcBef>
                <a:spcPts val="375"/>
              </a:spcBef>
              <a:spcAft>
                <a:spcPts val="0"/>
              </a:spcAft>
              <a:buClr>
                <a:srgbClr val="3F3F3F"/>
              </a:buClr>
              <a:buSzPts val="1800"/>
              <a:buChar char="•"/>
              <a:defRPr>
                <a:solidFill>
                  <a:srgbClr val="3F3F3F"/>
                </a:solidFill>
              </a:defRPr>
            </a:lvl2pPr>
            <a:lvl3pPr marL="1371600" lvl="2" indent="-323850" algn="l">
              <a:lnSpc>
                <a:spcPct val="90000"/>
              </a:lnSpc>
              <a:spcBef>
                <a:spcPts val="375"/>
              </a:spcBef>
              <a:spcAft>
                <a:spcPts val="0"/>
              </a:spcAft>
              <a:buClr>
                <a:srgbClr val="3F3F3F"/>
              </a:buClr>
              <a:buSzPts val="1500"/>
              <a:buChar char="•"/>
              <a:defRPr>
                <a:solidFill>
                  <a:srgbClr val="3F3F3F"/>
                </a:solidFill>
              </a:defRPr>
            </a:lvl3pPr>
            <a:lvl4pPr marL="1828800" lvl="3" indent="-314325" algn="l">
              <a:lnSpc>
                <a:spcPct val="90000"/>
              </a:lnSpc>
              <a:spcBef>
                <a:spcPts val="375"/>
              </a:spcBef>
              <a:spcAft>
                <a:spcPts val="0"/>
              </a:spcAft>
              <a:buClr>
                <a:srgbClr val="3F3F3F"/>
              </a:buClr>
              <a:buSzPts val="1350"/>
              <a:buChar char="•"/>
              <a:defRPr>
                <a:solidFill>
                  <a:srgbClr val="3F3F3F"/>
                </a:solidFill>
              </a:defRPr>
            </a:lvl4pPr>
            <a:lvl5pPr marL="2286000" lvl="4" indent="-314325" algn="l">
              <a:lnSpc>
                <a:spcPct val="90000"/>
              </a:lnSpc>
              <a:spcBef>
                <a:spcPts val="375"/>
              </a:spcBef>
              <a:spcAft>
                <a:spcPts val="0"/>
              </a:spcAft>
              <a:buClr>
                <a:srgbClr val="3F3F3F"/>
              </a:buClr>
              <a:buSzPts val="1350"/>
              <a:buChar char="•"/>
              <a:defRPr>
                <a:solidFill>
                  <a:srgbClr val="3F3F3F"/>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66" name="Google Shape;166;p30"/>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7" name="Google Shape;167;p30"/>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sp>
        <p:nvSpPr>
          <p:cNvPr id="168" name="Google Shape;168;p30"/>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pic>
        <p:nvPicPr>
          <p:cNvPr id="169" name="Google Shape;169;p30"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170" name="Google Shape;170;p30"/>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wo Column - Green header with content boxes">
  <p:cSld name="wo Column - Green header with content boxes">
    <p:spTree>
      <p:nvGrpSpPr>
        <p:cNvPr id="1" name="Shape 171"/>
        <p:cNvGrpSpPr/>
        <p:nvPr/>
      </p:nvGrpSpPr>
      <p:grpSpPr>
        <a:xfrm>
          <a:off x="0" y="0"/>
          <a:ext cx="0" cy="0"/>
          <a:chOff x="0" y="0"/>
          <a:chExt cx="0" cy="0"/>
        </a:xfrm>
      </p:grpSpPr>
      <p:sp>
        <p:nvSpPr>
          <p:cNvPr id="172" name="Google Shape;172;p31"/>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73" name="Google Shape;173;p31"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174" name="Google Shape;174;p31"/>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175" name="Google Shape;175;p31"/>
          <p:cNvSpPr txBox="1">
            <a:spLocks noGrp="1"/>
          </p:cNvSpPr>
          <p:nvPr>
            <p:ph type="body" idx="1"/>
          </p:nvPr>
        </p:nvSpPr>
        <p:spPr>
          <a:xfrm>
            <a:off x="296436" y="1578936"/>
            <a:ext cx="4139890" cy="2431726"/>
          </a:xfrm>
          <a:prstGeom prst="rect">
            <a:avLst/>
          </a:prstGeom>
          <a:noFill/>
          <a:ln w="9525" cap="flat" cmpd="sng">
            <a:solidFill>
              <a:schemeClr val="accent1">
                <a:alpha val="95686"/>
              </a:schemeClr>
            </a:solidFill>
            <a:prstDash val="solid"/>
            <a:round/>
            <a:headEnd type="none" w="sm" len="sm"/>
            <a:tailEnd type="none" w="sm" len="sm"/>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rgbClr val="3F3F3F"/>
              </a:buClr>
              <a:buSzPts val="2100"/>
              <a:buChar char="•"/>
              <a:defRPr i="0">
                <a:solidFill>
                  <a:srgbClr val="3F3F3F"/>
                </a:solidFill>
              </a:defRPr>
            </a:lvl1pPr>
            <a:lvl2pPr marL="914400" lvl="1" indent="-342900" algn="l">
              <a:lnSpc>
                <a:spcPct val="90000"/>
              </a:lnSpc>
              <a:spcBef>
                <a:spcPts val="375"/>
              </a:spcBef>
              <a:spcAft>
                <a:spcPts val="0"/>
              </a:spcAft>
              <a:buClr>
                <a:srgbClr val="3F3F3F"/>
              </a:buClr>
              <a:buSzPts val="1800"/>
              <a:buChar char="•"/>
              <a:defRPr>
                <a:solidFill>
                  <a:srgbClr val="3F3F3F"/>
                </a:solidFill>
              </a:defRPr>
            </a:lvl2pPr>
            <a:lvl3pPr marL="1371600" lvl="2" indent="-323850" algn="l">
              <a:lnSpc>
                <a:spcPct val="90000"/>
              </a:lnSpc>
              <a:spcBef>
                <a:spcPts val="375"/>
              </a:spcBef>
              <a:spcAft>
                <a:spcPts val="0"/>
              </a:spcAft>
              <a:buClr>
                <a:srgbClr val="3F3F3F"/>
              </a:buClr>
              <a:buSzPts val="1500"/>
              <a:buChar char="•"/>
              <a:defRPr>
                <a:solidFill>
                  <a:srgbClr val="3F3F3F"/>
                </a:solidFill>
              </a:defRPr>
            </a:lvl3pPr>
            <a:lvl4pPr marL="1828800" lvl="3" indent="-314325" algn="l">
              <a:lnSpc>
                <a:spcPct val="90000"/>
              </a:lnSpc>
              <a:spcBef>
                <a:spcPts val="375"/>
              </a:spcBef>
              <a:spcAft>
                <a:spcPts val="0"/>
              </a:spcAft>
              <a:buClr>
                <a:srgbClr val="3F3F3F"/>
              </a:buClr>
              <a:buSzPts val="1350"/>
              <a:buChar char="•"/>
              <a:defRPr>
                <a:solidFill>
                  <a:srgbClr val="3F3F3F"/>
                </a:solidFill>
              </a:defRPr>
            </a:lvl4pPr>
            <a:lvl5pPr marL="2286000" lvl="4" indent="-314325" algn="l">
              <a:lnSpc>
                <a:spcPct val="90000"/>
              </a:lnSpc>
              <a:spcBef>
                <a:spcPts val="375"/>
              </a:spcBef>
              <a:spcAft>
                <a:spcPts val="0"/>
              </a:spcAft>
              <a:buClr>
                <a:srgbClr val="3F3F3F"/>
              </a:buClr>
              <a:buSzPts val="1350"/>
              <a:buChar char="•"/>
              <a:defRPr>
                <a:solidFill>
                  <a:srgbClr val="3F3F3F"/>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6" name="Google Shape;176;p31"/>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31"/>
          <p:cNvSpPr txBox="1">
            <a:spLocks noGrp="1"/>
          </p:cNvSpPr>
          <p:nvPr>
            <p:ph type="body" idx="2"/>
          </p:nvPr>
        </p:nvSpPr>
        <p:spPr>
          <a:xfrm>
            <a:off x="4732762" y="1579407"/>
            <a:ext cx="4139890" cy="2431726"/>
          </a:xfrm>
          <a:prstGeom prst="rect">
            <a:avLst/>
          </a:prstGeom>
          <a:noFill/>
          <a:ln w="9525" cap="flat" cmpd="sng">
            <a:solidFill>
              <a:srgbClr val="014730">
                <a:alpha val="95686"/>
              </a:srgbClr>
            </a:solidFill>
            <a:prstDash val="solid"/>
            <a:round/>
            <a:headEnd type="none" w="sm" len="sm"/>
            <a:tailEnd type="none" w="sm" len="sm"/>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rgbClr val="3F3F3F"/>
              </a:buClr>
              <a:buSzPts val="2100"/>
              <a:buChar char="•"/>
              <a:defRPr i="0">
                <a:solidFill>
                  <a:srgbClr val="3F3F3F"/>
                </a:solidFill>
              </a:defRPr>
            </a:lvl1pPr>
            <a:lvl2pPr marL="914400" lvl="1" indent="-342900" algn="l">
              <a:lnSpc>
                <a:spcPct val="90000"/>
              </a:lnSpc>
              <a:spcBef>
                <a:spcPts val="375"/>
              </a:spcBef>
              <a:spcAft>
                <a:spcPts val="0"/>
              </a:spcAft>
              <a:buClr>
                <a:srgbClr val="3F3F3F"/>
              </a:buClr>
              <a:buSzPts val="1800"/>
              <a:buChar char="•"/>
              <a:defRPr>
                <a:solidFill>
                  <a:srgbClr val="3F3F3F"/>
                </a:solidFill>
              </a:defRPr>
            </a:lvl2pPr>
            <a:lvl3pPr marL="1371600" lvl="2" indent="-323850" algn="l">
              <a:lnSpc>
                <a:spcPct val="90000"/>
              </a:lnSpc>
              <a:spcBef>
                <a:spcPts val="375"/>
              </a:spcBef>
              <a:spcAft>
                <a:spcPts val="0"/>
              </a:spcAft>
              <a:buClr>
                <a:srgbClr val="3F3F3F"/>
              </a:buClr>
              <a:buSzPts val="1500"/>
              <a:buChar char="•"/>
              <a:defRPr>
                <a:solidFill>
                  <a:srgbClr val="3F3F3F"/>
                </a:solidFill>
              </a:defRPr>
            </a:lvl3pPr>
            <a:lvl4pPr marL="1828800" lvl="3" indent="-314325" algn="l">
              <a:lnSpc>
                <a:spcPct val="90000"/>
              </a:lnSpc>
              <a:spcBef>
                <a:spcPts val="375"/>
              </a:spcBef>
              <a:spcAft>
                <a:spcPts val="0"/>
              </a:spcAft>
              <a:buClr>
                <a:srgbClr val="3F3F3F"/>
              </a:buClr>
              <a:buSzPts val="1350"/>
              <a:buChar char="•"/>
              <a:defRPr>
                <a:solidFill>
                  <a:srgbClr val="3F3F3F"/>
                </a:solidFill>
              </a:defRPr>
            </a:lvl4pPr>
            <a:lvl5pPr marL="2286000" lvl="4" indent="-314325" algn="l">
              <a:lnSpc>
                <a:spcPct val="90000"/>
              </a:lnSpc>
              <a:spcBef>
                <a:spcPts val="375"/>
              </a:spcBef>
              <a:spcAft>
                <a:spcPts val="0"/>
              </a:spcAft>
              <a:buClr>
                <a:srgbClr val="3F3F3F"/>
              </a:buClr>
              <a:buSzPts val="1350"/>
              <a:buChar char="•"/>
              <a:defRPr>
                <a:solidFill>
                  <a:srgbClr val="3F3F3F"/>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8" name="Google Shape;178;p31"/>
          <p:cNvSpPr txBox="1">
            <a:spLocks noGrp="1"/>
          </p:cNvSpPr>
          <p:nvPr>
            <p:ph type="body" idx="3"/>
          </p:nvPr>
        </p:nvSpPr>
        <p:spPr>
          <a:xfrm>
            <a:off x="296436" y="1019358"/>
            <a:ext cx="4139889" cy="558211"/>
          </a:xfrm>
          <a:prstGeom prst="rect">
            <a:avLst/>
          </a:prstGeom>
          <a:solidFill>
            <a:schemeClr val="accent1"/>
          </a:solidFill>
          <a:ln>
            <a:noFill/>
          </a:ln>
        </p:spPr>
        <p:txBody>
          <a:bodyPr spcFirstLastPara="1" wrap="square" lIns="91425" tIns="45700" rIns="91425" bIns="45700" anchor="ctr" anchorCtr="0">
            <a:noAutofit/>
          </a:bodyPr>
          <a:lstStyle>
            <a:lvl1pPr marL="457200" lvl="0" indent="-228600" algn="ctr">
              <a:lnSpc>
                <a:spcPct val="90000"/>
              </a:lnSpc>
              <a:spcBef>
                <a:spcPts val="750"/>
              </a:spcBef>
              <a:spcAft>
                <a:spcPts val="0"/>
              </a:spcAft>
              <a:buClr>
                <a:schemeClr val="lt1"/>
              </a:buClr>
              <a:buSzPts val="1800"/>
              <a:buNone/>
              <a:defRPr sz="1800" b="1">
                <a:solidFill>
                  <a:schemeClr val="lt1"/>
                </a:solidFill>
              </a:defRPr>
            </a:lvl1pPr>
            <a:lvl2pPr marL="914400" lvl="1" indent="-228600" algn="l">
              <a:lnSpc>
                <a:spcPct val="90000"/>
              </a:lnSpc>
              <a:spcBef>
                <a:spcPts val="375"/>
              </a:spcBef>
              <a:spcAft>
                <a:spcPts val="0"/>
              </a:spcAft>
              <a:buClr>
                <a:schemeClr val="lt1"/>
              </a:buClr>
              <a:buSzPts val="1800"/>
              <a:buNone/>
              <a:defRPr sz="1800" b="1">
                <a:solidFill>
                  <a:schemeClr val="lt1"/>
                </a:solidFill>
              </a:defRPr>
            </a:lvl2pPr>
            <a:lvl3pPr marL="1371600" lvl="2" indent="-228600" algn="l">
              <a:lnSpc>
                <a:spcPct val="90000"/>
              </a:lnSpc>
              <a:spcBef>
                <a:spcPts val="375"/>
              </a:spcBef>
              <a:spcAft>
                <a:spcPts val="0"/>
              </a:spcAft>
              <a:buClr>
                <a:schemeClr val="lt1"/>
              </a:buClr>
              <a:buSzPts val="1800"/>
              <a:buNone/>
              <a:defRPr sz="1800" b="1">
                <a:solidFill>
                  <a:schemeClr val="lt1"/>
                </a:solidFill>
              </a:defRPr>
            </a:lvl3pPr>
            <a:lvl4pPr marL="1828800" lvl="3" indent="-228600" algn="l">
              <a:lnSpc>
                <a:spcPct val="90000"/>
              </a:lnSpc>
              <a:spcBef>
                <a:spcPts val="375"/>
              </a:spcBef>
              <a:spcAft>
                <a:spcPts val="0"/>
              </a:spcAft>
              <a:buClr>
                <a:schemeClr val="lt1"/>
              </a:buClr>
              <a:buSzPts val="1800"/>
              <a:buNone/>
              <a:defRPr sz="1800" b="1">
                <a:solidFill>
                  <a:schemeClr val="lt1"/>
                </a:solidFill>
              </a:defRPr>
            </a:lvl4pPr>
            <a:lvl5pPr marL="2286000" lvl="4" indent="-228600" algn="l">
              <a:lnSpc>
                <a:spcPct val="90000"/>
              </a:lnSpc>
              <a:spcBef>
                <a:spcPts val="375"/>
              </a:spcBef>
              <a:spcAft>
                <a:spcPts val="0"/>
              </a:spcAft>
              <a:buClr>
                <a:schemeClr val="lt1"/>
              </a:buClr>
              <a:buSzPts val="1800"/>
              <a:buNone/>
              <a:defRPr sz="1800" b="1">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9" name="Google Shape;179;p31"/>
          <p:cNvSpPr txBox="1">
            <a:spLocks noGrp="1"/>
          </p:cNvSpPr>
          <p:nvPr>
            <p:ph type="body" idx="4"/>
          </p:nvPr>
        </p:nvSpPr>
        <p:spPr>
          <a:xfrm>
            <a:off x="4732763" y="1017474"/>
            <a:ext cx="4139889" cy="558211"/>
          </a:xfrm>
          <a:prstGeom prst="rect">
            <a:avLst/>
          </a:prstGeom>
          <a:solidFill>
            <a:schemeClr val="accent1"/>
          </a:solidFill>
          <a:ln>
            <a:noFill/>
          </a:ln>
        </p:spPr>
        <p:txBody>
          <a:bodyPr spcFirstLastPara="1" wrap="square" lIns="91425" tIns="45700" rIns="91425" bIns="45700" anchor="ctr" anchorCtr="0">
            <a:noAutofit/>
          </a:bodyPr>
          <a:lstStyle>
            <a:lvl1pPr marL="457200" lvl="0" indent="-228600" algn="ctr">
              <a:lnSpc>
                <a:spcPct val="90000"/>
              </a:lnSpc>
              <a:spcBef>
                <a:spcPts val="750"/>
              </a:spcBef>
              <a:spcAft>
                <a:spcPts val="0"/>
              </a:spcAft>
              <a:buClr>
                <a:schemeClr val="lt1"/>
              </a:buClr>
              <a:buSzPts val="1800"/>
              <a:buNone/>
              <a:defRPr sz="1800" b="1">
                <a:solidFill>
                  <a:schemeClr val="lt1"/>
                </a:solidFill>
              </a:defRPr>
            </a:lvl1pPr>
            <a:lvl2pPr marL="914400" lvl="1" indent="-228600" algn="l">
              <a:lnSpc>
                <a:spcPct val="90000"/>
              </a:lnSpc>
              <a:spcBef>
                <a:spcPts val="375"/>
              </a:spcBef>
              <a:spcAft>
                <a:spcPts val="0"/>
              </a:spcAft>
              <a:buClr>
                <a:schemeClr val="lt1"/>
              </a:buClr>
              <a:buSzPts val="1800"/>
              <a:buNone/>
              <a:defRPr sz="1800" b="1">
                <a:solidFill>
                  <a:schemeClr val="lt1"/>
                </a:solidFill>
              </a:defRPr>
            </a:lvl2pPr>
            <a:lvl3pPr marL="1371600" lvl="2" indent="-228600" algn="l">
              <a:lnSpc>
                <a:spcPct val="90000"/>
              </a:lnSpc>
              <a:spcBef>
                <a:spcPts val="375"/>
              </a:spcBef>
              <a:spcAft>
                <a:spcPts val="0"/>
              </a:spcAft>
              <a:buClr>
                <a:schemeClr val="lt1"/>
              </a:buClr>
              <a:buSzPts val="1800"/>
              <a:buNone/>
              <a:defRPr sz="1800" b="1">
                <a:solidFill>
                  <a:schemeClr val="lt1"/>
                </a:solidFill>
              </a:defRPr>
            </a:lvl3pPr>
            <a:lvl4pPr marL="1828800" lvl="3" indent="-228600" algn="l">
              <a:lnSpc>
                <a:spcPct val="90000"/>
              </a:lnSpc>
              <a:spcBef>
                <a:spcPts val="375"/>
              </a:spcBef>
              <a:spcAft>
                <a:spcPts val="0"/>
              </a:spcAft>
              <a:buClr>
                <a:schemeClr val="lt1"/>
              </a:buClr>
              <a:buSzPts val="1800"/>
              <a:buNone/>
              <a:defRPr sz="1800" b="1">
                <a:solidFill>
                  <a:schemeClr val="lt1"/>
                </a:solidFill>
              </a:defRPr>
            </a:lvl4pPr>
            <a:lvl5pPr marL="2286000" lvl="4" indent="-228600" algn="l">
              <a:lnSpc>
                <a:spcPct val="90000"/>
              </a:lnSpc>
              <a:spcBef>
                <a:spcPts val="375"/>
              </a:spcBef>
              <a:spcAft>
                <a:spcPts val="0"/>
              </a:spcAft>
              <a:buClr>
                <a:schemeClr val="lt1"/>
              </a:buClr>
              <a:buSzPts val="1800"/>
              <a:buNone/>
              <a:defRPr sz="1800" b="1">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80" name="Google Shape;180;p31"/>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181" name="Google Shape;181;p31"/>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182" name="Google Shape;182;p31"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183" name="Google Shape;183;p31"/>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184" name="Google Shape;184;p31"/>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Column - Green header with content">
  <p:cSld name="Three Column - Green header with content">
    <p:spTree>
      <p:nvGrpSpPr>
        <p:cNvPr id="1" name="Shape 185"/>
        <p:cNvGrpSpPr/>
        <p:nvPr/>
      </p:nvGrpSpPr>
      <p:grpSpPr>
        <a:xfrm>
          <a:off x="0" y="0"/>
          <a:ext cx="0" cy="0"/>
          <a:chOff x="0" y="0"/>
          <a:chExt cx="0" cy="0"/>
        </a:xfrm>
      </p:grpSpPr>
      <p:sp>
        <p:nvSpPr>
          <p:cNvPr id="186" name="Google Shape;186;p32"/>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87" name="Google Shape;187;p32"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188" name="Google Shape;188;p32"/>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189" name="Google Shape;189;p32"/>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32"/>
          <p:cNvSpPr txBox="1">
            <a:spLocks noGrp="1"/>
          </p:cNvSpPr>
          <p:nvPr>
            <p:ph type="body" idx="1"/>
          </p:nvPr>
        </p:nvSpPr>
        <p:spPr>
          <a:xfrm>
            <a:off x="296437" y="1770321"/>
            <a:ext cx="2418633" cy="22403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rgbClr val="3F3F3F"/>
              </a:buClr>
              <a:buSzPts val="1800"/>
              <a:buChar char="•"/>
              <a:defRPr sz="1800" i="0">
                <a:solidFill>
                  <a:srgbClr val="3F3F3F"/>
                </a:solidFill>
              </a:defRPr>
            </a:lvl1pPr>
            <a:lvl2pPr marL="914400" lvl="1" indent="-333375" algn="l">
              <a:lnSpc>
                <a:spcPct val="90000"/>
              </a:lnSpc>
              <a:spcBef>
                <a:spcPts val="375"/>
              </a:spcBef>
              <a:spcAft>
                <a:spcPts val="0"/>
              </a:spcAft>
              <a:buClr>
                <a:srgbClr val="3F3F3F"/>
              </a:buClr>
              <a:buSzPts val="1650"/>
              <a:buChar char="•"/>
              <a:defRPr sz="1650">
                <a:solidFill>
                  <a:srgbClr val="3F3F3F"/>
                </a:solidFill>
              </a:defRPr>
            </a:lvl2pPr>
            <a:lvl3pPr marL="1371600" lvl="2" indent="-333375" algn="l">
              <a:lnSpc>
                <a:spcPct val="90000"/>
              </a:lnSpc>
              <a:spcBef>
                <a:spcPts val="375"/>
              </a:spcBef>
              <a:spcAft>
                <a:spcPts val="0"/>
              </a:spcAft>
              <a:buClr>
                <a:srgbClr val="3F3F3F"/>
              </a:buClr>
              <a:buSzPts val="1650"/>
              <a:buChar char="•"/>
              <a:defRPr sz="1650">
                <a:solidFill>
                  <a:srgbClr val="3F3F3F"/>
                </a:solidFill>
              </a:defRPr>
            </a:lvl3pPr>
            <a:lvl4pPr marL="1828800" lvl="3" indent="-333375" algn="l">
              <a:lnSpc>
                <a:spcPct val="90000"/>
              </a:lnSpc>
              <a:spcBef>
                <a:spcPts val="375"/>
              </a:spcBef>
              <a:spcAft>
                <a:spcPts val="0"/>
              </a:spcAft>
              <a:buClr>
                <a:srgbClr val="3F3F3F"/>
              </a:buClr>
              <a:buSzPts val="1650"/>
              <a:buChar char="•"/>
              <a:defRPr sz="1650">
                <a:solidFill>
                  <a:srgbClr val="3F3F3F"/>
                </a:solidFill>
              </a:defRPr>
            </a:lvl4pPr>
            <a:lvl5pPr marL="2286000" lvl="4" indent="-333375" algn="l">
              <a:lnSpc>
                <a:spcPct val="90000"/>
              </a:lnSpc>
              <a:spcBef>
                <a:spcPts val="375"/>
              </a:spcBef>
              <a:spcAft>
                <a:spcPts val="0"/>
              </a:spcAft>
              <a:buClr>
                <a:srgbClr val="3F3F3F"/>
              </a:buClr>
              <a:buSzPts val="1650"/>
              <a:buChar char="•"/>
              <a:defRPr sz="1650">
                <a:solidFill>
                  <a:srgbClr val="3F3F3F"/>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91" name="Google Shape;191;p32"/>
          <p:cNvSpPr txBox="1">
            <a:spLocks noGrp="1"/>
          </p:cNvSpPr>
          <p:nvPr>
            <p:ph type="body" idx="2"/>
          </p:nvPr>
        </p:nvSpPr>
        <p:spPr>
          <a:xfrm>
            <a:off x="3379721" y="1768954"/>
            <a:ext cx="2418633" cy="22403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rgbClr val="3F3F3F"/>
              </a:buClr>
              <a:buSzPts val="1800"/>
              <a:buChar char="•"/>
              <a:defRPr sz="1800" i="0">
                <a:solidFill>
                  <a:srgbClr val="3F3F3F"/>
                </a:solidFill>
              </a:defRPr>
            </a:lvl1pPr>
            <a:lvl2pPr marL="914400" lvl="1" indent="-333375" algn="l">
              <a:lnSpc>
                <a:spcPct val="90000"/>
              </a:lnSpc>
              <a:spcBef>
                <a:spcPts val="375"/>
              </a:spcBef>
              <a:spcAft>
                <a:spcPts val="0"/>
              </a:spcAft>
              <a:buClr>
                <a:srgbClr val="3F3F3F"/>
              </a:buClr>
              <a:buSzPts val="1650"/>
              <a:buChar char="•"/>
              <a:defRPr sz="1650">
                <a:solidFill>
                  <a:srgbClr val="3F3F3F"/>
                </a:solidFill>
              </a:defRPr>
            </a:lvl2pPr>
            <a:lvl3pPr marL="1371600" lvl="2" indent="-333375" algn="l">
              <a:lnSpc>
                <a:spcPct val="90000"/>
              </a:lnSpc>
              <a:spcBef>
                <a:spcPts val="375"/>
              </a:spcBef>
              <a:spcAft>
                <a:spcPts val="0"/>
              </a:spcAft>
              <a:buClr>
                <a:srgbClr val="3F3F3F"/>
              </a:buClr>
              <a:buSzPts val="1650"/>
              <a:buChar char="•"/>
              <a:defRPr sz="1650">
                <a:solidFill>
                  <a:srgbClr val="3F3F3F"/>
                </a:solidFill>
              </a:defRPr>
            </a:lvl3pPr>
            <a:lvl4pPr marL="1828800" lvl="3" indent="-333375" algn="l">
              <a:lnSpc>
                <a:spcPct val="90000"/>
              </a:lnSpc>
              <a:spcBef>
                <a:spcPts val="375"/>
              </a:spcBef>
              <a:spcAft>
                <a:spcPts val="0"/>
              </a:spcAft>
              <a:buClr>
                <a:srgbClr val="3F3F3F"/>
              </a:buClr>
              <a:buSzPts val="1650"/>
              <a:buChar char="•"/>
              <a:defRPr sz="1650">
                <a:solidFill>
                  <a:srgbClr val="3F3F3F"/>
                </a:solidFill>
              </a:defRPr>
            </a:lvl4pPr>
            <a:lvl5pPr marL="2286000" lvl="4" indent="-333375" algn="l">
              <a:lnSpc>
                <a:spcPct val="90000"/>
              </a:lnSpc>
              <a:spcBef>
                <a:spcPts val="375"/>
              </a:spcBef>
              <a:spcAft>
                <a:spcPts val="0"/>
              </a:spcAft>
              <a:buClr>
                <a:srgbClr val="3F3F3F"/>
              </a:buClr>
              <a:buSzPts val="1650"/>
              <a:buChar char="•"/>
              <a:defRPr sz="1650">
                <a:solidFill>
                  <a:srgbClr val="3F3F3F"/>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92" name="Google Shape;192;p32"/>
          <p:cNvSpPr txBox="1">
            <a:spLocks noGrp="1"/>
          </p:cNvSpPr>
          <p:nvPr>
            <p:ph type="body" idx="3"/>
          </p:nvPr>
        </p:nvSpPr>
        <p:spPr>
          <a:xfrm>
            <a:off x="6463004" y="1784904"/>
            <a:ext cx="2418633" cy="22403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rgbClr val="3F3F3F"/>
              </a:buClr>
              <a:buSzPts val="1800"/>
              <a:buChar char="•"/>
              <a:defRPr sz="1800" i="0">
                <a:solidFill>
                  <a:srgbClr val="3F3F3F"/>
                </a:solidFill>
              </a:defRPr>
            </a:lvl1pPr>
            <a:lvl2pPr marL="914400" lvl="1" indent="-333375" algn="l">
              <a:lnSpc>
                <a:spcPct val="90000"/>
              </a:lnSpc>
              <a:spcBef>
                <a:spcPts val="375"/>
              </a:spcBef>
              <a:spcAft>
                <a:spcPts val="0"/>
              </a:spcAft>
              <a:buClr>
                <a:srgbClr val="3F3F3F"/>
              </a:buClr>
              <a:buSzPts val="1650"/>
              <a:buChar char="•"/>
              <a:defRPr sz="1650">
                <a:solidFill>
                  <a:srgbClr val="3F3F3F"/>
                </a:solidFill>
              </a:defRPr>
            </a:lvl2pPr>
            <a:lvl3pPr marL="1371600" lvl="2" indent="-333375" algn="l">
              <a:lnSpc>
                <a:spcPct val="90000"/>
              </a:lnSpc>
              <a:spcBef>
                <a:spcPts val="375"/>
              </a:spcBef>
              <a:spcAft>
                <a:spcPts val="0"/>
              </a:spcAft>
              <a:buClr>
                <a:srgbClr val="3F3F3F"/>
              </a:buClr>
              <a:buSzPts val="1650"/>
              <a:buChar char="•"/>
              <a:defRPr sz="1650">
                <a:solidFill>
                  <a:srgbClr val="3F3F3F"/>
                </a:solidFill>
              </a:defRPr>
            </a:lvl3pPr>
            <a:lvl4pPr marL="1828800" lvl="3" indent="-333375" algn="l">
              <a:lnSpc>
                <a:spcPct val="90000"/>
              </a:lnSpc>
              <a:spcBef>
                <a:spcPts val="375"/>
              </a:spcBef>
              <a:spcAft>
                <a:spcPts val="0"/>
              </a:spcAft>
              <a:buClr>
                <a:srgbClr val="3F3F3F"/>
              </a:buClr>
              <a:buSzPts val="1650"/>
              <a:buChar char="•"/>
              <a:defRPr sz="1650">
                <a:solidFill>
                  <a:srgbClr val="3F3F3F"/>
                </a:solidFill>
              </a:defRPr>
            </a:lvl4pPr>
            <a:lvl5pPr marL="2286000" lvl="4" indent="-333375" algn="l">
              <a:lnSpc>
                <a:spcPct val="90000"/>
              </a:lnSpc>
              <a:spcBef>
                <a:spcPts val="375"/>
              </a:spcBef>
              <a:spcAft>
                <a:spcPts val="0"/>
              </a:spcAft>
              <a:buClr>
                <a:srgbClr val="3F3F3F"/>
              </a:buClr>
              <a:buSzPts val="1650"/>
              <a:buChar char="•"/>
              <a:defRPr sz="1650">
                <a:solidFill>
                  <a:srgbClr val="3F3F3F"/>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93" name="Google Shape;193;p32"/>
          <p:cNvSpPr txBox="1">
            <a:spLocks noGrp="1"/>
          </p:cNvSpPr>
          <p:nvPr>
            <p:ph type="body" idx="4"/>
          </p:nvPr>
        </p:nvSpPr>
        <p:spPr>
          <a:xfrm>
            <a:off x="296436" y="1019357"/>
            <a:ext cx="2418633" cy="749597"/>
          </a:xfrm>
          <a:prstGeom prst="rect">
            <a:avLst/>
          </a:prstGeom>
          <a:solidFill>
            <a:schemeClr val="accent1"/>
          </a:solidFill>
          <a:ln>
            <a:noFill/>
          </a:ln>
        </p:spPr>
        <p:txBody>
          <a:bodyPr spcFirstLastPara="1" wrap="square" lIns="91425" tIns="45700" rIns="91425" bIns="45700" anchor="ctr" anchorCtr="0">
            <a:noAutofit/>
          </a:bodyPr>
          <a:lstStyle>
            <a:lvl1pPr marL="457200" lvl="0" indent="-228600" algn="ctr">
              <a:lnSpc>
                <a:spcPct val="90000"/>
              </a:lnSpc>
              <a:spcBef>
                <a:spcPts val="750"/>
              </a:spcBef>
              <a:spcAft>
                <a:spcPts val="0"/>
              </a:spcAft>
              <a:buClr>
                <a:schemeClr val="lt1"/>
              </a:buClr>
              <a:buSzPts val="1800"/>
              <a:buNone/>
              <a:defRPr sz="1800" b="1">
                <a:solidFill>
                  <a:schemeClr val="lt1"/>
                </a:solidFill>
              </a:defRPr>
            </a:lvl1pPr>
            <a:lvl2pPr marL="914400" lvl="1" indent="-228600" algn="l">
              <a:lnSpc>
                <a:spcPct val="90000"/>
              </a:lnSpc>
              <a:spcBef>
                <a:spcPts val="375"/>
              </a:spcBef>
              <a:spcAft>
                <a:spcPts val="0"/>
              </a:spcAft>
              <a:buClr>
                <a:schemeClr val="lt1"/>
              </a:buClr>
              <a:buSzPts val="1800"/>
              <a:buNone/>
              <a:defRPr sz="1800" b="1">
                <a:solidFill>
                  <a:schemeClr val="lt1"/>
                </a:solidFill>
              </a:defRPr>
            </a:lvl2pPr>
            <a:lvl3pPr marL="1371600" lvl="2" indent="-228600" algn="l">
              <a:lnSpc>
                <a:spcPct val="90000"/>
              </a:lnSpc>
              <a:spcBef>
                <a:spcPts val="375"/>
              </a:spcBef>
              <a:spcAft>
                <a:spcPts val="0"/>
              </a:spcAft>
              <a:buClr>
                <a:schemeClr val="lt1"/>
              </a:buClr>
              <a:buSzPts val="1800"/>
              <a:buNone/>
              <a:defRPr sz="1800" b="1">
                <a:solidFill>
                  <a:schemeClr val="lt1"/>
                </a:solidFill>
              </a:defRPr>
            </a:lvl3pPr>
            <a:lvl4pPr marL="1828800" lvl="3" indent="-228600" algn="l">
              <a:lnSpc>
                <a:spcPct val="90000"/>
              </a:lnSpc>
              <a:spcBef>
                <a:spcPts val="375"/>
              </a:spcBef>
              <a:spcAft>
                <a:spcPts val="0"/>
              </a:spcAft>
              <a:buClr>
                <a:schemeClr val="lt1"/>
              </a:buClr>
              <a:buSzPts val="1800"/>
              <a:buNone/>
              <a:defRPr sz="1800" b="1">
                <a:solidFill>
                  <a:schemeClr val="lt1"/>
                </a:solidFill>
              </a:defRPr>
            </a:lvl4pPr>
            <a:lvl5pPr marL="2286000" lvl="4" indent="-228600" algn="l">
              <a:lnSpc>
                <a:spcPct val="90000"/>
              </a:lnSpc>
              <a:spcBef>
                <a:spcPts val="375"/>
              </a:spcBef>
              <a:spcAft>
                <a:spcPts val="0"/>
              </a:spcAft>
              <a:buClr>
                <a:schemeClr val="lt1"/>
              </a:buClr>
              <a:buSzPts val="1800"/>
              <a:buNone/>
              <a:defRPr sz="1800" b="1">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94" name="Google Shape;194;p32"/>
          <p:cNvSpPr txBox="1">
            <a:spLocks noGrp="1"/>
          </p:cNvSpPr>
          <p:nvPr>
            <p:ph type="body" idx="5"/>
          </p:nvPr>
        </p:nvSpPr>
        <p:spPr>
          <a:xfrm>
            <a:off x="3379721" y="1020565"/>
            <a:ext cx="2418633" cy="749597"/>
          </a:xfrm>
          <a:prstGeom prst="rect">
            <a:avLst/>
          </a:prstGeom>
          <a:solidFill>
            <a:schemeClr val="accent1"/>
          </a:solidFill>
          <a:ln>
            <a:noFill/>
          </a:ln>
        </p:spPr>
        <p:txBody>
          <a:bodyPr spcFirstLastPara="1" wrap="square" lIns="91425" tIns="45700" rIns="91425" bIns="45700" anchor="ctr" anchorCtr="0">
            <a:noAutofit/>
          </a:bodyPr>
          <a:lstStyle>
            <a:lvl1pPr marL="457200" lvl="0" indent="-228600" algn="ctr">
              <a:lnSpc>
                <a:spcPct val="90000"/>
              </a:lnSpc>
              <a:spcBef>
                <a:spcPts val="750"/>
              </a:spcBef>
              <a:spcAft>
                <a:spcPts val="0"/>
              </a:spcAft>
              <a:buClr>
                <a:schemeClr val="lt1"/>
              </a:buClr>
              <a:buSzPts val="1800"/>
              <a:buNone/>
              <a:defRPr sz="1800" b="1">
                <a:solidFill>
                  <a:schemeClr val="lt1"/>
                </a:solidFill>
              </a:defRPr>
            </a:lvl1pPr>
            <a:lvl2pPr marL="914400" lvl="1" indent="-228600" algn="l">
              <a:lnSpc>
                <a:spcPct val="90000"/>
              </a:lnSpc>
              <a:spcBef>
                <a:spcPts val="375"/>
              </a:spcBef>
              <a:spcAft>
                <a:spcPts val="0"/>
              </a:spcAft>
              <a:buClr>
                <a:schemeClr val="lt1"/>
              </a:buClr>
              <a:buSzPts val="1800"/>
              <a:buNone/>
              <a:defRPr sz="1800" b="1">
                <a:solidFill>
                  <a:schemeClr val="lt1"/>
                </a:solidFill>
              </a:defRPr>
            </a:lvl2pPr>
            <a:lvl3pPr marL="1371600" lvl="2" indent="-228600" algn="l">
              <a:lnSpc>
                <a:spcPct val="90000"/>
              </a:lnSpc>
              <a:spcBef>
                <a:spcPts val="375"/>
              </a:spcBef>
              <a:spcAft>
                <a:spcPts val="0"/>
              </a:spcAft>
              <a:buClr>
                <a:schemeClr val="lt1"/>
              </a:buClr>
              <a:buSzPts val="1800"/>
              <a:buNone/>
              <a:defRPr sz="1800" b="1">
                <a:solidFill>
                  <a:schemeClr val="lt1"/>
                </a:solidFill>
              </a:defRPr>
            </a:lvl3pPr>
            <a:lvl4pPr marL="1828800" lvl="3" indent="-228600" algn="l">
              <a:lnSpc>
                <a:spcPct val="90000"/>
              </a:lnSpc>
              <a:spcBef>
                <a:spcPts val="375"/>
              </a:spcBef>
              <a:spcAft>
                <a:spcPts val="0"/>
              </a:spcAft>
              <a:buClr>
                <a:schemeClr val="lt1"/>
              </a:buClr>
              <a:buSzPts val="1800"/>
              <a:buNone/>
              <a:defRPr sz="1800" b="1">
                <a:solidFill>
                  <a:schemeClr val="lt1"/>
                </a:solidFill>
              </a:defRPr>
            </a:lvl4pPr>
            <a:lvl5pPr marL="2286000" lvl="4" indent="-228600" algn="l">
              <a:lnSpc>
                <a:spcPct val="90000"/>
              </a:lnSpc>
              <a:spcBef>
                <a:spcPts val="375"/>
              </a:spcBef>
              <a:spcAft>
                <a:spcPts val="0"/>
              </a:spcAft>
              <a:buClr>
                <a:schemeClr val="lt1"/>
              </a:buClr>
              <a:buSzPts val="1800"/>
              <a:buNone/>
              <a:defRPr sz="1800" b="1">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95" name="Google Shape;195;p32"/>
          <p:cNvSpPr txBox="1">
            <a:spLocks noGrp="1"/>
          </p:cNvSpPr>
          <p:nvPr>
            <p:ph type="body" idx="6"/>
          </p:nvPr>
        </p:nvSpPr>
        <p:spPr>
          <a:xfrm>
            <a:off x="6463003" y="1019357"/>
            <a:ext cx="2418633" cy="749597"/>
          </a:xfrm>
          <a:prstGeom prst="rect">
            <a:avLst/>
          </a:prstGeom>
          <a:solidFill>
            <a:schemeClr val="accent1"/>
          </a:solidFill>
          <a:ln>
            <a:noFill/>
          </a:ln>
        </p:spPr>
        <p:txBody>
          <a:bodyPr spcFirstLastPara="1" wrap="square" lIns="91425" tIns="45700" rIns="91425" bIns="45700" anchor="ctr" anchorCtr="0">
            <a:noAutofit/>
          </a:bodyPr>
          <a:lstStyle>
            <a:lvl1pPr marL="457200" lvl="0" indent="-228600" algn="ctr">
              <a:lnSpc>
                <a:spcPct val="90000"/>
              </a:lnSpc>
              <a:spcBef>
                <a:spcPts val="750"/>
              </a:spcBef>
              <a:spcAft>
                <a:spcPts val="0"/>
              </a:spcAft>
              <a:buClr>
                <a:schemeClr val="lt1"/>
              </a:buClr>
              <a:buSzPts val="1800"/>
              <a:buNone/>
              <a:defRPr sz="1800" b="1">
                <a:solidFill>
                  <a:schemeClr val="lt1"/>
                </a:solidFill>
              </a:defRPr>
            </a:lvl1pPr>
            <a:lvl2pPr marL="914400" lvl="1" indent="-228600" algn="l">
              <a:lnSpc>
                <a:spcPct val="90000"/>
              </a:lnSpc>
              <a:spcBef>
                <a:spcPts val="375"/>
              </a:spcBef>
              <a:spcAft>
                <a:spcPts val="0"/>
              </a:spcAft>
              <a:buClr>
                <a:schemeClr val="lt1"/>
              </a:buClr>
              <a:buSzPts val="1800"/>
              <a:buNone/>
              <a:defRPr sz="1800" b="1">
                <a:solidFill>
                  <a:schemeClr val="lt1"/>
                </a:solidFill>
              </a:defRPr>
            </a:lvl2pPr>
            <a:lvl3pPr marL="1371600" lvl="2" indent="-228600" algn="l">
              <a:lnSpc>
                <a:spcPct val="90000"/>
              </a:lnSpc>
              <a:spcBef>
                <a:spcPts val="375"/>
              </a:spcBef>
              <a:spcAft>
                <a:spcPts val="0"/>
              </a:spcAft>
              <a:buClr>
                <a:schemeClr val="lt1"/>
              </a:buClr>
              <a:buSzPts val="1800"/>
              <a:buNone/>
              <a:defRPr sz="1800" b="1">
                <a:solidFill>
                  <a:schemeClr val="lt1"/>
                </a:solidFill>
              </a:defRPr>
            </a:lvl3pPr>
            <a:lvl4pPr marL="1828800" lvl="3" indent="-228600" algn="l">
              <a:lnSpc>
                <a:spcPct val="90000"/>
              </a:lnSpc>
              <a:spcBef>
                <a:spcPts val="375"/>
              </a:spcBef>
              <a:spcAft>
                <a:spcPts val="0"/>
              </a:spcAft>
              <a:buClr>
                <a:schemeClr val="lt1"/>
              </a:buClr>
              <a:buSzPts val="1800"/>
              <a:buNone/>
              <a:defRPr sz="1800" b="1">
                <a:solidFill>
                  <a:schemeClr val="lt1"/>
                </a:solidFill>
              </a:defRPr>
            </a:lvl4pPr>
            <a:lvl5pPr marL="2286000" lvl="4" indent="-228600" algn="l">
              <a:lnSpc>
                <a:spcPct val="90000"/>
              </a:lnSpc>
              <a:spcBef>
                <a:spcPts val="375"/>
              </a:spcBef>
              <a:spcAft>
                <a:spcPts val="0"/>
              </a:spcAft>
              <a:buClr>
                <a:schemeClr val="lt1"/>
              </a:buClr>
              <a:buSzPts val="1800"/>
              <a:buNone/>
              <a:defRPr sz="1800" b="1">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96" name="Google Shape;196;p32"/>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197" name="Google Shape;197;p32"/>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198" name="Google Shape;198;p32"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199" name="Google Shape;199;p32"/>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200" name="Google Shape;200;p32"/>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ree Boxes">
  <p:cSld name="Three Boxes">
    <p:spTree>
      <p:nvGrpSpPr>
        <p:cNvPr id="1" name="Shape 201"/>
        <p:cNvGrpSpPr/>
        <p:nvPr/>
      </p:nvGrpSpPr>
      <p:grpSpPr>
        <a:xfrm>
          <a:off x="0" y="0"/>
          <a:ext cx="0" cy="0"/>
          <a:chOff x="0" y="0"/>
          <a:chExt cx="0" cy="0"/>
        </a:xfrm>
      </p:grpSpPr>
      <p:sp>
        <p:nvSpPr>
          <p:cNvPr id="202" name="Google Shape;202;p33"/>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03" name="Google Shape;203;p33"/>
          <p:cNvSpPr/>
          <p:nvPr/>
        </p:nvSpPr>
        <p:spPr>
          <a:xfrm>
            <a:off x="632717" y="1010964"/>
            <a:ext cx="2406819" cy="3403874"/>
          </a:xfrm>
          <a:prstGeom prst="rect">
            <a:avLst/>
          </a:prstGeom>
          <a:solidFill>
            <a:schemeClr val="lt1"/>
          </a:solidFill>
          <a:ln>
            <a:noFill/>
          </a:ln>
          <a:effectLst>
            <a:outerShdw blurRad="444500" algn="ctr" rotWithShape="0">
              <a:srgbClr val="000000">
                <a:alpha val="1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04" name="Google Shape;204;p33"/>
          <p:cNvSpPr/>
          <p:nvPr/>
        </p:nvSpPr>
        <p:spPr>
          <a:xfrm>
            <a:off x="3368590" y="1010964"/>
            <a:ext cx="2406819" cy="3403874"/>
          </a:xfrm>
          <a:prstGeom prst="rect">
            <a:avLst/>
          </a:prstGeom>
          <a:solidFill>
            <a:schemeClr val="lt1"/>
          </a:solidFill>
          <a:ln>
            <a:noFill/>
          </a:ln>
          <a:effectLst>
            <a:outerShdw blurRad="444500" algn="ctr" rotWithShape="0">
              <a:srgbClr val="000000">
                <a:alpha val="1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05" name="Google Shape;205;p33"/>
          <p:cNvSpPr/>
          <p:nvPr/>
        </p:nvSpPr>
        <p:spPr>
          <a:xfrm>
            <a:off x="6104465" y="1010964"/>
            <a:ext cx="2406819" cy="3403874"/>
          </a:xfrm>
          <a:prstGeom prst="rect">
            <a:avLst/>
          </a:prstGeom>
          <a:solidFill>
            <a:schemeClr val="lt1"/>
          </a:solidFill>
          <a:ln>
            <a:noFill/>
          </a:ln>
          <a:effectLst>
            <a:outerShdw blurRad="444500" algn="ctr" rotWithShape="0">
              <a:srgbClr val="000000">
                <a:alpha val="1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06" name="Google Shape;206;p33"/>
          <p:cNvSpPr txBox="1">
            <a:spLocks noGrp="1"/>
          </p:cNvSpPr>
          <p:nvPr>
            <p:ph type="body" idx="1"/>
          </p:nvPr>
        </p:nvSpPr>
        <p:spPr>
          <a:xfrm>
            <a:off x="3477991" y="1855418"/>
            <a:ext cx="2188016" cy="241083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3F3F3F"/>
              </a:buClr>
              <a:buSzPts val="1800"/>
              <a:buNone/>
              <a:defRPr sz="1800">
                <a:solidFill>
                  <a:srgbClr val="3F3F3F"/>
                </a:solidFill>
              </a:defRPr>
            </a:lvl1pPr>
            <a:lvl2pPr marL="914400" lvl="1" indent="-228600" algn="l">
              <a:lnSpc>
                <a:spcPct val="90000"/>
              </a:lnSpc>
              <a:spcBef>
                <a:spcPts val="375"/>
              </a:spcBef>
              <a:spcAft>
                <a:spcPts val="0"/>
              </a:spcAft>
              <a:buClr>
                <a:srgbClr val="3F3F3F"/>
              </a:buClr>
              <a:buSzPts val="1500"/>
              <a:buNone/>
              <a:defRPr sz="1500">
                <a:solidFill>
                  <a:srgbClr val="3F3F3F"/>
                </a:solidFill>
              </a:defRPr>
            </a:lvl2pPr>
            <a:lvl3pPr marL="1371600" lvl="2" indent="-228600" algn="l">
              <a:lnSpc>
                <a:spcPct val="90000"/>
              </a:lnSpc>
              <a:spcBef>
                <a:spcPts val="375"/>
              </a:spcBef>
              <a:spcAft>
                <a:spcPts val="0"/>
              </a:spcAft>
              <a:buClr>
                <a:srgbClr val="3F3F3F"/>
              </a:buClr>
              <a:buSzPts val="1350"/>
              <a:buNone/>
              <a:defRPr sz="1350">
                <a:solidFill>
                  <a:srgbClr val="3F3F3F"/>
                </a:solidFill>
              </a:defRPr>
            </a:lvl3pPr>
            <a:lvl4pPr marL="1828800" lvl="3" indent="-228600" algn="l">
              <a:lnSpc>
                <a:spcPct val="90000"/>
              </a:lnSpc>
              <a:spcBef>
                <a:spcPts val="375"/>
              </a:spcBef>
              <a:spcAft>
                <a:spcPts val="0"/>
              </a:spcAft>
              <a:buClr>
                <a:srgbClr val="3F3F3F"/>
              </a:buClr>
              <a:buSzPts val="1200"/>
              <a:buNone/>
              <a:defRPr sz="1200">
                <a:solidFill>
                  <a:srgbClr val="3F3F3F"/>
                </a:solidFill>
              </a:defRPr>
            </a:lvl4pPr>
            <a:lvl5pPr marL="2286000" lvl="4" indent="-228600" algn="l">
              <a:lnSpc>
                <a:spcPct val="90000"/>
              </a:lnSpc>
              <a:spcBef>
                <a:spcPts val="375"/>
              </a:spcBef>
              <a:spcAft>
                <a:spcPts val="0"/>
              </a:spcAft>
              <a:buClr>
                <a:srgbClr val="3F3F3F"/>
              </a:buClr>
              <a:buSzPts val="1200"/>
              <a:buNone/>
              <a:defRPr sz="1200">
                <a:solidFill>
                  <a:srgbClr val="3F3F3F"/>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7" name="Google Shape;207;p33"/>
          <p:cNvSpPr txBox="1">
            <a:spLocks noGrp="1"/>
          </p:cNvSpPr>
          <p:nvPr>
            <p:ph type="body" idx="2"/>
          </p:nvPr>
        </p:nvSpPr>
        <p:spPr>
          <a:xfrm>
            <a:off x="6213866" y="1855418"/>
            <a:ext cx="2188016" cy="241083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3F3F3F"/>
              </a:buClr>
              <a:buSzPts val="1800"/>
              <a:buNone/>
              <a:defRPr sz="1800">
                <a:solidFill>
                  <a:srgbClr val="3F3F3F"/>
                </a:solidFill>
              </a:defRPr>
            </a:lvl1pPr>
            <a:lvl2pPr marL="914400" lvl="1" indent="-228600" algn="l">
              <a:lnSpc>
                <a:spcPct val="90000"/>
              </a:lnSpc>
              <a:spcBef>
                <a:spcPts val="375"/>
              </a:spcBef>
              <a:spcAft>
                <a:spcPts val="0"/>
              </a:spcAft>
              <a:buClr>
                <a:srgbClr val="3F3F3F"/>
              </a:buClr>
              <a:buSzPts val="1500"/>
              <a:buNone/>
              <a:defRPr sz="1500">
                <a:solidFill>
                  <a:srgbClr val="3F3F3F"/>
                </a:solidFill>
              </a:defRPr>
            </a:lvl2pPr>
            <a:lvl3pPr marL="1371600" lvl="2" indent="-228600" algn="l">
              <a:lnSpc>
                <a:spcPct val="90000"/>
              </a:lnSpc>
              <a:spcBef>
                <a:spcPts val="375"/>
              </a:spcBef>
              <a:spcAft>
                <a:spcPts val="0"/>
              </a:spcAft>
              <a:buClr>
                <a:srgbClr val="3F3F3F"/>
              </a:buClr>
              <a:buSzPts val="1350"/>
              <a:buNone/>
              <a:defRPr sz="1350">
                <a:solidFill>
                  <a:srgbClr val="3F3F3F"/>
                </a:solidFill>
              </a:defRPr>
            </a:lvl3pPr>
            <a:lvl4pPr marL="1828800" lvl="3" indent="-228600" algn="l">
              <a:lnSpc>
                <a:spcPct val="90000"/>
              </a:lnSpc>
              <a:spcBef>
                <a:spcPts val="375"/>
              </a:spcBef>
              <a:spcAft>
                <a:spcPts val="0"/>
              </a:spcAft>
              <a:buClr>
                <a:srgbClr val="3F3F3F"/>
              </a:buClr>
              <a:buSzPts val="1200"/>
              <a:buNone/>
              <a:defRPr sz="1200">
                <a:solidFill>
                  <a:srgbClr val="3F3F3F"/>
                </a:solidFill>
              </a:defRPr>
            </a:lvl4pPr>
            <a:lvl5pPr marL="2286000" lvl="4" indent="-228600" algn="l">
              <a:lnSpc>
                <a:spcPct val="90000"/>
              </a:lnSpc>
              <a:spcBef>
                <a:spcPts val="375"/>
              </a:spcBef>
              <a:spcAft>
                <a:spcPts val="0"/>
              </a:spcAft>
              <a:buClr>
                <a:srgbClr val="3F3F3F"/>
              </a:buClr>
              <a:buSzPts val="1200"/>
              <a:buNone/>
              <a:defRPr sz="1200">
                <a:solidFill>
                  <a:srgbClr val="3F3F3F"/>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8" name="Google Shape;208;p33"/>
          <p:cNvSpPr txBox="1">
            <a:spLocks noGrp="1"/>
          </p:cNvSpPr>
          <p:nvPr>
            <p:ph type="body" idx="3"/>
          </p:nvPr>
        </p:nvSpPr>
        <p:spPr>
          <a:xfrm>
            <a:off x="732292" y="1855418"/>
            <a:ext cx="2188016" cy="241083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3F3F3F"/>
              </a:buClr>
              <a:buSzPts val="1800"/>
              <a:buNone/>
              <a:defRPr sz="1800">
                <a:solidFill>
                  <a:srgbClr val="3F3F3F"/>
                </a:solidFill>
              </a:defRPr>
            </a:lvl1pPr>
            <a:lvl2pPr marL="914400" lvl="1" indent="-228600" algn="l">
              <a:lnSpc>
                <a:spcPct val="90000"/>
              </a:lnSpc>
              <a:spcBef>
                <a:spcPts val="375"/>
              </a:spcBef>
              <a:spcAft>
                <a:spcPts val="0"/>
              </a:spcAft>
              <a:buClr>
                <a:srgbClr val="3F3F3F"/>
              </a:buClr>
              <a:buSzPts val="1500"/>
              <a:buNone/>
              <a:defRPr sz="1500">
                <a:solidFill>
                  <a:srgbClr val="3F3F3F"/>
                </a:solidFill>
              </a:defRPr>
            </a:lvl2pPr>
            <a:lvl3pPr marL="1371600" lvl="2" indent="-228600" algn="l">
              <a:lnSpc>
                <a:spcPct val="90000"/>
              </a:lnSpc>
              <a:spcBef>
                <a:spcPts val="375"/>
              </a:spcBef>
              <a:spcAft>
                <a:spcPts val="0"/>
              </a:spcAft>
              <a:buClr>
                <a:srgbClr val="3F3F3F"/>
              </a:buClr>
              <a:buSzPts val="1350"/>
              <a:buNone/>
              <a:defRPr sz="1350">
                <a:solidFill>
                  <a:srgbClr val="3F3F3F"/>
                </a:solidFill>
              </a:defRPr>
            </a:lvl3pPr>
            <a:lvl4pPr marL="1828800" lvl="3" indent="-228600" algn="l">
              <a:lnSpc>
                <a:spcPct val="90000"/>
              </a:lnSpc>
              <a:spcBef>
                <a:spcPts val="375"/>
              </a:spcBef>
              <a:spcAft>
                <a:spcPts val="0"/>
              </a:spcAft>
              <a:buClr>
                <a:srgbClr val="3F3F3F"/>
              </a:buClr>
              <a:buSzPts val="1200"/>
              <a:buNone/>
              <a:defRPr sz="1200">
                <a:solidFill>
                  <a:srgbClr val="3F3F3F"/>
                </a:solidFill>
              </a:defRPr>
            </a:lvl4pPr>
            <a:lvl5pPr marL="2286000" lvl="4" indent="-228600" algn="l">
              <a:lnSpc>
                <a:spcPct val="90000"/>
              </a:lnSpc>
              <a:spcBef>
                <a:spcPts val="375"/>
              </a:spcBef>
              <a:spcAft>
                <a:spcPts val="0"/>
              </a:spcAft>
              <a:buClr>
                <a:srgbClr val="3F3F3F"/>
              </a:buClr>
              <a:buSzPts val="1200"/>
              <a:buNone/>
              <a:defRPr sz="1200">
                <a:solidFill>
                  <a:srgbClr val="3F3F3F"/>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9" name="Google Shape;209;p33"/>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10" name="Google Shape;210;p33"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211" name="Google Shape;211;p33"/>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212" name="Google Shape;212;p33"/>
          <p:cNvSpPr txBox="1">
            <a:spLocks noGrp="1"/>
          </p:cNvSpPr>
          <p:nvPr>
            <p:ph type="body" idx="4"/>
          </p:nvPr>
        </p:nvSpPr>
        <p:spPr>
          <a:xfrm>
            <a:off x="732235" y="1085850"/>
            <a:ext cx="2188016" cy="2998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dk1"/>
              </a:buClr>
              <a:buSzPts val="1500"/>
              <a:buNone/>
              <a:defRPr sz="1500" b="1"/>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13" name="Google Shape;213;p33"/>
          <p:cNvSpPr txBox="1">
            <a:spLocks noGrp="1"/>
          </p:cNvSpPr>
          <p:nvPr>
            <p:ph type="body" idx="5"/>
          </p:nvPr>
        </p:nvSpPr>
        <p:spPr>
          <a:xfrm>
            <a:off x="3477991" y="1085850"/>
            <a:ext cx="2188016" cy="2998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dk1"/>
              </a:buClr>
              <a:buSzPts val="1500"/>
              <a:buNone/>
              <a:defRPr sz="1500" b="1"/>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14" name="Google Shape;214;p33"/>
          <p:cNvSpPr txBox="1">
            <a:spLocks noGrp="1"/>
          </p:cNvSpPr>
          <p:nvPr>
            <p:ph type="body" idx="6"/>
          </p:nvPr>
        </p:nvSpPr>
        <p:spPr>
          <a:xfrm>
            <a:off x="6213866" y="1085614"/>
            <a:ext cx="2188016" cy="315449"/>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dk1"/>
              </a:buClr>
              <a:buSzPts val="1500"/>
              <a:buNone/>
              <a:defRPr sz="1500" b="1"/>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15" name="Google Shape;215;p33"/>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216" name="Google Shape;216;p33"/>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sp>
        <p:nvSpPr>
          <p:cNvPr id="217" name="Google Shape;217;p33"/>
          <p:cNvSpPr/>
          <p:nvPr/>
        </p:nvSpPr>
        <p:spPr>
          <a:xfrm>
            <a:off x="632717" y="1010964"/>
            <a:ext cx="2406819" cy="3403874"/>
          </a:xfrm>
          <a:prstGeom prst="rect">
            <a:avLst/>
          </a:prstGeom>
          <a:solidFill>
            <a:schemeClr val="lt1"/>
          </a:solidFill>
          <a:ln>
            <a:noFill/>
          </a:ln>
          <a:effectLst>
            <a:outerShdw blurRad="444500" algn="ctr" rotWithShape="0">
              <a:srgbClr val="000000">
                <a:alpha val="1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sp>
        <p:nvSpPr>
          <p:cNvPr id="218" name="Google Shape;218;p33"/>
          <p:cNvSpPr/>
          <p:nvPr/>
        </p:nvSpPr>
        <p:spPr>
          <a:xfrm>
            <a:off x="3368590" y="1010964"/>
            <a:ext cx="2406819" cy="3403874"/>
          </a:xfrm>
          <a:prstGeom prst="rect">
            <a:avLst/>
          </a:prstGeom>
          <a:solidFill>
            <a:schemeClr val="lt1"/>
          </a:solidFill>
          <a:ln>
            <a:noFill/>
          </a:ln>
          <a:effectLst>
            <a:outerShdw blurRad="444500" algn="ctr" rotWithShape="0">
              <a:srgbClr val="000000">
                <a:alpha val="1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sp>
        <p:nvSpPr>
          <p:cNvPr id="219" name="Google Shape;219;p33"/>
          <p:cNvSpPr/>
          <p:nvPr/>
        </p:nvSpPr>
        <p:spPr>
          <a:xfrm>
            <a:off x="6104465" y="1010964"/>
            <a:ext cx="2406819" cy="3403874"/>
          </a:xfrm>
          <a:prstGeom prst="rect">
            <a:avLst/>
          </a:prstGeom>
          <a:solidFill>
            <a:schemeClr val="lt1"/>
          </a:solidFill>
          <a:ln>
            <a:noFill/>
          </a:ln>
          <a:effectLst>
            <a:outerShdw blurRad="444500" algn="ctr" rotWithShape="0">
              <a:srgbClr val="000000">
                <a:alpha val="1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220" name="Google Shape;220;p33"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221" name="Google Shape;221;p33"/>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222" name="Google Shape;222;p33"/>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620">
          <p15:clr>
            <a:srgbClr val="FBAE40"/>
          </p15:clr>
        </p15:guide>
        <p15:guide id="4"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 Images - Circles - White">
  <p:cSld name="3 Images - Circles - White">
    <p:spTree>
      <p:nvGrpSpPr>
        <p:cNvPr id="1" name="Shape 223"/>
        <p:cNvGrpSpPr/>
        <p:nvPr/>
      </p:nvGrpSpPr>
      <p:grpSpPr>
        <a:xfrm>
          <a:off x="0" y="0"/>
          <a:ext cx="0" cy="0"/>
          <a:chOff x="0" y="0"/>
          <a:chExt cx="0" cy="0"/>
        </a:xfrm>
      </p:grpSpPr>
      <p:sp>
        <p:nvSpPr>
          <p:cNvPr id="224" name="Google Shape;224;p34"/>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25" name="Google Shape;225;p34"/>
          <p:cNvSpPr txBox="1">
            <a:spLocks noGrp="1"/>
          </p:cNvSpPr>
          <p:nvPr>
            <p:ph type="body" idx="1"/>
          </p:nvPr>
        </p:nvSpPr>
        <p:spPr>
          <a:xfrm>
            <a:off x="507767" y="2957284"/>
            <a:ext cx="2040565" cy="34319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accent1"/>
              </a:buClr>
              <a:buSzPts val="1800"/>
              <a:buNone/>
              <a:defRPr sz="1800" b="1" i="0">
                <a:solidFill>
                  <a:schemeClr val="accent1"/>
                </a:solidFill>
                <a:latin typeface="Arial"/>
                <a:ea typeface="Arial"/>
                <a:cs typeface="Arial"/>
                <a:sym typeface="Aria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226" name="Google Shape;226;p34"/>
          <p:cNvSpPr txBox="1">
            <a:spLocks noGrp="1"/>
          </p:cNvSpPr>
          <p:nvPr>
            <p:ph type="body" idx="2"/>
          </p:nvPr>
        </p:nvSpPr>
        <p:spPr>
          <a:xfrm>
            <a:off x="3551718" y="2957284"/>
            <a:ext cx="2040565" cy="34319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accent1"/>
              </a:buClr>
              <a:buSzPts val="1800"/>
              <a:buNone/>
              <a:defRPr sz="1800" b="1" i="0">
                <a:solidFill>
                  <a:schemeClr val="accent1"/>
                </a:solidFill>
                <a:latin typeface="Arial"/>
                <a:ea typeface="Arial"/>
                <a:cs typeface="Arial"/>
                <a:sym typeface="Aria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227" name="Google Shape;227;p34"/>
          <p:cNvSpPr txBox="1">
            <a:spLocks noGrp="1"/>
          </p:cNvSpPr>
          <p:nvPr>
            <p:ph type="body" idx="3"/>
          </p:nvPr>
        </p:nvSpPr>
        <p:spPr>
          <a:xfrm>
            <a:off x="6602979" y="2957284"/>
            <a:ext cx="2040565" cy="34319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accent1"/>
              </a:buClr>
              <a:buSzPts val="1800"/>
              <a:buNone/>
              <a:defRPr sz="1800" b="1" i="0">
                <a:solidFill>
                  <a:schemeClr val="accent1"/>
                </a:solidFill>
                <a:latin typeface="Arial"/>
                <a:ea typeface="Arial"/>
                <a:cs typeface="Arial"/>
                <a:sym typeface="Aria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228" name="Google Shape;228;p34"/>
          <p:cNvSpPr txBox="1">
            <a:spLocks noGrp="1"/>
          </p:cNvSpPr>
          <p:nvPr>
            <p:ph type="body" idx="4"/>
          </p:nvPr>
        </p:nvSpPr>
        <p:spPr>
          <a:xfrm>
            <a:off x="507767" y="3392279"/>
            <a:ext cx="2040731" cy="602435"/>
          </a:xfrm>
          <a:prstGeom prst="rect">
            <a:avLst/>
          </a:prstGeom>
          <a:noFill/>
          <a:ln>
            <a:noFill/>
          </a:ln>
        </p:spPr>
        <p:txBody>
          <a:bodyPr spcFirstLastPara="1" wrap="square" lIns="91425" tIns="45700" rIns="91425" bIns="45700" anchor="t" anchorCtr="0">
            <a:normAutofit/>
          </a:bodyPr>
          <a:lstStyle>
            <a:lvl1pPr marL="457200" lvl="0" indent="-228600" algn="ctr">
              <a:lnSpc>
                <a:spcPct val="150000"/>
              </a:lnSpc>
              <a:spcBef>
                <a:spcPts val="1050"/>
              </a:spcBef>
              <a:spcAft>
                <a:spcPts val="0"/>
              </a:spcAft>
              <a:buClr>
                <a:srgbClr val="262626"/>
              </a:buClr>
              <a:buSzPts val="1800"/>
              <a:buNone/>
              <a:defRPr sz="1800">
                <a:solidFill>
                  <a:srgbClr val="262626"/>
                </a:solidFil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29" name="Google Shape;229;p34"/>
          <p:cNvSpPr txBox="1">
            <a:spLocks noGrp="1"/>
          </p:cNvSpPr>
          <p:nvPr>
            <p:ph type="body" idx="5"/>
          </p:nvPr>
        </p:nvSpPr>
        <p:spPr>
          <a:xfrm>
            <a:off x="3551634" y="3392279"/>
            <a:ext cx="2040731" cy="602435"/>
          </a:xfrm>
          <a:prstGeom prst="rect">
            <a:avLst/>
          </a:prstGeom>
          <a:noFill/>
          <a:ln>
            <a:noFill/>
          </a:ln>
        </p:spPr>
        <p:txBody>
          <a:bodyPr spcFirstLastPara="1" wrap="square" lIns="91425" tIns="45700" rIns="91425" bIns="45700" anchor="t" anchorCtr="0">
            <a:normAutofit/>
          </a:bodyPr>
          <a:lstStyle>
            <a:lvl1pPr marL="457200" lvl="0" indent="-228600" algn="ctr">
              <a:lnSpc>
                <a:spcPct val="150000"/>
              </a:lnSpc>
              <a:spcBef>
                <a:spcPts val="1050"/>
              </a:spcBef>
              <a:spcAft>
                <a:spcPts val="0"/>
              </a:spcAft>
              <a:buClr>
                <a:srgbClr val="262626"/>
              </a:buClr>
              <a:buSzPts val="1800"/>
              <a:buNone/>
              <a:defRPr sz="1800">
                <a:solidFill>
                  <a:srgbClr val="262626"/>
                </a:solidFil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0" name="Google Shape;230;p34"/>
          <p:cNvSpPr txBox="1">
            <a:spLocks noGrp="1"/>
          </p:cNvSpPr>
          <p:nvPr>
            <p:ph type="body" idx="6"/>
          </p:nvPr>
        </p:nvSpPr>
        <p:spPr>
          <a:xfrm>
            <a:off x="6602980" y="3392279"/>
            <a:ext cx="2040731" cy="602435"/>
          </a:xfrm>
          <a:prstGeom prst="rect">
            <a:avLst/>
          </a:prstGeom>
          <a:noFill/>
          <a:ln>
            <a:noFill/>
          </a:ln>
        </p:spPr>
        <p:txBody>
          <a:bodyPr spcFirstLastPara="1" wrap="square" lIns="91425" tIns="45700" rIns="91425" bIns="45700" anchor="t" anchorCtr="0">
            <a:normAutofit/>
          </a:bodyPr>
          <a:lstStyle>
            <a:lvl1pPr marL="457200" lvl="0" indent="-228600" algn="ctr">
              <a:lnSpc>
                <a:spcPct val="150000"/>
              </a:lnSpc>
              <a:spcBef>
                <a:spcPts val="1050"/>
              </a:spcBef>
              <a:spcAft>
                <a:spcPts val="0"/>
              </a:spcAft>
              <a:buClr>
                <a:srgbClr val="262626"/>
              </a:buClr>
              <a:buSzPts val="1800"/>
              <a:buNone/>
              <a:defRPr sz="1800">
                <a:solidFill>
                  <a:srgbClr val="262626"/>
                </a:solidFil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1" name="Google Shape;231;p34"/>
          <p:cNvSpPr/>
          <p:nvPr/>
        </p:nvSpPr>
        <p:spPr>
          <a:xfrm>
            <a:off x="762247" y="1178718"/>
            <a:ext cx="1607336" cy="160733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32" name="Google Shape;232;p34"/>
          <p:cNvSpPr>
            <a:spLocks noGrp="1"/>
          </p:cNvSpPr>
          <p:nvPr>
            <p:ph type="pic" idx="7"/>
          </p:nvPr>
        </p:nvSpPr>
        <p:spPr>
          <a:xfrm>
            <a:off x="886586" y="1297739"/>
            <a:ext cx="1314507" cy="1327031"/>
          </a:xfrm>
          <a:prstGeom prst="ellipse">
            <a:avLst/>
          </a:prstGeom>
          <a:noFill/>
          <a:ln>
            <a:noFill/>
          </a:ln>
        </p:spPr>
      </p:sp>
      <p:sp>
        <p:nvSpPr>
          <p:cNvPr id="233" name="Google Shape;233;p34"/>
          <p:cNvSpPr/>
          <p:nvPr/>
        </p:nvSpPr>
        <p:spPr>
          <a:xfrm>
            <a:off x="3801415" y="1178718"/>
            <a:ext cx="1607336" cy="160733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34" name="Google Shape;234;p34"/>
          <p:cNvSpPr>
            <a:spLocks noGrp="1"/>
          </p:cNvSpPr>
          <p:nvPr>
            <p:ph type="pic" idx="8"/>
          </p:nvPr>
        </p:nvSpPr>
        <p:spPr>
          <a:xfrm>
            <a:off x="3932645" y="1293599"/>
            <a:ext cx="1314507" cy="1327031"/>
          </a:xfrm>
          <a:prstGeom prst="ellipse">
            <a:avLst/>
          </a:prstGeom>
          <a:noFill/>
          <a:ln>
            <a:noFill/>
          </a:ln>
        </p:spPr>
      </p:sp>
      <p:sp>
        <p:nvSpPr>
          <p:cNvPr id="235" name="Google Shape;235;p34"/>
          <p:cNvSpPr/>
          <p:nvPr/>
        </p:nvSpPr>
        <p:spPr>
          <a:xfrm>
            <a:off x="6840583" y="1178718"/>
            <a:ext cx="1607336" cy="1607336"/>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36" name="Google Shape;236;p34"/>
          <p:cNvSpPr>
            <a:spLocks noGrp="1"/>
          </p:cNvSpPr>
          <p:nvPr>
            <p:ph type="pic" idx="9"/>
          </p:nvPr>
        </p:nvSpPr>
        <p:spPr>
          <a:xfrm>
            <a:off x="6964922" y="1298458"/>
            <a:ext cx="1314507" cy="1327031"/>
          </a:xfrm>
          <a:prstGeom prst="ellipse">
            <a:avLst/>
          </a:prstGeom>
          <a:noFill/>
          <a:ln>
            <a:noFill/>
          </a:ln>
        </p:spPr>
      </p:sp>
      <p:cxnSp>
        <p:nvCxnSpPr>
          <p:cNvPr id="237" name="Google Shape;237;p34"/>
          <p:cNvCxnSpPr/>
          <p:nvPr/>
        </p:nvCxnSpPr>
        <p:spPr>
          <a:xfrm rot="10800000">
            <a:off x="3040381" y="1455617"/>
            <a:ext cx="0" cy="2352345"/>
          </a:xfrm>
          <a:prstGeom prst="straightConnector1">
            <a:avLst/>
          </a:prstGeom>
          <a:noFill/>
          <a:ln w="19050" cap="flat" cmpd="sng">
            <a:solidFill>
              <a:schemeClr val="lt1">
                <a:alpha val="23529"/>
              </a:schemeClr>
            </a:solidFill>
            <a:prstDash val="solid"/>
            <a:miter lim="800000"/>
            <a:headEnd type="none" w="sm" len="sm"/>
            <a:tailEnd type="none" w="sm" len="sm"/>
          </a:ln>
        </p:spPr>
      </p:cxnSp>
      <p:cxnSp>
        <p:nvCxnSpPr>
          <p:cNvPr id="238" name="Google Shape;238;p34"/>
          <p:cNvCxnSpPr/>
          <p:nvPr/>
        </p:nvCxnSpPr>
        <p:spPr>
          <a:xfrm rot="10800000">
            <a:off x="6107522" y="1455617"/>
            <a:ext cx="0" cy="2352345"/>
          </a:xfrm>
          <a:prstGeom prst="straightConnector1">
            <a:avLst/>
          </a:prstGeom>
          <a:noFill/>
          <a:ln w="19050" cap="flat" cmpd="sng">
            <a:solidFill>
              <a:schemeClr val="lt1">
                <a:alpha val="23529"/>
              </a:schemeClr>
            </a:solidFill>
            <a:prstDash val="solid"/>
            <a:miter lim="800000"/>
            <a:headEnd type="none" w="sm" len="sm"/>
            <a:tailEnd type="none" w="sm" len="sm"/>
          </a:ln>
        </p:spPr>
      </p:cxnSp>
      <p:pic>
        <p:nvPicPr>
          <p:cNvPr id="239" name="Google Shape;239;p34"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240" name="Google Shape;240;p34"/>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241" name="Google Shape;241;p34"/>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2" name="Google Shape;242;p34"/>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243" name="Google Shape;243;p34"/>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sp>
        <p:nvSpPr>
          <p:cNvPr id="244" name="Google Shape;244;p34"/>
          <p:cNvSpPr/>
          <p:nvPr/>
        </p:nvSpPr>
        <p:spPr>
          <a:xfrm>
            <a:off x="762247" y="1178718"/>
            <a:ext cx="1607336" cy="160733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sp>
        <p:nvSpPr>
          <p:cNvPr id="245" name="Google Shape;245;p34"/>
          <p:cNvSpPr/>
          <p:nvPr/>
        </p:nvSpPr>
        <p:spPr>
          <a:xfrm>
            <a:off x="3801415" y="1178718"/>
            <a:ext cx="1607336" cy="160733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sp>
        <p:nvSpPr>
          <p:cNvPr id="246" name="Google Shape;246;p34"/>
          <p:cNvSpPr/>
          <p:nvPr/>
        </p:nvSpPr>
        <p:spPr>
          <a:xfrm>
            <a:off x="6840583" y="1178718"/>
            <a:ext cx="1607336" cy="1607336"/>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cxnSp>
        <p:nvCxnSpPr>
          <p:cNvPr id="247" name="Google Shape;247;p34"/>
          <p:cNvCxnSpPr/>
          <p:nvPr/>
        </p:nvCxnSpPr>
        <p:spPr>
          <a:xfrm rot="10800000">
            <a:off x="3040381" y="1455617"/>
            <a:ext cx="0" cy="2352345"/>
          </a:xfrm>
          <a:prstGeom prst="straightConnector1">
            <a:avLst/>
          </a:prstGeom>
          <a:noFill/>
          <a:ln w="19050" cap="flat" cmpd="sng">
            <a:solidFill>
              <a:schemeClr val="lt1">
                <a:alpha val="23529"/>
              </a:schemeClr>
            </a:solidFill>
            <a:prstDash val="solid"/>
            <a:miter lim="800000"/>
            <a:headEnd type="none" w="sm" len="sm"/>
            <a:tailEnd type="none" w="sm" len="sm"/>
          </a:ln>
        </p:spPr>
      </p:cxnSp>
      <p:cxnSp>
        <p:nvCxnSpPr>
          <p:cNvPr id="248" name="Google Shape;248;p34"/>
          <p:cNvCxnSpPr/>
          <p:nvPr/>
        </p:nvCxnSpPr>
        <p:spPr>
          <a:xfrm rot="10800000">
            <a:off x="6107522" y="1455617"/>
            <a:ext cx="0" cy="2352345"/>
          </a:xfrm>
          <a:prstGeom prst="straightConnector1">
            <a:avLst/>
          </a:prstGeom>
          <a:noFill/>
          <a:ln w="19050" cap="flat" cmpd="sng">
            <a:solidFill>
              <a:schemeClr val="lt1">
                <a:alpha val="23529"/>
              </a:schemeClr>
            </a:solidFill>
            <a:prstDash val="solid"/>
            <a:miter lim="800000"/>
            <a:headEnd type="none" w="sm" len="sm"/>
            <a:tailEnd type="none" w="sm" len="sm"/>
          </a:ln>
        </p:spPr>
      </p:cxnSp>
      <p:pic>
        <p:nvPicPr>
          <p:cNvPr id="249" name="Google Shape;249;p34"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250" name="Google Shape;250;p34"/>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251" name="Google Shape;251;p34"/>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3 Images - Circles - Dark">
  <p:cSld name="3 Images - Circles - Dark">
    <p:spTree>
      <p:nvGrpSpPr>
        <p:cNvPr id="1" name="Shape 252"/>
        <p:cNvGrpSpPr/>
        <p:nvPr/>
      </p:nvGrpSpPr>
      <p:grpSpPr>
        <a:xfrm>
          <a:off x="0" y="0"/>
          <a:ext cx="0" cy="0"/>
          <a:chOff x="0" y="0"/>
          <a:chExt cx="0" cy="0"/>
        </a:xfrm>
      </p:grpSpPr>
      <p:sp>
        <p:nvSpPr>
          <p:cNvPr id="253" name="Google Shape;253;p35"/>
          <p:cNvSpPr/>
          <p:nvPr/>
        </p:nvSpPr>
        <p:spPr>
          <a:xfrm>
            <a:off x="0" y="0"/>
            <a:ext cx="9144000" cy="5157192"/>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54" name="Google Shape;254;p35"/>
          <p:cNvSpPr txBox="1">
            <a:spLocks noGrp="1"/>
          </p:cNvSpPr>
          <p:nvPr>
            <p:ph type="body" idx="1"/>
          </p:nvPr>
        </p:nvSpPr>
        <p:spPr>
          <a:xfrm>
            <a:off x="507767" y="2957284"/>
            <a:ext cx="2040565" cy="34319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lt1"/>
              </a:buClr>
              <a:buSzPts val="1800"/>
              <a:buNone/>
              <a:defRPr sz="1800" b="1" i="0">
                <a:solidFill>
                  <a:schemeClr val="lt1"/>
                </a:solidFill>
                <a:latin typeface="Arial"/>
                <a:ea typeface="Arial"/>
                <a:cs typeface="Arial"/>
                <a:sym typeface="Aria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255" name="Google Shape;255;p35"/>
          <p:cNvSpPr txBox="1">
            <a:spLocks noGrp="1"/>
          </p:cNvSpPr>
          <p:nvPr>
            <p:ph type="body" idx="2"/>
          </p:nvPr>
        </p:nvSpPr>
        <p:spPr>
          <a:xfrm>
            <a:off x="3551718" y="2957284"/>
            <a:ext cx="2040565" cy="34319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lt1"/>
              </a:buClr>
              <a:buSzPts val="1800"/>
              <a:buNone/>
              <a:defRPr sz="1800" b="1" i="0">
                <a:solidFill>
                  <a:schemeClr val="lt1"/>
                </a:solidFill>
                <a:latin typeface="Arial"/>
                <a:ea typeface="Arial"/>
                <a:cs typeface="Arial"/>
                <a:sym typeface="Aria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256" name="Google Shape;256;p35"/>
          <p:cNvSpPr txBox="1">
            <a:spLocks noGrp="1"/>
          </p:cNvSpPr>
          <p:nvPr>
            <p:ph type="body" idx="3"/>
          </p:nvPr>
        </p:nvSpPr>
        <p:spPr>
          <a:xfrm>
            <a:off x="6602979" y="2957284"/>
            <a:ext cx="2040565" cy="34319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lt1"/>
              </a:buClr>
              <a:buSzPts val="1800"/>
              <a:buNone/>
              <a:defRPr sz="1800" b="1" i="0">
                <a:solidFill>
                  <a:schemeClr val="lt1"/>
                </a:solidFill>
                <a:latin typeface="Arial"/>
                <a:ea typeface="Arial"/>
                <a:cs typeface="Arial"/>
                <a:sym typeface="Aria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257" name="Google Shape;257;p35"/>
          <p:cNvSpPr txBox="1">
            <a:spLocks noGrp="1"/>
          </p:cNvSpPr>
          <p:nvPr>
            <p:ph type="body" idx="4"/>
          </p:nvPr>
        </p:nvSpPr>
        <p:spPr>
          <a:xfrm>
            <a:off x="507767" y="3392279"/>
            <a:ext cx="2040731" cy="602435"/>
          </a:xfrm>
          <a:prstGeom prst="rect">
            <a:avLst/>
          </a:prstGeom>
          <a:noFill/>
          <a:ln>
            <a:noFill/>
          </a:ln>
        </p:spPr>
        <p:txBody>
          <a:bodyPr spcFirstLastPara="1" wrap="square" lIns="91425" tIns="45700" rIns="91425" bIns="45700" anchor="t" anchorCtr="0">
            <a:normAutofit/>
          </a:bodyPr>
          <a:lstStyle>
            <a:lvl1pPr marL="457200" lvl="0" indent="-228600" algn="ctr">
              <a:lnSpc>
                <a:spcPct val="150000"/>
              </a:lnSpc>
              <a:spcBef>
                <a:spcPts val="1050"/>
              </a:spcBef>
              <a:spcAft>
                <a:spcPts val="0"/>
              </a:spcAft>
              <a:buClr>
                <a:schemeClr val="lt2"/>
              </a:buClr>
              <a:buSzPts val="1800"/>
              <a:buNone/>
              <a:defRPr sz="1800">
                <a:solidFill>
                  <a:schemeClr val="lt2"/>
                </a:solidFil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58" name="Google Shape;258;p35"/>
          <p:cNvSpPr txBox="1">
            <a:spLocks noGrp="1"/>
          </p:cNvSpPr>
          <p:nvPr>
            <p:ph type="body" idx="5"/>
          </p:nvPr>
        </p:nvSpPr>
        <p:spPr>
          <a:xfrm>
            <a:off x="3551634" y="3392279"/>
            <a:ext cx="2040731" cy="602435"/>
          </a:xfrm>
          <a:prstGeom prst="rect">
            <a:avLst/>
          </a:prstGeom>
          <a:noFill/>
          <a:ln>
            <a:noFill/>
          </a:ln>
        </p:spPr>
        <p:txBody>
          <a:bodyPr spcFirstLastPara="1" wrap="square" lIns="91425" tIns="45700" rIns="91425" bIns="45700" anchor="t" anchorCtr="0">
            <a:normAutofit/>
          </a:bodyPr>
          <a:lstStyle>
            <a:lvl1pPr marL="457200" lvl="0" indent="-228600" algn="ctr">
              <a:lnSpc>
                <a:spcPct val="150000"/>
              </a:lnSpc>
              <a:spcBef>
                <a:spcPts val="1050"/>
              </a:spcBef>
              <a:spcAft>
                <a:spcPts val="0"/>
              </a:spcAft>
              <a:buClr>
                <a:schemeClr val="lt2"/>
              </a:buClr>
              <a:buSzPts val="1800"/>
              <a:buNone/>
              <a:defRPr sz="1800">
                <a:solidFill>
                  <a:schemeClr val="lt2"/>
                </a:solidFil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59" name="Google Shape;259;p35"/>
          <p:cNvSpPr txBox="1">
            <a:spLocks noGrp="1"/>
          </p:cNvSpPr>
          <p:nvPr>
            <p:ph type="body" idx="6"/>
          </p:nvPr>
        </p:nvSpPr>
        <p:spPr>
          <a:xfrm>
            <a:off x="6602980" y="3392279"/>
            <a:ext cx="2040731" cy="602435"/>
          </a:xfrm>
          <a:prstGeom prst="rect">
            <a:avLst/>
          </a:prstGeom>
          <a:noFill/>
          <a:ln>
            <a:noFill/>
          </a:ln>
        </p:spPr>
        <p:txBody>
          <a:bodyPr spcFirstLastPara="1" wrap="square" lIns="91425" tIns="45700" rIns="91425" bIns="45700" anchor="t" anchorCtr="0">
            <a:normAutofit/>
          </a:bodyPr>
          <a:lstStyle>
            <a:lvl1pPr marL="457200" lvl="0" indent="-228600" algn="ctr">
              <a:lnSpc>
                <a:spcPct val="150000"/>
              </a:lnSpc>
              <a:spcBef>
                <a:spcPts val="1050"/>
              </a:spcBef>
              <a:spcAft>
                <a:spcPts val="0"/>
              </a:spcAft>
              <a:buClr>
                <a:schemeClr val="lt2"/>
              </a:buClr>
              <a:buSzPts val="1800"/>
              <a:buNone/>
              <a:defRPr sz="1800">
                <a:solidFill>
                  <a:schemeClr val="lt2"/>
                </a:solidFil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60" name="Google Shape;260;p35"/>
          <p:cNvSpPr/>
          <p:nvPr/>
        </p:nvSpPr>
        <p:spPr>
          <a:xfrm>
            <a:off x="762247" y="1178718"/>
            <a:ext cx="1607336" cy="160733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61" name="Google Shape;261;p35"/>
          <p:cNvSpPr>
            <a:spLocks noGrp="1"/>
          </p:cNvSpPr>
          <p:nvPr>
            <p:ph type="pic" idx="7"/>
          </p:nvPr>
        </p:nvSpPr>
        <p:spPr>
          <a:xfrm>
            <a:off x="886586" y="1297739"/>
            <a:ext cx="1314507" cy="1327031"/>
          </a:xfrm>
          <a:prstGeom prst="ellipse">
            <a:avLst/>
          </a:prstGeom>
          <a:noFill/>
          <a:ln>
            <a:noFill/>
          </a:ln>
        </p:spPr>
      </p:sp>
      <p:sp>
        <p:nvSpPr>
          <p:cNvPr id="262" name="Google Shape;262;p35"/>
          <p:cNvSpPr/>
          <p:nvPr/>
        </p:nvSpPr>
        <p:spPr>
          <a:xfrm>
            <a:off x="3801415" y="1178718"/>
            <a:ext cx="1607336" cy="160733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63" name="Google Shape;263;p35"/>
          <p:cNvSpPr>
            <a:spLocks noGrp="1"/>
          </p:cNvSpPr>
          <p:nvPr>
            <p:ph type="pic" idx="8"/>
          </p:nvPr>
        </p:nvSpPr>
        <p:spPr>
          <a:xfrm>
            <a:off x="3932645" y="1293599"/>
            <a:ext cx="1314507" cy="1327031"/>
          </a:xfrm>
          <a:prstGeom prst="ellipse">
            <a:avLst/>
          </a:prstGeom>
          <a:noFill/>
          <a:ln>
            <a:noFill/>
          </a:ln>
        </p:spPr>
      </p:sp>
      <p:sp>
        <p:nvSpPr>
          <p:cNvPr id="264" name="Google Shape;264;p35"/>
          <p:cNvSpPr/>
          <p:nvPr/>
        </p:nvSpPr>
        <p:spPr>
          <a:xfrm>
            <a:off x="6840583" y="1178718"/>
            <a:ext cx="1607336" cy="1607336"/>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65" name="Google Shape;265;p35"/>
          <p:cNvSpPr>
            <a:spLocks noGrp="1"/>
          </p:cNvSpPr>
          <p:nvPr>
            <p:ph type="pic" idx="9"/>
          </p:nvPr>
        </p:nvSpPr>
        <p:spPr>
          <a:xfrm>
            <a:off x="6964922" y="1298458"/>
            <a:ext cx="1314507" cy="1327031"/>
          </a:xfrm>
          <a:prstGeom prst="ellipse">
            <a:avLst/>
          </a:prstGeom>
          <a:noFill/>
          <a:ln>
            <a:noFill/>
          </a:ln>
        </p:spPr>
      </p:sp>
      <p:cxnSp>
        <p:nvCxnSpPr>
          <p:cNvPr id="266" name="Google Shape;266;p35"/>
          <p:cNvCxnSpPr/>
          <p:nvPr/>
        </p:nvCxnSpPr>
        <p:spPr>
          <a:xfrm rot="10800000">
            <a:off x="3040381" y="1455617"/>
            <a:ext cx="0" cy="2352345"/>
          </a:xfrm>
          <a:prstGeom prst="straightConnector1">
            <a:avLst/>
          </a:prstGeom>
          <a:noFill/>
          <a:ln w="19050" cap="flat" cmpd="sng">
            <a:solidFill>
              <a:schemeClr val="lt1">
                <a:alpha val="23529"/>
              </a:schemeClr>
            </a:solidFill>
            <a:prstDash val="solid"/>
            <a:miter lim="800000"/>
            <a:headEnd type="none" w="sm" len="sm"/>
            <a:tailEnd type="none" w="sm" len="sm"/>
          </a:ln>
        </p:spPr>
      </p:cxnSp>
      <p:cxnSp>
        <p:nvCxnSpPr>
          <p:cNvPr id="267" name="Google Shape;267;p35"/>
          <p:cNvCxnSpPr/>
          <p:nvPr/>
        </p:nvCxnSpPr>
        <p:spPr>
          <a:xfrm rot="10800000">
            <a:off x="6107522" y="1455617"/>
            <a:ext cx="0" cy="2352345"/>
          </a:xfrm>
          <a:prstGeom prst="straightConnector1">
            <a:avLst/>
          </a:prstGeom>
          <a:noFill/>
          <a:ln w="19050" cap="flat" cmpd="sng">
            <a:solidFill>
              <a:schemeClr val="lt1">
                <a:alpha val="23529"/>
              </a:schemeClr>
            </a:solidFill>
            <a:prstDash val="solid"/>
            <a:miter lim="800000"/>
            <a:headEnd type="none" w="sm" len="sm"/>
            <a:tailEnd type="none" w="sm" len="sm"/>
          </a:ln>
        </p:spPr>
      </p:cxnSp>
      <p:sp>
        <p:nvSpPr>
          <p:cNvPr id="268" name="Google Shape;268;p35"/>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27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9" name="Google Shape;269;p35"/>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270" name="Google Shape;270;p35"/>
          <p:cNvPicPr preferRelativeResize="0"/>
          <p:nvPr/>
        </p:nvPicPr>
        <p:blipFill rotWithShape="1">
          <a:blip r:embed="rId2">
            <a:alphaModFix/>
          </a:blip>
          <a:srcRect t="-9329" r="2145"/>
          <a:stretch/>
        </p:blipFill>
        <p:spPr>
          <a:xfrm>
            <a:off x="6843415" y="2979616"/>
            <a:ext cx="2260167" cy="1977390"/>
          </a:xfrm>
          <a:prstGeom prst="rect">
            <a:avLst/>
          </a:prstGeom>
          <a:noFill/>
          <a:ln>
            <a:noFill/>
          </a:ln>
        </p:spPr>
      </p:pic>
      <p:pic>
        <p:nvPicPr>
          <p:cNvPr id="271" name="Google Shape;271;p35"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272" name="Google Shape;272;p35"/>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273" name="Google Shape;273;p35"/>
          <p:cNvSpPr/>
          <p:nvPr/>
        </p:nvSpPr>
        <p:spPr>
          <a:xfrm>
            <a:off x="0" y="0"/>
            <a:ext cx="9144000" cy="5157192"/>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sp>
        <p:nvSpPr>
          <p:cNvPr id="274" name="Google Shape;274;p35"/>
          <p:cNvSpPr/>
          <p:nvPr/>
        </p:nvSpPr>
        <p:spPr>
          <a:xfrm>
            <a:off x="762247" y="1178718"/>
            <a:ext cx="1607336" cy="160733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sp>
        <p:nvSpPr>
          <p:cNvPr id="275" name="Google Shape;275;p35"/>
          <p:cNvSpPr/>
          <p:nvPr/>
        </p:nvSpPr>
        <p:spPr>
          <a:xfrm>
            <a:off x="3801415" y="1178718"/>
            <a:ext cx="1607336" cy="160733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sp>
        <p:nvSpPr>
          <p:cNvPr id="276" name="Google Shape;276;p35"/>
          <p:cNvSpPr/>
          <p:nvPr/>
        </p:nvSpPr>
        <p:spPr>
          <a:xfrm>
            <a:off x="6840583" y="1178718"/>
            <a:ext cx="1607336" cy="1607336"/>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cxnSp>
        <p:nvCxnSpPr>
          <p:cNvPr id="277" name="Google Shape;277;p35"/>
          <p:cNvCxnSpPr/>
          <p:nvPr/>
        </p:nvCxnSpPr>
        <p:spPr>
          <a:xfrm rot="10800000">
            <a:off x="3040381" y="1455617"/>
            <a:ext cx="0" cy="2352345"/>
          </a:xfrm>
          <a:prstGeom prst="straightConnector1">
            <a:avLst/>
          </a:prstGeom>
          <a:noFill/>
          <a:ln w="19050" cap="flat" cmpd="sng">
            <a:solidFill>
              <a:schemeClr val="lt1">
                <a:alpha val="23529"/>
              </a:schemeClr>
            </a:solidFill>
            <a:prstDash val="solid"/>
            <a:miter lim="800000"/>
            <a:headEnd type="none" w="sm" len="sm"/>
            <a:tailEnd type="none" w="sm" len="sm"/>
          </a:ln>
        </p:spPr>
      </p:cxnSp>
      <p:cxnSp>
        <p:nvCxnSpPr>
          <p:cNvPr id="278" name="Google Shape;278;p35"/>
          <p:cNvCxnSpPr/>
          <p:nvPr/>
        </p:nvCxnSpPr>
        <p:spPr>
          <a:xfrm rot="10800000">
            <a:off x="6107522" y="1455617"/>
            <a:ext cx="0" cy="2352345"/>
          </a:xfrm>
          <a:prstGeom prst="straightConnector1">
            <a:avLst/>
          </a:prstGeom>
          <a:noFill/>
          <a:ln w="19050" cap="flat" cmpd="sng">
            <a:solidFill>
              <a:schemeClr val="lt1">
                <a:alpha val="23529"/>
              </a:schemeClr>
            </a:solidFill>
            <a:prstDash val="solid"/>
            <a:miter lim="800000"/>
            <a:headEnd type="none" w="sm" len="sm"/>
            <a:tailEnd type="none" w="sm" len="sm"/>
          </a:ln>
        </p:spPr>
      </p:cxnSp>
      <p:sp>
        <p:nvSpPr>
          <p:cNvPr id="279" name="Google Shape;279;p35"/>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280" name="Google Shape;280;p35"/>
          <p:cNvPicPr preferRelativeResize="0"/>
          <p:nvPr/>
        </p:nvPicPr>
        <p:blipFill rotWithShape="1">
          <a:blip r:embed="rId2">
            <a:alphaModFix/>
          </a:blip>
          <a:srcRect t="-9329" r="2145"/>
          <a:stretch/>
        </p:blipFill>
        <p:spPr>
          <a:xfrm>
            <a:off x="6843415" y="2979616"/>
            <a:ext cx="2260167" cy="1977390"/>
          </a:xfrm>
          <a:prstGeom prst="rect">
            <a:avLst/>
          </a:prstGeom>
          <a:noFill/>
          <a:ln>
            <a:noFill/>
          </a:ln>
        </p:spPr>
      </p:pic>
      <p:pic>
        <p:nvPicPr>
          <p:cNvPr id="281" name="Google Shape;281;p35"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282" name="Google Shape;282;p35"/>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Quote - Testimonial - Large Statement - Brain">
  <p:cSld name="Quote - Testimonial - Large Statement - Brain">
    <p:spTree>
      <p:nvGrpSpPr>
        <p:cNvPr id="1" name="Shape 283"/>
        <p:cNvGrpSpPr/>
        <p:nvPr/>
      </p:nvGrpSpPr>
      <p:grpSpPr>
        <a:xfrm>
          <a:off x="0" y="0"/>
          <a:ext cx="0" cy="0"/>
          <a:chOff x="0" y="0"/>
          <a:chExt cx="0" cy="0"/>
        </a:xfrm>
      </p:grpSpPr>
      <p:sp>
        <p:nvSpPr>
          <p:cNvPr id="284" name="Google Shape;284;p36"/>
          <p:cNvSpPr/>
          <p:nvPr/>
        </p:nvSpPr>
        <p:spPr>
          <a:xfrm>
            <a:off x="0" y="0"/>
            <a:ext cx="9144000" cy="5151099"/>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285" name="Google Shape;285;p36"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286" name="Google Shape;286;p36"/>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287" name="Google Shape;287;p36"/>
          <p:cNvPicPr preferRelativeResize="0"/>
          <p:nvPr/>
        </p:nvPicPr>
        <p:blipFill rotWithShape="1">
          <a:blip r:embed="rId3">
            <a:alphaModFix/>
          </a:blip>
          <a:srcRect l="-7671" r="-7671"/>
          <a:stretch/>
        </p:blipFill>
        <p:spPr>
          <a:xfrm>
            <a:off x="576072" y="163020"/>
            <a:ext cx="7475220" cy="5092108"/>
          </a:xfrm>
          <a:prstGeom prst="rect">
            <a:avLst/>
          </a:prstGeom>
          <a:noFill/>
          <a:ln>
            <a:noFill/>
          </a:ln>
        </p:spPr>
      </p:pic>
      <p:sp>
        <p:nvSpPr>
          <p:cNvPr id="288" name="Google Shape;288;p36"/>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289" name="Google Shape;289;p36"/>
          <p:cNvSpPr/>
          <p:nvPr/>
        </p:nvSpPr>
        <p:spPr>
          <a:xfrm>
            <a:off x="0" y="0"/>
            <a:ext cx="9144000" cy="5151099"/>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290" name="Google Shape;290;p36"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291" name="Google Shape;291;p36"/>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292" name="Google Shape;292;p36"/>
          <p:cNvPicPr preferRelativeResize="0"/>
          <p:nvPr/>
        </p:nvPicPr>
        <p:blipFill rotWithShape="1">
          <a:blip r:embed="rId3">
            <a:alphaModFix/>
          </a:blip>
          <a:srcRect l="-7671" r="-7671"/>
          <a:stretch/>
        </p:blipFill>
        <p:spPr>
          <a:xfrm>
            <a:off x="576072" y="163020"/>
            <a:ext cx="7475220" cy="5092108"/>
          </a:xfrm>
          <a:prstGeom prst="rect">
            <a:avLst/>
          </a:prstGeom>
          <a:noFill/>
          <a:ln>
            <a:noFill/>
          </a:ln>
        </p:spPr>
      </p:pic>
      <p:sp>
        <p:nvSpPr>
          <p:cNvPr id="293" name="Google Shape;293;p36"/>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arge Statement - Dark">
  <p:cSld name="Large Statement - Dark">
    <p:spTree>
      <p:nvGrpSpPr>
        <p:cNvPr id="1" name="Shape 294"/>
        <p:cNvGrpSpPr/>
        <p:nvPr/>
      </p:nvGrpSpPr>
      <p:grpSpPr>
        <a:xfrm>
          <a:off x="0" y="0"/>
          <a:ext cx="0" cy="0"/>
          <a:chOff x="0" y="0"/>
          <a:chExt cx="0" cy="0"/>
        </a:xfrm>
      </p:grpSpPr>
      <p:sp>
        <p:nvSpPr>
          <p:cNvPr id="295" name="Google Shape;295;p37"/>
          <p:cNvSpPr/>
          <p:nvPr/>
        </p:nvSpPr>
        <p:spPr>
          <a:xfrm>
            <a:off x="0" y="0"/>
            <a:ext cx="9144000" cy="5151099"/>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96" name="Google Shape;296;p37"/>
          <p:cNvSpPr txBox="1">
            <a:spLocks noGrp="1"/>
          </p:cNvSpPr>
          <p:nvPr>
            <p:ph type="body" idx="1"/>
          </p:nvPr>
        </p:nvSpPr>
        <p:spPr>
          <a:xfrm>
            <a:off x="539603" y="1188715"/>
            <a:ext cx="8064795" cy="2168516"/>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750"/>
              </a:spcBef>
              <a:spcAft>
                <a:spcPts val="0"/>
              </a:spcAft>
              <a:buClr>
                <a:schemeClr val="lt1"/>
              </a:buClr>
              <a:buSzPts val="3300"/>
              <a:buNone/>
              <a:defRPr sz="3300" b="1">
                <a:solidFill>
                  <a:schemeClr val="lt1"/>
                </a:solidFill>
                <a:latin typeface="Arial"/>
                <a:ea typeface="Arial"/>
                <a:cs typeface="Arial"/>
                <a:sym typeface="Aria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97" name="Google Shape;297;p37"/>
          <p:cNvSpPr txBox="1">
            <a:spLocks noGrp="1"/>
          </p:cNvSpPr>
          <p:nvPr>
            <p:ph type="body" idx="2"/>
          </p:nvPr>
        </p:nvSpPr>
        <p:spPr>
          <a:xfrm>
            <a:off x="539602" y="3887626"/>
            <a:ext cx="8064795" cy="490319"/>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lt1"/>
              </a:buClr>
              <a:buSzPts val="1800"/>
              <a:buNone/>
              <a:defRPr sz="1800">
                <a:solidFill>
                  <a:schemeClr val="lt1"/>
                </a:solidFill>
                <a:latin typeface="Arial"/>
                <a:ea typeface="Arial"/>
                <a:cs typeface="Arial"/>
                <a:sym typeface="Aria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98" name="Google Shape;298;p37"/>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299" name="Google Shape;299;p37"/>
          <p:cNvPicPr preferRelativeResize="0"/>
          <p:nvPr/>
        </p:nvPicPr>
        <p:blipFill rotWithShape="1">
          <a:blip r:embed="rId2">
            <a:alphaModFix/>
          </a:blip>
          <a:srcRect t="-9329" r="2145"/>
          <a:stretch/>
        </p:blipFill>
        <p:spPr>
          <a:xfrm>
            <a:off x="6843415" y="2979616"/>
            <a:ext cx="2260167" cy="1977390"/>
          </a:xfrm>
          <a:prstGeom prst="rect">
            <a:avLst/>
          </a:prstGeom>
          <a:noFill/>
          <a:ln>
            <a:noFill/>
          </a:ln>
        </p:spPr>
      </p:pic>
      <p:pic>
        <p:nvPicPr>
          <p:cNvPr id="300" name="Google Shape;300;p37"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301" name="Google Shape;301;p37"/>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302" name="Google Shape;302;p37"/>
          <p:cNvSpPr/>
          <p:nvPr/>
        </p:nvSpPr>
        <p:spPr>
          <a:xfrm>
            <a:off x="0" y="0"/>
            <a:ext cx="9144000" cy="5151099"/>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sp>
        <p:nvSpPr>
          <p:cNvPr id="303" name="Google Shape;303;p37"/>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304" name="Google Shape;304;p37"/>
          <p:cNvPicPr preferRelativeResize="0"/>
          <p:nvPr/>
        </p:nvPicPr>
        <p:blipFill rotWithShape="1">
          <a:blip r:embed="rId2">
            <a:alphaModFix/>
          </a:blip>
          <a:srcRect t="-9329" r="2145"/>
          <a:stretch/>
        </p:blipFill>
        <p:spPr>
          <a:xfrm>
            <a:off x="6843415" y="2979616"/>
            <a:ext cx="2260167" cy="1977390"/>
          </a:xfrm>
          <a:prstGeom prst="rect">
            <a:avLst/>
          </a:prstGeom>
          <a:noFill/>
          <a:ln>
            <a:noFill/>
          </a:ln>
        </p:spPr>
      </p:pic>
      <p:pic>
        <p:nvPicPr>
          <p:cNvPr id="305" name="Google Shape;305;p37"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306" name="Google Shape;306;p37"/>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Dark Background with Right image">
  <p:cSld name="Dark Background with Right image">
    <p:spTree>
      <p:nvGrpSpPr>
        <p:cNvPr id="1" name="Shape 307"/>
        <p:cNvGrpSpPr/>
        <p:nvPr/>
      </p:nvGrpSpPr>
      <p:grpSpPr>
        <a:xfrm>
          <a:off x="0" y="0"/>
          <a:ext cx="0" cy="0"/>
          <a:chOff x="0" y="0"/>
          <a:chExt cx="0" cy="0"/>
        </a:xfrm>
      </p:grpSpPr>
      <p:sp>
        <p:nvSpPr>
          <p:cNvPr id="308" name="Google Shape;308;p38"/>
          <p:cNvSpPr/>
          <p:nvPr/>
        </p:nvSpPr>
        <p:spPr>
          <a:xfrm>
            <a:off x="0" y="-70082"/>
            <a:ext cx="9144000" cy="5221181"/>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309" name="Google Shape;309;p38"/>
          <p:cNvPicPr preferRelativeResize="0"/>
          <p:nvPr/>
        </p:nvPicPr>
        <p:blipFill rotWithShape="1">
          <a:blip r:embed="rId2">
            <a:alphaModFix/>
          </a:blip>
          <a:srcRect t="-9329" r="2145"/>
          <a:stretch/>
        </p:blipFill>
        <p:spPr>
          <a:xfrm>
            <a:off x="6843415" y="2979616"/>
            <a:ext cx="2260167" cy="1977390"/>
          </a:xfrm>
          <a:prstGeom prst="rect">
            <a:avLst/>
          </a:prstGeom>
          <a:noFill/>
          <a:ln>
            <a:noFill/>
          </a:ln>
        </p:spPr>
      </p:pic>
      <p:pic>
        <p:nvPicPr>
          <p:cNvPr id="310" name="Google Shape;310;p38"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311" name="Google Shape;311;p38"/>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312" name="Google Shape;312;p38"/>
          <p:cNvSpPr>
            <a:spLocks noGrp="1"/>
          </p:cNvSpPr>
          <p:nvPr>
            <p:ph type="pic" idx="2"/>
          </p:nvPr>
        </p:nvSpPr>
        <p:spPr>
          <a:xfrm>
            <a:off x="5515480" y="0"/>
            <a:ext cx="3628520" cy="4854167"/>
          </a:xfrm>
          <a:prstGeom prst="rect">
            <a:avLst/>
          </a:prstGeom>
          <a:noFill/>
          <a:ln>
            <a:noFill/>
          </a:ln>
        </p:spPr>
      </p:sp>
      <p:sp>
        <p:nvSpPr>
          <p:cNvPr id="313" name="Google Shape;313;p38"/>
          <p:cNvSpPr txBox="1">
            <a:spLocks noGrp="1"/>
          </p:cNvSpPr>
          <p:nvPr>
            <p:ph type="body" idx="1"/>
          </p:nvPr>
        </p:nvSpPr>
        <p:spPr>
          <a:xfrm>
            <a:off x="446485" y="714375"/>
            <a:ext cx="4772025" cy="366355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lt1"/>
              </a:buClr>
              <a:buSzPts val="3150"/>
              <a:buNone/>
              <a:defRPr sz="3150" b="1">
                <a:solidFill>
                  <a:schemeClr val="lt1"/>
                </a:solidFil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14" name="Google Shape;314;p38"/>
          <p:cNvSpPr txBox="1">
            <a:spLocks noGrp="1"/>
          </p:cNvSpPr>
          <p:nvPr>
            <p:ph type="body" idx="3"/>
          </p:nvPr>
        </p:nvSpPr>
        <p:spPr>
          <a:xfrm>
            <a:off x="446485" y="3564732"/>
            <a:ext cx="4772025" cy="81319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lt1"/>
              </a:buClr>
              <a:buSzPts val="2100"/>
              <a:buNone/>
              <a:defRPr>
                <a:solidFill>
                  <a:schemeClr val="lt1"/>
                </a:solidFil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15" name="Google Shape;315;p38"/>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316" name="Google Shape;316;p38"/>
          <p:cNvSpPr/>
          <p:nvPr/>
        </p:nvSpPr>
        <p:spPr>
          <a:xfrm>
            <a:off x="0" y="-70082"/>
            <a:ext cx="9144000" cy="5221181"/>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317" name="Google Shape;317;p38"/>
          <p:cNvPicPr preferRelativeResize="0"/>
          <p:nvPr/>
        </p:nvPicPr>
        <p:blipFill rotWithShape="1">
          <a:blip r:embed="rId2">
            <a:alphaModFix/>
          </a:blip>
          <a:srcRect t="-9329" r="2145"/>
          <a:stretch/>
        </p:blipFill>
        <p:spPr>
          <a:xfrm>
            <a:off x="6843415" y="2979616"/>
            <a:ext cx="2260167" cy="1977390"/>
          </a:xfrm>
          <a:prstGeom prst="rect">
            <a:avLst/>
          </a:prstGeom>
          <a:noFill/>
          <a:ln>
            <a:noFill/>
          </a:ln>
        </p:spPr>
      </p:pic>
      <p:pic>
        <p:nvPicPr>
          <p:cNvPr id="318" name="Google Shape;318;p38"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319" name="Google Shape;319;p38"/>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320" name="Google Shape;320;p38"/>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620">
          <p15:clr>
            <a:srgbClr val="FBAE40"/>
          </p15:clr>
        </p15:guide>
        <p15:guide id="4" pos="28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p Dark Background ">
  <p:cSld name="Map Dark Background ">
    <p:spTree>
      <p:nvGrpSpPr>
        <p:cNvPr id="1" name="Shape 321"/>
        <p:cNvGrpSpPr/>
        <p:nvPr/>
      </p:nvGrpSpPr>
      <p:grpSpPr>
        <a:xfrm>
          <a:off x="0" y="0"/>
          <a:ext cx="0" cy="0"/>
          <a:chOff x="0" y="0"/>
          <a:chExt cx="0" cy="0"/>
        </a:xfrm>
      </p:grpSpPr>
      <p:sp>
        <p:nvSpPr>
          <p:cNvPr id="322" name="Google Shape;322;p39"/>
          <p:cNvSpPr/>
          <p:nvPr/>
        </p:nvSpPr>
        <p:spPr>
          <a:xfrm>
            <a:off x="0" y="0"/>
            <a:ext cx="9144000" cy="5143500"/>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323" name="Google Shape;323;p39" descr="Map&#10;&#10;Description automatically generated"/>
          <p:cNvPicPr preferRelativeResize="0"/>
          <p:nvPr/>
        </p:nvPicPr>
        <p:blipFill rotWithShape="1">
          <a:blip r:embed="rId2">
            <a:alphaModFix amt="45000"/>
          </a:blip>
          <a:srcRect/>
          <a:stretch/>
        </p:blipFill>
        <p:spPr>
          <a:xfrm>
            <a:off x="377482" y="648589"/>
            <a:ext cx="8014250" cy="4261098"/>
          </a:xfrm>
          <a:prstGeom prst="rect">
            <a:avLst/>
          </a:prstGeom>
          <a:noFill/>
          <a:ln>
            <a:noFill/>
          </a:ln>
        </p:spPr>
      </p:pic>
      <p:sp>
        <p:nvSpPr>
          <p:cNvPr id="324" name="Google Shape;324;p39"/>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325" name="Google Shape;325;p39"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326" name="Google Shape;326;p39"/>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327" name="Google Shape;327;p39"/>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27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8" name="Google Shape;328;p39"/>
          <p:cNvSpPr/>
          <p:nvPr/>
        </p:nvSpPr>
        <p:spPr>
          <a:xfrm>
            <a:off x="0" y="0"/>
            <a:ext cx="9144000" cy="5143500"/>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329" name="Google Shape;329;p39" descr="Map&#10;&#10;Description automatically generated"/>
          <p:cNvPicPr preferRelativeResize="0"/>
          <p:nvPr/>
        </p:nvPicPr>
        <p:blipFill rotWithShape="1">
          <a:blip r:embed="rId2">
            <a:alphaModFix amt="45000"/>
          </a:blip>
          <a:srcRect/>
          <a:stretch/>
        </p:blipFill>
        <p:spPr>
          <a:xfrm>
            <a:off x="377482" y="648589"/>
            <a:ext cx="8014250" cy="4261098"/>
          </a:xfrm>
          <a:prstGeom prst="rect">
            <a:avLst/>
          </a:prstGeom>
          <a:noFill/>
          <a:ln>
            <a:noFill/>
          </a:ln>
        </p:spPr>
      </p:pic>
      <p:sp>
        <p:nvSpPr>
          <p:cNvPr id="330" name="Google Shape;330;p39"/>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331" name="Google Shape;331;p39"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332" name="Google Shape;332;p39"/>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Large Statement - With Warehouse Image">
  <p:cSld name="Large Statement - With Warehouse Image">
    <p:spTree>
      <p:nvGrpSpPr>
        <p:cNvPr id="1" name="Shape 333"/>
        <p:cNvGrpSpPr/>
        <p:nvPr/>
      </p:nvGrpSpPr>
      <p:grpSpPr>
        <a:xfrm>
          <a:off x="0" y="0"/>
          <a:ext cx="0" cy="0"/>
          <a:chOff x="0" y="0"/>
          <a:chExt cx="0" cy="0"/>
        </a:xfrm>
      </p:grpSpPr>
      <p:pic>
        <p:nvPicPr>
          <p:cNvPr id="334" name="Google Shape;334;p40"/>
          <p:cNvPicPr preferRelativeResize="0"/>
          <p:nvPr/>
        </p:nvPicPr>
        <p:blipFill rotWithShape="1">
          <a:blip r:embed="rId2">
            <a:alphaModFix amt="20000"/>
          </a:blip>
          <a:srcRect t="2623" b="2621"/>
          <a:stretch/>
        </p:blipFill>
        <p:spPr>
          <a:xfrm>
            <a:off x="-34438" y="-21706"/>
            <a:ext cx="9212875" cy="4910328"/>
          </a:xfrm>
          <a:prstGeom prst="rect">
            <a:avLst/>
          </a:prstGeom>
          <a:noFill/>
          <a:ln>
            <a:noFill/>
          </a:ln>
        </p:spPr>
      </p:pic>
      <p:sp>
        <p:nvSpPr>
          <p:cNvPr id="335" name="Google Shape;335;p40"/>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336" name="Google Shape;336;p40"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337" name="Google Shape;337;p40"/>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338" name="Google Shape;338;p40"/>
          <p:cNvSpPr txBox="1">
            <a:spLocks noGrp="1"/>
          </p:cNvSpPr>
          <p:nvPr>
            <p:ph type="body" idx="1"/>
          </p:nvPr>
        </p:nvSpPr>
        <p:spPr>
          <a:xfrm>
            <a:off x="539603" y="1188715"/>
            <a:ext cx="8064795" cy="2168516"/>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750"/>
              </a:spcBef>
              <a:spcAft>
                <a:spcPts val="0"/>
              </a:spcAft>
              <a:buClr>
                <a:schemeClr val="dk2"/>
              </a:buClr>
              <a:buSzPts val="3300"/>
              <a:buNone/>
              <a:defRPr sz="3300" b="1">
                <a:solidFill>
                  <a:schemeClr val="dk2"/>
                </a:solidFill>
                <a:latin typeface="Arial"/>
                <a:ea typeface="Arial"/>
                <a:cs typeface="Arial"/>
                <a:sym typeface="Aria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39" name="Google Shape;339;p40"/>
          <p:cNvSpPr txBox="1">
            <a:spLocks noGrp="1"/>
          </p:cNvSpPr>
          <p:nvPr>
            <p:ph type="body" idx="2"/>
          </p:nvPr>
        </p:nvSpPr>
        <p:spPr>
          <a:xfrm>
            <a:off x="539602" y="3887626"/>
            <a:ext cx="8064795" cy="490319"/>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2"/>
              </a:buClr>
              <a:buSzPts val="1800"/>
              <a:buNone/>
              <a:defRPr sz="1800">
                <a:solidFill>
                  <a:schemeClr val="dk2"/>
                </a:solidFill>
                <a:latin typeface="Arial"/>
                <a:ea typeface="Arial"/>
                <a:cs typeface="Arial"/>
                <a:sym typeface="Aria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40" name="Google Shape;340;p40"/>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pic>
        <p:nvPicPr>
          <p:cNvPr id="341" name="Google Shape;341;p40"/>
          <p:cNvPicPr preferRelativeResize="0"/>
          <p:nvPr/>
        </p:nvPicPr>
        <p:blipFill rotWithShape="1">
          <a:blip r:embed="rId2">
            <a:alphaModFix amt="20000"/>
          </a:blip>
          <a:srcRect t="2623" b="2621"/>
          <a:stretch/>
        </p:blipFill>
        <p:spPr>
          <a:xfrm>
            <a:off x="-34438" y="-21706"/>
            <a:ext cx="9212875" cy="4910328"/>
          </a:xfrm>
          <a:prstGeom prst="rect">
            <a:avLst/>
          </a:prstGeom>
          <a:noFill/>
          <a:ln>
            <a:noFill/>
          </a:ln>
        </p:spPr>
      </p:pic>
      <p:sp>
        <p:nvSpPr>
          <p:cNvPr id="342" name="Google Shape;342;p40"/>
          <p:cNvSpPr/>
          <p:nvPr/>
        </p:nvSpPr>
        <p:spPr>
          <a:xfrm>
            <a:off x="0" y="4873015"/>
            <a:ext cx="9144000" cy="274652"/>
          </a:xfrm>
          <a:prstGeom prst="rect">
            <a:avLst/>
          </a:prstGeom>
          <a:gradFill>
            <a:gsLst>
              <a:gs pos="0">
                <a:schemeClr val="dk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Arial"/>
              <a:ea typeface="Arial"/>
              <a:cs typeface="Arial"/>
              <a:sym typeface="Arial"/>
            </a:endParaRPr>
          </a:p>
        </p:txBody>
      </p:sp>
      <p:pic>
        <p:nvPicPr>
          <p:cNvPr id="343" name="Google Shape;343;p40"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344" name="Google Shape;344;p40"/>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345" name="Google Shape;345;p40"/>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ivider ">
  <p:cSld name="1_Divider ">
    <p:spTree>
      <p:nvGrpSpPr>
        <p:cNvPr id="1" name="Shape 346"/>
        <p:cNvGrpSpPr/>
        <p:nvPr/>
      </p:nvGrpSpPr>
      <p:grpSpPr>
        <a:xfrm>
          <a:off x="0" y="0"/>
          <a:ext cx="0" cy="0"/>
          <a:chOff x="0" y="0"/>
          <a:chExt cx="0" cy="0"/>
        </a:xfrm>
      </p:grpSpPr>
      <p:sp>
        <p:nvSpPr>
          <p:cNvPr id="347" name="Google Shape;347;p41"/>
          <p:cNvSpPr/>
          <p:nvPr/>
        </p:nvSpPr>
        <p:spPr>
          <a:xfrm>
            <a:off x="0" y="0"/>
            <a:ext cx="9144000" cy="5151099"/>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348" name="Google Shape;348;p41" descr="Logo&#10;&#10;Description automatically generated"/>
          <p:cNvPicPr preferRelativeResize="0"/>
          <p:nvPr/>
        </p:nvPicPr>
        <p:blipFill rotWithShape="1">
          <a:blip r:embed="rId2">
            <a:alphaModFix/>
          </a:blip>
          <a:srcRect/>
          <a:stretch/>
        </p:blipFill>
        <p:spPr>
          <a:xfrm>
            <a:off x="8245972" y="4933196"/>
            <a:ext cx="815459" cy="151361"/>
          </a:xfrm>
          <a:prstGeom prst="rect">
            <a:avLst/>
          </a:prstGeom>
          <a:noFill/>
          <a:ln>
            <a:noFill/>
          </a:ln>
        </p:spPr>
      </p:pic>
      <p:sp>
        <p:nvSpPr>
          <p:cNvPr id="349" name="Google Shape;349;p41"/>
          <p:cNvSpPr/>
          <p:nvPr/>
        </p:nvSpPr>
        <p:spPr>
          <a:xfrm>
            <a:off x="231632" y="4957006"/>
            <a:ext cx="1974491" cy="17892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50"/>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
        <p:nvSpPr>
          <p:cNvPr id="350" name="Google Shape;350;p41"/>
          <p:cNvSpPr txBox="1">
            <a:spLocks noGrp="1"/>
          </p:cNvSpPr>
          <p:nvPr>
            <p:ph type="title"/>
          </p:nvPr>
        </p:nvSpPr>
        <p:spPr>
          <a:xfrm>
            <a:off x="376184" y="467735"/>
            <a:ext cx="4456318" cy="48077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4000"/>
              <a:buFont typeface="Arial"/>
              <a:buNone/>
              <a:defRPr sz="3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1" name="Google Shape;351;p41"/>
          <p:cNvSpPr/>
          <p:nvPr/>
        </p:nvSpPr>
        <p:spPr>
          <a:xfrm>
            <a:off x="-15975" y="574138"/>
            <a:ext cx="312410" cy="267973"/>
          </a:xfrm>
          <a:prstGeom prst="rect">
            <a:avLst/>
          </a:prstGeom>
          <a:solidFill>
            <a:schemeClr val="accent4"/>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352" name="Google Shape;352;p41"/>
          <p:cNvPicPr preferRelativeResize="0"/>
          <p:nvPr/>
        </p:nvPicPr>
        <p:blipFill rotWithShape="1">
          <a:blip r:embed="rId3">
            <a:alphaModFix amt="21000"/>
          </a:blip>
          <a:srcRect/>
          <a:stretch/>
        </p:blipFill>
        <p:spPr>
          <a:xfrm>
            <a:off x="3185734" y="350373"/>
            <a:ext cx="5679833" cy="4447700"/>
          </a:xfrm>
          <a:prstGeom prst="rect">
            <a:avLst/>
          </a:prstGeom>
          <a:noFill/>
          <a:ln>
            <a:noFill/>
          </a:ln>
        </p:spPr>
      </p:pic>
      <p:sp>
        <p:nvSpPr>
          <p:cNvPr id="353" name="Google Shape;353;p41"/>
          <p:cNvSpPr txBox="1"/>
          <p:nvPr/>
        </p:nvSpPr>
        <p:spPr>
          <a:xfrm>
            <a:off x="6616076" y="4912584"/>
            <a:ext cx="1405455" cy="261950"/>
          </a:xfrm>
          <a:prstGeom prst="rect">
            <a:avLst/>
          </a:prstGeom>
          <a:noFill/>
          <a:ln>
            <a:noFill/>
          </a:ln>
        </p:spPr>
        <p:txBody>
          <a:bodyPr spcFirstLastPara="1" wrap="square" lIns="68550" tIns="34275" rIns="68550" bIns="3427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Large Statement - Dark">
  <p:cSld name="1_Large Statement - Dark">
    <p:spTree>
      <p:nvGrpSpPr>
        <p:cNvPr id="1" name="Shape 354"/>
        <p:cNvGrpSpPr/>
        <p:nvPr/>
      </p:nvGrpSpPr>
      <p:grpSpPr>
        <a:xfrm>
          <a:off x="0" y="0"/>
          <a:ext cx="0" cy="0"/>
          <a:chOff x="0" y="0"/>
          <a:chExt cx="0" cy="0"/>
        </a:xfrm>
      </p:grpSpPr>
      <p:sp>
        <p:nvSpPr>
          <p:cNvPr id="355" name="Google Shape;355;p42"/>
          <p:cNvSpPr/>
          <p:nvPr/>
        </p:nvSpPr>
        <p:spPr>
          <a:xfrm>
            <a:off x="0" y="0"/>
            <a:ext cx="9144000" cy="5151099"/>
          </a:xfrm>
          <a:prstGeom prst="rect">
            <a:avLst/>
          </a:prstGeom>
          <a:gradFill>
            <a:gsLst>
              <a:gs pos="0">
                <a:schemeClr val="accent1"/>
              </a:gs>
              <a:gs pos="27000">
                <a:schemeClr val="accent1"/>
              </a:gs>
              <a:gs pos="63000">
                <a:schemeClr val="dk2"/>
              </a:gs>
              <a:gs pos="100000">
                <a:schemeClr val="dk1"/>
              </a:gs>
            </a:gsLst>
            <a:path path="circle">
              <a:fillToRect l="50000" t="50000" r="50000" b="50000"/>
            </a:path>
            <a:tileRect/>
          </a:gra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sp>
        <p:nvSpPr>
          <p:cNvPr id="356" name="Google Shape;356;p42"/>
          <p:cNvSpPr txBox="1">
            <a:spLocks noGrp="1"/>
          </p:cNvSpPr>
          <p:nvPr>
            <p:ph type="body" idx="1"/>
          </p:nvPr>
        </p:nvSpPr>
        <p:spPr>
          <a:xfrm>
            <a:off x="539603" y="1188715"/>
            <a:ext cx="8064795" cy="2168516"/>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750"/>
              </a:spcBef>
              <a:spcAft>
                <a:spcPts val="0"/>
              </a:spcAft>
              <a:buClr>
                <a:schemeClr val="lt1"/>
              </a:buClr>
              <a:buSzPts val="4400"/>
              <a:buNone/>
              <a:defRPr sz="3300" b="1">
                <a:solidFill>
                  <a:schemeClr val="lt1"/>
                </a:solidFill>
                <a:latin typeface="Arial"/>
                <a:ea typeface="Arial"/>
                <a:cs typeface="Arial"/>
                <a:sym typeface="Aria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57" name="Google Shape;357;p42"/>
          <p:cNvSpPr txBox="1">
            <a:spLocks noGrp="1"/>
          </p:cNvSpPr>
          <p:nvPr>
            <p:ph type="body" idx="2"/>
          </p:nvPr>
        </p:nvSpPr>
        <p:spPr>
          <a:xfrm>
            <a:off x="539602" y="3887626"/>
            <a:ext cx="8064795" cy="490319"/>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lt1"/>
              </a:buClr>
              <a:buSzPts val="2400"/>
              <a:buNone/>
              <a:defRPr sz="1800">
                <a:solidFill>
                  <a:schemeClr val="lt1"/>
                </a:solidFill>
                <a:latin typeface="Arial"/>
                <a:ea typeface="Arial"/>
                <a:cs typeface="Arial"/>
                <a:sym typeface="Aria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58" name="Google Shape;358;p42"/>
          <p:cNvSpPr/>
          <p:nvPr/>
        </p:nvSpPr>
        <p:spPr>
          <a:xfrm>
            <a:off x="231632" y="4957006"/>
            <a:ext cx="1974491" cy="17892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50"/>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359" name="Google Shape;359;p42"/>
          <p:cNvPicPr preferRelativeResize="0"/>
          <p:nvPr/>
        </p:nvPicPr>
        <p:blipFill rotWithShape="1">
          <a:blip r:embed="rId2">
            <a:alphaModFix/>
          </a:blip>
          <a:srcRect t="-9329" r="2145"/>
          <a:stretch/>
        </p:blipFill>
        <p:spPr>
          <a:xfrm>
            <a:off x="6843415" y="2979616"/>
            <a:ext cx="2260167" cy="1977390"/>
          </a:xfrm>
          <a:prstGeom prst="rect">
            <a:avLst/>
          </a:prstGeom>
          <a:noFill/>
          <a:ln>
            <a:noFill/>
          </a:ln>
        </p:spPr>
      </p:pic>
      <p:pic>
        <p:nvPicPr>
          <p:cNvPr id="360" name="Google Shape;360;p42" descr="Logo&#10;&#10;Description automatically generated"/>
          <p:cNvPicPr preferRelativeResize="0"/>
          <p:nvPr/>
        </p:nvPicPr>
        <p:blipFill rotWithShape="1">
          <a:blip r:embed="rId3">
            <a:alphaModFix/>
          </a:blip>
          <a:srcRect/>
          <a:stretch/>
        </p:blipFill>
        <p:spPr>
          <a:xfrm>
            <a:off x="8245972" y="4933196"/>
            <a:ext cx="815459" cy="151361"/>
          </a:xfrm>
          <a:prstGeom prst="rect">
            <a:avLst/>
          </a:prstGeom>
          <a:noFill/>
          <a:ln>
            <a:noFill/>
          </a:ln>
        </p:spPr>
      </p:pic>
      <p:sp>
        <p:nvSpPr>
          <p:cNvPr id="361" name="Google Shape;361;p42"/>
          <p:cNvSpPr txBox="1"/>
          <p:nvPr/>
        </p:nvSpPr>
        <p:spPr>
          <a:xfrm>
            <a:off x="6616076" y="4912584"/>
            <a:ext cx="1405455" cy="261950"/>
          </a:xfrm>
          <a:prstGeom prst="rect">
            <a:avLst/>
          </a:prstGeom>
          <a:noFill/>
          <a:ln>
            <a:noFill/>
          </a:ln>
        </p:spPr>
        <p:txBody>
          <a:bodyPr spcFirstLastPara="1" wrap="square" lIns="68550" tIns="34275" rIns="68550" bIns="3427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Blank Content">
  <p:cSld name="Title Blank Content">
    <p:spTree>
      <p:nvGrpSpPr>
        <p:cNvPr id="1" name="Shape 362"/>
        <p:cNvGrpSpPr/>
        <p:nvPr/>
      </p:nvGrpSpPr>
      <p:grpSpPr>
        <a:xfrm>
          <a:off x="0" y="0"/>
          <a:ext cx="0" cy="0"/>
          <a:chOff x="0" y="0"/>
          <a:chExt cx="0" cy="0"/>
        </a:xfrm>
      </p:grpSpPr>
      <p:sp>
        <p:nvSpPr>
          <p:cNvPr id="363" name="Google Shape;363;p43"/>
          <p:cNvSpPr/>
          <p:nvPr/>
        </p:nvSpPr>
        <p:spPr>
          <a:xfrm>
            <a:off x="0" y="0"/>
            <a:ext cx="9144000" cy="5143500"/>
          </a:xfrm>
          <a:prstGeom prst="rect">
            <a:avLst/>
          </a:prstGeom>
          <a:gradFill>
            <a:gsLst>
              <a:gs pos="0">
                <a:srgbClr val="00422A"/>
              </a:gs>
              <a:gs pos="70000">
                <a:schemeClr val="accent6"/>
              </a:gs>
              <a:gs pos="99000">
                <a:srgbClr val="002A43"/>
              </a:gs>
              <a:gs pos="100000">
                <a:srgbClr val="002A43"/>
              </a:gs>
            </a:gsLst>
            <a:lin ang="0" scaled="0"/>
          </a:gra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350" b="0" i="0" u="none" strike="noStrike" cap="none">
              <a:solidFill>
                <a:schemeClr val="lt1"/>
              </a:solidFill>
              <a:latin typeface="Arial"/>
              <a:ea typeface="Arial"/>
              <a:cs typeface="Arial"/>
              <a:sym typeface="Arial"/>
            </a:endParaRPr>
          </a:p>
        </p:txBody>
      </p:sp>
      <p:sp>
        <p:nvSpPr>
          <p:cNvPr id="364" name="Google Shape;364;p43"/>
          <p:cNvSpPr txBox="1">
            <a:spLocks noGrp="1"/>
          </p:cNvSpPr>
          <p:nvPr>
            <p:ph type="dt" idx="10"/>
          </p:nvPr>
        </p:nvSpPr>
        <p:spPr>
          <a:xfrm>
            <a:off x="296435" y="4770051"/>
            <a:ext cx="20574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9pPr>
          </a:lstStyle>
          <a:p>
            <a:endParaRPr/>
          </a:p>
        </p:txBody>
      </p:sp>
      <p:sp>
        <p:nvSpPr>
          <p:cNvPr id="365" name="Google Shape;365;p43"/>
          <p:cNvSpPr txBox="1">
            <a:spLocks noGrp="1"/>
          </p:cNvSpPr>
          <p:nvPr>
            <p:ph type="ftr" idx="11"/>
          </p:nvPr>
        </p:nvSpPr>
        <p:spPr>
          <a:xfrm>
            <a:off x="2517086" y="4767263"/>
            <a:ext cx="4109828"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9pPr>
          </a:lstStyle>
          <a:p>
            <a:endParaRPr/>
          </a:p>
        </p:txBody>
      </p:sp>
      <p:sp>
        <p:nvSpPr>
          <p:cNvPr id="366" name="Google Shape;366;p43"/>
          <p:cNvSpPr txBox="1">
            <a:spLocks noGrp="1"/>
          </p:cNvSpPr>
          <p:nvPr>
            <p:ph type="sldNum" idx="12"/>
          </p:nvPr>
        </p:nvSpPr>
        <p:spPr>
          <a:xfrm>
            <a:off x="6790163" y="4767263"/>
            <a:ext cx="1405455" cy="26195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888888"/>
              </a:buClr>
              <a:buSzPts val="12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888888"/>
              </a:buClr>
              <a:buSzPts val="12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888888"/>
              </a:buClr>
              <a:buSzPts val="12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888888"/>
              </a:buClr>
              <a:buSzPts val="12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888888"/>
              </a:buClr>
              <a:buSzPts val="12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888888"/>
              </a:buClr>
              <a:buSzPts val="12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888888"/>
              </a:buClr>
              <a:buSzPts val="12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888888"/>
              </a:buClr>
              <a:buSzPts val="12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67" name="Google Shape;367;p43"/>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68" name="Google Shape;368;p43" descr="Logo&#10;&#10;Description automatically generated"/>
          <p:cNvPicPr preferRelativeResize="0"/>
          <p:nvPr/>
        </p:nvPicPr>
        <p:blipFill rotWithShape="1">
          <a:blip r:embed="rId2">
            <a:alphaModFix/>
          </a:blip>
          <a:srcRect/>
          <a:stretch/>
        </p:blipFill>
        <p:spPr>
          <a:xfrm>
            <a:off x="8245972" y="4834007"/>
            <a:ext cx="815459" cy="151361"/>
          </a:xfrm>
          <a:prstGeom prst="rect">
            <a:avLst/>
          </a:prstGeom>
          <a:noFill/>
          <a:ln>
            <a:noFill/>
          </a:ln>
        </p:spPr>
      </p:pic>
      <p:sp>
        <p:nvSpPr>
          <p:cNvPr id="369" name="Google Shape;369;p43"/>
          <p:cNvSpPr/>
          <p:nvPr/>
        </p:nvSpPr>
        <p:spPr>
          <a:xfrm>
            <a:off x="379345" y="4863084"/>
            <a:ext cx="1974491" cy="178895"/>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757070"/>
              </a:buClr>
              <a:buSzPts val="950"/>
              <a:buFont typeface="Arial"/>
              <a:buNone/>
            </a:pPr>
            <a:r>
              <a:rPr lang="en-US" sz="713" b="0" i="0" u="none" strike="noStrike" cap="none">
                <a:solidFill>
                  <a:srgbClr val="757070"/>
                </a:solidFill>
                <a:latin typeface="Arial"/>
                <a:ea typeface="Arial"/>
                <a:cs typeface="Arial"/>
                <a:sym typeface="Arial"/>
              </a:rPr>
              <a:t>© 2021 TraceLink, Inc. All rights reserved. </a:t>
            </a:r>
            <a:endParaRPr sz="713" b="0" i="0" u="none" strike="noStrike" cap="none">
              <a:solidFill>
                <a:srgbClr val="757070"/>
              </a:solidFill>
              <a:latin typeface="Arial"/>
              <a:ea typeface="Arial"/>
              <a:cs typeface="Arial"/>
              <a:sym typeface="Arial"/>
            </a:endParaRPr>
          </a:p>
        </p:txBody>
      </p:sp>
      <p:sp>
        <p:nvSpPr>
          <p:cNvPr id="370" name="Google Shape;370;p43"/>
          <p:cNvSpPr/>
          <p:nvPr/>
        </p:nvSpPr>
        <p:spPr>
          <a:xfrm>
            <a:off x="0" y="0"/>
            <a:ext cx="9144000" cy="5143500"/>
          </a:xfrm>
          <a:prstGeom prst="rect">
            <a:avLst/>
          </a:prstGeom>
          <a:gradFill>
            <a:gsLst>
              <a:gs pos="0">
                <a:srgbClr val="00422A"/>
              </a:gs>
              <a:gs pos="70000">
                <a:schemeClr val="accent6"/>
              </a:gs>
              <a:gs pos="99000">
                <a:srgbClr val="002A43"/>
              </a:gs>
              <a:gs pos="100000">
                <a:srgbClr val="002A43"/>
              </a:gs>
            </a:gsLst>
            <a:lin ang="0" scaled="0"/>
          </a:gra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371" name="Google Shape;371;p43" descr="Logo&#10;&#10;Description automatically generated"/>
          <p:cNvPicPr preferRelativeResize="0"/>
          <p:nvPr/>
        </p:nvPicPr>
        <p:blipFill rotWithShape="1">
          <a:blip r:embed="rId2">
            <a:alphaModFix/>
          </a:blip>
          <a:srcRect/>
          <a:stretch/>
        </p:blipFill>
        <p:spPr>
          <a:xfrm>
            <a:off x="8245972" y="4834007"/>
            <a:ext cx="815459" cy="151361"/>
          </a:xfrm>
          <a:prstGeom prst="rect">
            <a:avLst/>
          </a:prstGeom>
          <a:noFill/>
          <a:ln>
            <a:noFill/>
          </a:ln>
        </p:spPr>
      </p:pic>
      <p:sp>
        <p:nvSpPr>
          <p:cNvPr id="372" name="Google Shape;372;p43"/>
          <p:cNvSpPr/>
          <p:nvPr/>
        </p:nvSpPr>
        <p:spPr>
          <a:xfrm>
            <a:off x="379345" y="4863084"/>
            <a:ext cx="1974491" cy="178895"/>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757070"/>
              </a:buClr>
              <a:buSzPts val="950"/>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TATIC_Title and Content">
  <p:cSld name="STATIC_Title and Content">
    <p:spTree>
      <p:nvGrpSpPr>
        <p:cNvPr id="1" name="Shape 373"/>
        <p:cNvGrpSpPr/>
        <p:nvPr/>
      </p:nvGrpSpPr>
      <p:grpSpPr>
        <a:xfrm>
          <a:off x="0" y="0"/>
          <a:ext cx="0" cy="0"/>
          <a:chOff x="0" y="0"/>
          <a:chExt cx="0" cy="0"/>
        </a:xfrm>
      </p:grpSpPr>
      <p:pic>
        <p:nvPicPr>
          <p:cNvPr id="374" name="Google Shape;374;g2c034e6c3d9_0_379"/>
          <p:cNvPicPr preferRelativeResize="0"/>
          <p:nvPr/>
        </p:nvPicPr>
        <p:blipFill rotWithShape="1">
          <a:blip r:embed="rId2">
            <a:alphaModFix/>
          </a:blip>
          <a:srcRect r="931"/>
          <a:stretch/>
        </p:blipFill>
        <p:spPr>
          <a:xfrm>
            <a:off x="0" y="0"/>
            <a:ext cx="9144000" cy="4697731"/>
          </a:xfrm>
          <a:prstGeom prst="rect">
            <a:avLst/>
          </a:prstGeom>
          <a:noFill/>
          <a:ln>
            <a:noFill/>
          </a:ln>
        </p:spPr>
      </p:pic>
      <p:sp>
        <p:nvSpPr>
          <p:cNvPr id="375" name="Google Shape;375;g2c034e6c3d9_0_379"/>
          <p:cNvSpPr/>
          <p:nvPr/>
        </p:nvSpPr>
        <p:spPr>
          <a:xfrm>
            <a:off x="0" y="4697730"/>
            <a:ext cx="9144000" cy="445800"/>
          </a:xfrm>
          <a:prstGeom prst="rect">
            <a:avLst/>
          </a:prstGeom>
          <a:gradFill>
            <a:gsLst>
              <a:gs pos="0">
                <a:srgbClr val="00422A"/>
              </a:gs>
              <a:gs pos="70000">
                <a:schemeClr val="accent6"/>
              </a:gs>
              <a:gs pos="99000">
                <a:srgbClr val="002A43"/>
              </a:gs>
              <a:gs pos="100000">
                <a:srgbClr val="002A4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76" name="Google Shape;376;g2c034e6c3d9_0_379"/>
          <p:cNvSpPr txBox="1">
            <a:spLocks noGrp="1"/>
          </p:cNvSpPr>
          <p:nvPr>
            <p:ph type="body" idx="1"/>
          </p:nvPr>
        </p:nvSpPr>
        <p:spPr>
          <a:xfrm>
            <a:off x="296437" y="940019"/>
            <a:ext cx="8551200" cy="3460200"/>
          </a:xfrm>
          <a:prstGeom prst="rect">
            <a:avLst/>
          </a:prstGeom>
          <a:noFill/>
          <a:ln>
            <a:noFill/>
          </a:ln>
        </p:spPr>
        <p:txBody>
          <a:bodyPr spcFirstLastPara="1" wrap="square" lIns="68575" tIns="34275" rIns="68575" bIns="34275" anchor="t" anchorCtr="0">
            <a:normAutofit/>
          </a:bodyPr>
          <a:lstStyle>
            <a:lvl1pPr marL="457200" lvl="0" indent="-361950" algn="l" rtl="0">
              <a:lnSpc>
                <a:spcPct val="90000"/>
              </a:lnSpc>
              <a:spcBef>
                <a:spcPts val="800"/>
              </a:spcBef>
              <a:spcAft>
                <a:spcPts val="0"/>
              </a:spcAft>
              <a:buClr>
                <a:srgbClr val="3F3F3F"/>
              </a:buClr>
              <a:buSzPts val="2100"/>
              <a:buChar char="•"/>
              <a:defRPr i="0">
                <a:solidFill>
                  <a:srgbClr val="3F3F3F"/>
                </a:solidFill>
              </a:defRPr>
            </a:lvl1pPr>
            <a:lvl2pPr marL="914400" lvl="1" indent="-342900" algn="l" rtl="0">
              <a:lnSpc>
                <a:spcPct val="90000"/>
              </a:lnSpc>
              <a:spcBef>
                <a:spcPts val="400"/>
              </a:spcBef>
              <a:spcAft>
                <a:spcPts val="0"/>
              </a:spcAft>
              <a:buClr>
                <a:srgbClr val="3F3F3F"/>
              </a:buClr>
              <a:buSzPts val="1800"/>
              <a:buChar char="•"/>
              <a:defRPr>
                <a:solidFill>
                  <a:srgbClr val="3F3F3F"/>
                </a:solidFill>
              </a:defRPr>
            </a:lvl2pPr>
            <a:lvl3pPr marL="1371600" lvl="2" indent="-323850" algn="l" rtl="0">
              <a:lnSpc>
                <a:spcPct val="90000"/>
              </a:lnSpc>
              <a:spcBef>
                <a:spcPts val="400"/>
              </a:spcBef>
              <a:spcAft>
                <a:spcPts val="0"/>
              </a:spcAft>
              <a:buClr>
                <a:srgbClr val="3F3F3F"/>
              </a:buClr>
              <a:buSzPts val="1500"/>
              <a:buChar char="•"/>
              <a:defRPr>
                <a:solidFill>
                  <a:srgbClr val="3F3F3F"/>
                </a:solidFill>
              </a:defRPr>
            </a:lvl3pPr>
            <a:lvl4pPr marL="1828800" lvl="3" indent="-317500" algn="l" rtl="0">
              <a:lnSpc>
                <a:spcPct val="90000"/>
              </a:lnSpc>
              <a:spcBef>
                <a:spcPts val="400"/>
              </a:spcBef>
              <a:spcAft>
                <a:spcPts val="0"/>
              </a:spcAft>
              <a:buClr>
                <a:srgbClr val="3F3F3F"/>
              </a:buClr>
              <a:buSzPts val="1400"/>
              <a:buChar char="•"/>
              <a:defRPr>
                <a:solidFill>
                  <a:srgbClr val="3F3F3F"/>
                </a:solidFill>
              </a:defRPr>
            </a:lvl4pPr>
            <a:lvl5pPr marL="2286000" lvl="4" indent="-317500" algn="l" rtl="0">
              <a:lnSpc>
                <a:spcPct val="90000"/>
              </a:lnSpc>
              <a:spcBef>
                <a:spcPts val="400"/>
              </a:spcBef>
              <a:spcAft>
                <a:spcPts val="0"/>
              </a:spcAft>
              <a:buClr>
                <a:srgbClr val="3F3F3F"/>
              </a:buClr>
              <a:buSzPts val="1400"/>
              <a:buChar char="•"/>
              <a:defRPr>
                <a:solidFill>
                  <a:srgbClr val="3F3F3F"/>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77" name="Google Shape;377;g2c034e6c3d9_0_379"/>
          <p:cNvSpPr txBox="1">
            <a:spLocks noGrp="1"/>
          </p:cNvSpPr>
          <p:nvPr>
            <p:ph type="dt" idx="10"/>
          </p:nvPr>
        </p:nvSpPr>
        <p:spPr>
          <a:xfrm>
            <a:off x="296437"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378" name="Google Shape;378;g2c034e6c3d9_0_379"/>
          <p:cNvSpPr txBox="1">
            <a:spLocks noGrp="1"/>
          </p:cNvSpPr>
          <p:nvPr>
            <p:ph type="ftr" idx="11"/>
          </p:nvPr>
        </p:nvSpPr>
        <p:spPr>
          <a:xfrm>
            <a:off x="2517086" y="4767263"/>
            <a:ext cx="41100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379" name="Google Shape;379;g2c034e6c3d9_0_379"/>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80" name="Google Shape;380;g2c034e6c3d9_0_379"/>
          <p:cNvPicPr preferRelativeResize="0"/>
          <p:nvPr/>
        </p:nvPicPr>
        <p:blipFill rotWithShape="1">
          <a:blip r:embed="rId3">
            <a:alphaModFix/>
          </a:blip>
          <a:srcRect t="12217" b="35459"/>
          <a:stretch/>
        </p:blipFill>
        <p:spPr>
          <a:xfrm>
            <a:off x="8216384" y="4819473"/>
            <a:ext cx="906849" cy="177922"/>
          </a:xfrm>
          <a:prstGeom prst="rect">
            <a:avLst/>
          </a:prstGeom>
          <a:noFill/>
          <a:ln>
            <a:noFill/>
          </a:ln>
        </p:spPr>
      </p:pic>
      <p:sp>
        <p:nvSpPr>
          <p:cNvPr id="381" name="Google Shape;381;g2c034e6c3d9_0_379"/>
          <p:cNvSpPr txBox="1">
            <a:spLocks noGrp="1"/>
          </p:cNvSpPr>
          <p:nvPr>
            <p:ph type="title"/>
          </p:nvPr>
        </p:nvSpPr>
        <p:spPr>
          <a:xfrm>
            <a:off x="296436" y="13692"/>
            <a:ext cx="8551200" cy="6189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accent6"/>
              </a:buClr>
              <a:buSzPts val="14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382" name="Google Shape;382;g2c034e6c3d9_0_379"/>
          <p:cNvSpPr/>
          <p:nvPr/>
        </p:nvSpPr>
        <p:spPr>
          <a:xfrm>
            <a:off x="384580" y="4815968"/>
            <a:ext cx="1144800" cy="196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757070"/>
                </a:solidFill>
                <a:latin typeface="Lato"/>
                <a:ea typeface="Lato"/>
                <a:cs typeface="Lato"/>
                <a:sym typeface="Lato"/>
              </a:rPr>
              <a:t>©2024 TraceLink Inc.</a:t>
            </a:r>
            <a:endParaRPr sz="800" b="0" i="0" u="none" strike="noStrike" cap="none">
              <a:solidFill>
                <a:srgbClr val="75707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Duotone Collage">
  <p:cSld name="Duotone Collage">
    <p:spTree>
      <p:nvGrpSpPr>
        <p:cNvPr id="1" name="Shape 383"/>
        <p:cNvGrpSpPr/>
        <p:nvPr/>
      </p:nvGrpSpPr>
      <p:grpSpPr>
        <a:xfrm>
          <a:off x="0" y="0"/>
          <a:ext cx="0" cy="0"/>
          <a:chOff x="0" y="0"/>
          <a:chExt cx="0" cy="0"/>
        </a:xfrm>
      </p:grpSpPr>
      <p:pic>
        <p:nvPicPr>
          <p:cNvPr id="384" name="Google Shape;384;g1f49ec288db_0_166"/>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85" name="Google Shape;385;g1f49ec288db_0_166"/>
          <p:cNvSpPr/>
          <p:nvPr/>
        </p:nvSpPr>
        <p:spPr>
          <a:xfrm>
            <a:off x="0" y="-1"/>
            <a:ext cx="9144000" cy="5143500"/>
          </a:xfrm>
          <a:prstGeom prst="rect">
            <a:avLst/>
          </a:prstGeom>
          <a:gradFill>
            <a:gsLst>
              <a:gs pos="0">
                <a:srgbClr val="00422A">
                  <a:alpha val="80000"/>
                </a:srgbClr>
              </a:gs>
              <a:gs pos="70000">
                <a:srgbClr val="003A4C">
                  <a:alpha val="20000"/>
                </a:srgbClr>
              </a:gs>
              <a:gs pos="99000">
                <a:srgbClr val="002A43">
                  <a:alpha val="0"/>
                </a:srgbClr>
              </a:gs>
              <a:gs pos="100000">
                <a:srgbClr val="002A43">
                  <a:alpha val="0"/>
                </a:srgbClr>
              </a:gs>
            </a:gsLst>
            <a:lin ang="2700006"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86" name="Google Shape;386;g1f49ec288db_0_166"/>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sz="1100"/>
            </a:lvl1pPr>
            <a:lvl2pPr lvl="1" algn="l" rtl="0">
              <a:lnSpc>
                <a:spcPct val="100000"/>
              </a:lnSpc>
              <a:spcBef>
                <a:spcPts val="0"/>
              </a:spcBef>
              <a:spcAft>
                <a:spcPts val="0"/>
              </a:spcAft>
              <a:buSzPts val="1100"/>
              <a:buNone/>
              <a:defRPr sz="1100"/>
            </a:lvl2pPr>
            <a:lvl3pPr lvl="2" algn="l" rtl="0">
              <a:lnSpc>
                <a:spcPct val="100000"/>
              </a:lnSpc>
              <a:spcBef>
                <a:spcPts val="0"/>
              </a:spcBef>
              <a:spcAft>
                <a:spcPts val="0"/>
              </a:spcAft>
              <a:buSzPts val="1100"/>
              <a:buNone/>
              <a:defRPr sz="1100"/>
            </a:lvl3pPr>
            <a:lvl4pPr lvl="3" algn="l" rtl="0">
              <a:lnSpc>
                <a:spcPct val="100000"/>
              </a:lnSpc>
              <a:spcBef>
                <a:spcPts val="0"/>
              </a:spcBef>
              <a:spcAft>
                <a:spcPts val="0"/>
              </a:spcAft>
              <a:buSzPts val="1100"/>
              <a:buNone/>
              <a:defRPr sz="1100"/>
            </a:lvl4pPr>
            <a:lvl5pPr lvl="4" algn="l" rtl="0">
              <a:lnSpc>
                <a:spcPct val="100000"/>
              </a:lnSpc>
              <a:spcBef>
                <a:spcPts val="0"/>
              </a:spcBef>
              <a:spcAft>
                <a:spcPts val="0"/>
              </a:spcAft>
              <a:buSzPts val="1100"/>
              <a:buNone/>
              <a:defRPr sz="1100"/>
            </a:lvl5pPr>
            <a:lvl6pPr lvl="5" algn="l" rtl="0">
              <a:lnSpc>
                <a:spcPct val="100000"/>
              </a:lnSpc>
              <a:spcBef>
                <a:spcPts val="0"/>
              </a:spcBef>
              <a:spcAft>
                <a:spcPts val="0"/>
              </a:spcAft>
              <a:buSzPts val="1100"/>
              <a:buNone/>
              <a:defRPr sz="1100"/>
            </a:lvl6pPr>
            <a:lvl7pPr lvl="6" algn="l" rtl="0">
              <a:lnSpc>
                <a:spcPct val="100000"/>
              </a:lnSpc>
              <a:spcBef>
                <a:spcPts val="0"/>
              </a:spcBef>
              <a:spcAft>
                <a:spcPts val="0"/>
              </a:spcAft>
              <a:buSzPts val="1100"/>
              <a:buNone/>
              <a:defRPr sz="1100"/>
            </a:lvl7pPr>
            <a:lvl8pPr lvl="7" algn="l" rtl="0">
              <a:lnSpc>
                <a:spcPct val="100000"/>
              </a:lnSpc>
              <a:spcBef>
                <a:spcPts val="0"/>
              </a:spcBef>
              <a:spcAft>
                <a:spcPts val="0"/>
              </a:spcAft>
              <a:buSzPts val="1100"/>
              <a:buNone/>
              <a:defRPr sz="1100"/>
            </a:lvl8pPr>
            <a:lvl9pPr lvl="8" algn="l" rtl="0">
              <a:lnSpc>
                <a:spcPct val="100000"/>
              </a:lnSpc>
              <a:spcBef>
                <a:spcPts val="0"/>
              </a:spcBef>
              <a:spcAft>
                <a:spcPts val="0"/>
              </a:spcAft>
              <a:buSzPts val="1100"/>
              <a:buNone/>
              <a:defRPr sz="1100"/>
            </a:lvl9pPr>
          </a:lstStyle>
          <a:p>
            <a:endParaRPr/>
          </a:p>
        </p:txBody>
      </p:sp>
      <p:sp>
        <p:nvSpPr>
          <p:cNvPr id="387" name="Google Shape;387;g1f49ec288db_0_166"/>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88" name="Google Shape;388;g1f49ec288db_0_166"/>
          <p:cNvPicPr preferRelativeResize="0"/>
          <p:nvPr/>
        </p:nvPicPr>
        <p:blipFill rotWithShape="1">
          <a:blip r:embed="rId3">
            <a:alphaModFix/>
          </a:blip>
          <a:srcRect t="12216" b="35462"/>
          <a:stretch/>
        </p:blipFill>
        <p:spPr>
          <a:xfrm>
            <a:off x="8216384" y="4819473"/>
            <a:ext cx="906852" cy="177922"/>
          </a:xfrm>
          <a:prstGeom prst="rect">
            <a:avLst/>
          </a:prstGeom>
          <a:noFill/>
          <a:ln>
            <a:noFill/>
          </a:ln>
        </p:spPr>
      </p:pic>
      <p:sp>
        <p:nvSpPr>
          <p:cNvPr id="389" name="Google Shape;389;g1f49ec288db_0_166"/>
          <p:cNvSpPr txBox="1"/>
          <p:nvPr/>
        </p:nvSpPr>
        <p:spPr>
          <a:xfrm>
            <a:off x="40795" y="4978907"/>
            <a:ext cx="2517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7F7F7F"/>
                </a:solidFill>
                <a:latin typeface="Arial"/>
                <a:ea typeface="Arial"/>
                <a:cs typeface="Arial"/>
                <a:sym typeface="Arial"/>
              </a:rPr>
              <a:t>© 2024 TraceLink Inc.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Dark Background -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350F17-B99E-3344-8783-6CC2173E7434}"/>
              </a:ext>
            </a:extLst>
          </p:cNvPr>
          <p:cNvSpPr/>
          <p:nvPr userDrawn="1"/>
        </p:nvSpPr>
        <p:spPr>
          <a:xfrm>
            <a:off x="0" y="0"/>
            <a:ext cx="9144000" cy="5157192"/>
          </a:xfrm>
          <a:prstGeom prst="rect">
            <a:avLst/>
          </a:prstGeom>
          <a:gradFill flip="none" rotWithShape="1">
            <a:gsLst>
              <a:gs pos="27000">
                <a:schemeClr val="accent1"/>
              </a:gs>
              <a:gs pos="0">
                <a:schemeClr val="accent1"/>
              </a:gs>
              <a:gs pos="63000">
                <a:schemeClr val="tx2">
                  <a:lumMod val="100000"/>
                </a:schemeClr>
              </a:gs>
              <a:gs pos="100000">
                <a:schemeClr val="tx1"/>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bg1"/>
              </a:solidFill>
            </a:endParaRPr>
          </a:p>
        </p:txBody>
      </p:sp>
      <p:pic>
        <p:nvPicPr>
          <p:cNvPr id="9" name="Graphic 8">
            <a:extLst>
              <a:ext uri="{FF2B5EF4-FFF2-40B4-BE49-F238E27FC236}">
                <a16:creationId xmlns:a16="http://schemas.microsoft.com/office/drawing/2014/main" id="{12C5D1D5-0B6D-F745-B49C-93C7C855E553}"/>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9329" r="2145" b="-1"/>
          <a:stretch/>
        </p:blipFill>
        <p:spPr>
          <a:xfrm>
            <a:off x="6843415" y="2979616"/>
            <a:ext cx="2260167" cy="1977390"/>
          </a:xfrm>
          <a:prstGeom prst="rect">
            <a:avLst/>
          </a:prstGeom>
        </p:spPr>
      </p:pic>
      <p:sp>
        <p:nvSpPr>
          <p:cNvPr id="3" name="Content Placeholder 2">
            <a:extLst>
              <a:ext uri="{FF2B5EF4-FFF2-40B4-BE49-F238E27FC236}">
                <a16:creationId xmlns:a16="http://schemas.microsoft.com/office/drawing/2014/main" id="{2EE729AF-AEDC-4906-88FC-3E1C1344173F}"/>
              </a:ext>
            </a:extLst>
          </p:cNvPr>
          <p:cNvSpPr>
            <a:spLocks noGrp="1"/>
          </p:cNvSpPr>
          <p:nvPr>
            <p:ph idx="1"/>
          </p:nvPr>
        </p:nvSpPr>
        <p:spPr>
          <a:xfrm>
            <a:off x="296437" y="940020"/>
            <a:ext cx="8551126" cy="3460174"/>
          </a:xfrm>
        </p:spPr>
        <p:txBody>
          <a:bodyPr/>
          <a:lstStyle>
            <a:lvl1pPr>
              <a:defRPr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Placeholder 1">
            <a:extLst>
              <a:ext uri="{FF2B5EF4-FFF2-40B4-BE49-F238E27FC236}">
                <a16:creationId xmlns:a16="http://schemas.microsoft.com/office/drawing/2014/main" id="{D566BB4B-C390-444C-B8C3-906525B6F130}"/>
              </a:ext>
            </a:extLst>
          </p:cNvPr>
          <p:cNvSpPr>
            <a:spLocks noGrp="1"/>
          </p:cNvSpPr>
          <p:nvPr>
            <p:ph type="title"/>
          </p:nvPr>
        </p:nvSpPr>
        <p:spPr>
          <a:xfrm>
            <a:off x="296436" y="13692"/>
            <a:ext cx="8551126" cy="618900"/>
          </a:xfrm>
          <a:prstGeom prst="rect">
            <a:avLst/>
          </a:prstGeom>
        </p:spPr>
        <p:txBody>
          <a:bodyPr vert="horz" lIns="91440" tIns="45720" rIns="91440" bIns="45720" rtlCol="0" anchor="ctr">
            <a:normAutofit/>
          </a:bodyPr>
          <a:lstStyle>
            <a:lvl1pPr>
              <a:defRPr>
                <a:solidFill>
                  <a:schemeClr val="bg1"/>
                </a:solidFill>
              </a:defRPr>
            </a:lvl1pPr>
          </a:lstStyle>
          <a:p>
            <a:r>
              <a:rPr lang="en-US"/>
              <a:t>Click to edit Master title style</a:t>
            </a:r>
            <a:endParaRPr lang="en-US" dirty="0"/>
          </a:p>
        </p:txBody>
      </p:sp>
      <p:pic>
        <p:nvPicPr>
          <p:cNvPr id="13" name="Picture 12" descr="Logo&#10;&#10;Description automatically generated">
            <a:extLst>
              <a:ext uri="{FF2B5EF4-FFF2-40B4-BE49-F238E27FC236}">
                <a16:creationId xmlns:a16="http://schemas.microsoft.com/office/drawing/2014/main" id="{D9DE0DA8-D8C4-7F42-90DD-0E346E0C515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245972" y="4933196"/>
            <a:ext cx="815459" cy="151361"/>
          </a:xfrm>
          <a:prstGeom prst="rect">
            <a:avLst/>
          </a:prstGeom>
        </p:spPr>
      </p:pic>
      <p:sp>
        <p:nvSpPr>
          <p:cNvPr id="14" name="Rectangle 13">
            <a:extLst>
              <a:ext uri="{FF2B5EF4-FFF2-40B4-BE49-F238E27FC236}">
                <a16:creationId xmlns:a16="http://schemas.microsoft.com/office/drawing/2014/main" id="{0ED7966A-C800-4646-BB38-BCC45A2853ED}"/>
              </a:ext>
            </a:extLst>
          </p:cNvPr>
          <p:cNvSpPr/>
          <p:nvPr userDrawn="1"/>
        </p:nvSpPr>
        <p:spPr>
          <a:xfrm>
            <a:off x="231632" y="4957006"/>
            <a:ext cx="1974491" cy="202043"/>
          </a:xfrm>
          <a:prstGeom prst="rect">
            <a:avLst/>
          </a:prstGeom>
        </p:spPr>
        <p:txBody>
          <a:bodyPr wrap="square">
            <a:spAutoFit/>
          </a:bodyPr>
          <a:lstStyle/>
          <a:p>
            <a:r>
              <a:rPr lang="en-US" sz="713" b="0" i="0" u="none" strike="noStrike" kern="1200" dirty="0">
                <a:solidFill>
                  <a:schemeClr val="bg2">
                    <a:lumMod val="50000"/>
                  </a:schemeClr>
                </a:solidFill>
                <a:effectLst/>
                <a:latin typeface="+mn-lt"/>
                <a:ea typeface="+mn-ea"/>
                <a:cs typeface="+mn-cs"/>
              </a:rPr>
              <a:t>© 2024 TraceLink, Inc. All rights reserved. </a:t>
            </a:r>
            <a:endParaRPr lang="en-US" sz="713" dirty="0">
              <a:solidFill>
                <a:schemeClr val="bg2">
                  <a:lumMod val="50000"/>
                </a:schemeClr>
              </a:solidFill>
              <a:latin typeface="Arial" panose="020B0604020202020204" pitchFamily="34" charset="0"/>
              <a:cs typeface="Arial" panose="020B0604020202020204" pitchFamily="34" charset="0"/>
            </a:endParaRPr>
          </a:p>
        </p:txBody>
      </p:sp>
      <p:sp>
        <p:nvSpPr>
          <p:cNvPr id="11" name="Slide Number Placeholder 5">
            <a:extLst>
              <a:ext uri="{FF2B5EF4-FFF2-40B4-BE49-F238E27FC236}">
                <a16:creationId xmlns:a16="http://schemas.microsoft.com/office/drawing/2014/main" id="{B1E62693-9B0A-3742-8B54-078A9FEC3E55}"/>
              </a:ext>
            </a:extLst>
          </p:cNvPr>
          <p:cNvSpPr txBox="1">
            <a:spLocks/>
          </p:cNvSpPr>
          <p:nvPr userDrawn="1"/>
        </p:nvSpPr>
        <p:spPr>
          <a:xfrm>
            <a:off x="6616076" y="4912584"/>
            <a:ext cx="1405455" cy="261950"/>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F223DA-EC41-4C08-A47F-5054CA5D8F09}" type="slidenum">
              <a:rPr lang="en-US" sz="900" smtClean="0"/>
              <a:pPr/>
              <a:t>‹#›</a:t>
            </a:fld>
            <a:endParaRPr lang="en-US" sz="900" dirty="0"/>
          </a:p>
        </p:txBody>
      </p:sp>
    </p:spTree>
    <p:extLst>
      <p:ext uri="{BB962C8B-B14F-4D97-AF65-F5344CB8AC3E}">
        <p14:creationId xmlns:p14="http://schemas.microsoft.com/office/powerpoint/2010/main" val="31226984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Title and Content_White Backgroun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9A1072-3A6B-504E-BDCF-5699F40D5D6C}"/>
              </a:ext>
            </a:extLst>
          </p:cNvPr>
          <p:cNvSpPr/>
          <p:nvPr userDrawn="1"/>
        </p:nvSpPr>
        <p:spPr>
          <a:xfrm>
            <a:off x="0" y="4873015"/>
            <a:ext cx="9144000" cy="274652"/>
          </a:xfrm>
          <a:prstGeom prst="rect">
            <a:avLst/>
          </a:prstGeom>
          <a:gradFill>
            <a:gsLst>
              <a:gs pos="0">
                <a:schemeClr val="tx2"/>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3" name="Content Placeholder 2">
            <a:extLst>
              <a:ext uri="{FF2B5EF4-FFF2-40B4-BE49-F238E27FC236}">
                <a16:creationId xmlns:a16="http://schemas.microsoft.com/office/drawing/2014/main" id="{2EE729AF-AEDC-4906-88FC-3E1C1344173F}"/>
              </a:ext>
            </a:extLst>
          </p:cNvPr>
          <p:cNvSpPr>
            <a:spLocks noGrp="1"/>
          </p:cNvSpPr>
          <p:nvPr>
            <p:ph idx="1"/>
          </p:nvPr>
        </p:nvSpPr>
        <p:spPr>
          <a:xfrm>
            <a:off x="296437" y="940020"/>
            <a:ext cx="8551126" cy="3460174"/>
          </a:xfrm>
        </p:spPr>
        <p:txBody>
          <a:bodyPr/>
          <a:lstStyle>
            <a:lvl1pPr>
              <a:defRPr i="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Placeholder 1">
            <a:extLst>
              <a:ext uri="{FF2B5EF4-FFF2-40B4-BE49-F238E27FC236}">
                <a16:creationId xmlns:a16="http://schemas.microsoft.com/office/drawing/2014/main" id="{D566BB4B-C390-444C-B8C3-906525B6F130}"/>
              </a:ext>
            </a:extLst>
          </p:cNvPr>
          <p:cNvSpPr>
            <a:spLocks noGrp="1"/>
          </p:cNvSpPr>
          <p:nvPr>
            <p:ph type="title"/>
          </p:nvPr>
        </p:nvSpPr>
        <p:spPr>
          <a:xfrm>
            <a:off x="296436" y="13692"/>
            <a:ext cx="8551126" cy="618900"/>
          </a:xfrm>
          <a:prstGeom prst="rect">
            <a:avLst/>
          </a:prstGeom>
        </p:spPr>
        <p:txBody>
          <a:bodyPr vert="horz" lIns="91440" tIns="45720" rIns="91440" bIns="45720" rtlCol="0" anchor="ctr">
            <a:normAutofit/>
          </a:bodyPr>
          <a:lstStyle/>
          <a:p>
            <a:r>
              <a:rPr lang="en-US"/>
              <a:t>Click to edit Master title style</a:t>
            </a:r>
            <a:endParaRPr lang="en-US" dirty="0"/>
          </a:p>
        </p:txBody>
      </p:sp>
      <p:pic>
        <p:nvPicPr>
          <p:cNvPr id="13" name="Picture 12" descr="Logo&#10;&#10;Description automatically generated">
            <a:extLst>
              <a:ext uri="{FF2B5EF4-FFF2-40B4-BE49-F238E27FC236}">
                <a16:creationId xmlns:a16="http://schemas.microsoft.com/office/drawing/2014/main" id="{D9DE0DA8-D8C4-7F42-90DD-0E346E0C51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45972" y="4933196"/>
            <a:ext cx="815459" cy="151361"/>
          </a:xfrm>
          <a:prstGeom prst="rect">
            <a:avLst/>
          </a:prstGeom>
        </p:spPr>
      </p:pic>
      <p:sp>
        <p:nvSpPr>
          <p:cNvPr id="14" name="Rectangle 13">
            <a:extLst>
              <a:ext uri="{FF2B5EF4-FFF2-40B4-BE49-F238E27FC236}">
                <a16:creationId xmlns:a16="http://schemas.microsoft.com/office/drawing/2014/main" id="{0ED7966A-C800-4646-BB38-BCC45A2853ED}"/>
              </a:ext>
            </a:extLst>
          </p:cNvPr>
          <p:cNvSpPr/>
          <p:nvPr userDrawn="1"/>
        </p:nvSpPr>
        <p:spPr>
          <a:xfrm>
            <a:off x="231632" y="4957006"/>
            <a:ext cx="1974491" cy="202043"/>
          </a:xfrm>
          <a:prstGeom prst="rect">
            <a:avLst/>
          </a:prstGeom>
        </p:spPr>
        <p:txBody>
          <a:bodyPr wrap="square">
            <a:spAutoFit/>
          </a:bodyPr>
          <a:lstStyle/>
          <a:p>
            <a:r>
              <a:rPr lang="en-US" sz="713" b="0" i="0" u="none" strike="noStrike" kern="1200" dirty="0">
                <a:solidFill>
                  <a:schemeClr val="bg2">
                    <a:lumMod val="50000"/>
                  </a:schemeClr>
                </a:solidFill>
                <a:effectLst/>
                <a:latin typeface="+mn-lt"/>
                <a:ea typeface="+mn-ea"/>
                <a:cs typeface="+mn-cs"/>
              </a:rPr>
              <a:t>© 2024 TraceLink, Inc. All rights reserved. </a:t>
            </a:r>
            <a:endParaRPr lang="en-US" sz="713" dirty="0">
              <a:solidFill>
                <a:schemeClr val="bg2">
                  <a:lumMod val="50000"/>
                </a:schemeClr>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C697B4B-819C-9444-9AD5-AA255B88C72D}"/>
              </a:ext>
            </a:extLst>
          </p:cNvPr>
          <p:cNvSpPr txBox="1">
            <a:spLocks/>
          </p:cNvSpPr>
          <p:nvPr userDrawn="1"/>
        </p:nvSpPr>
        <p:spPr>
          <a:xfrm>
            <a:off x="6616076" y="4912584"/>
            <a:ext cx="1405455" cy="261950"/>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F223DA-EC41-4C08-A47F-5054CA5D8F09}" type="slidenum">
              <a:rPr lang="en-US" sz="900" smtClean="0"/>
              <a:pPr/>
              <a:t>‹#›</a:t>
            </a:fld>
            <a:endParaRPr lang="en-US" sz="900" dirty="0"/>
          </a:p>
        </p:txBody>
      </p:sp>
    </p:spTree>
    <p:extLst>
      <p:ext uri="{BB962C8B-B14F-4D97-AF65-F5344CB8AC3E}">
        <p14:creationId xmlns:p14="http://schemas.microsoft.com/office/powerpoint/2010/main" val="40129244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11F2A8-35C4-0F0A-15F4-D3BD22644BF2}"/>
              </a:ext>
            </a:extLst>
          </p:cNvPr>
          <p:cNvSpPr>
            <a:spLocks noGrp="1"/>
          </p:cNvSpPr>
          <p:nvPr>
            <p:ph type="dt" sz="half" idx="10"/>
          </p:nvPr>
        </p:nvSpPr>
        <p:spPr/>
        <p:txBody>
          <a:bodyPr/>
          <a:lstStyle/>
          <a:p>
            <a:fld id="{AD891B3A-28B7-4BE9-8CAF-E05AA3D9CDCB}" type="datetimeFigureOut">
              <a:rPr lang="en-US" smtClean="0"/>
              <a:t>8/23/2024</a:t>
            </a:fld>
            <a:endParaRPr lang="en-US" dirty="0"/>
          </a:p>
        </p:txBody>
      </p:sp>
      <p:sp>
        <p:nvSpPr>
          <p:cNvPr id="3" name="Footer Placeholder 2">
            <a:extLst>
              <a:ext uri="{FF2B5EF4-FFF2-40B4-BE49-F238E27FC236}">
                <a16:creationId xmlns:a16="http://schemas.microsoft.com/office/drawing/2014/main" id="{E7546F63-5B84-33E2-2828-4A7FA2EC3EA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153588B-99C8-DFC2-7016-17F9A94B5081}"/>
              </a:ext>
            </a:extLst>
          </p:cNvPr>
          <p:cNvSpPr>
            <a:spLocks noGrp="1"/>
          </p:cNvSpPr>
          <p:nvPr>
            <p:ph type="sldNum" sz="quarter" idx="12"/>
          </p:nvPr>
        </p:nvSpPr>
        <p:spPr/>
        <p:txBody>
          <a:bodyPr/>
          <a:lstStyle/>
          <a:p>
            <a:fld id="{79226001-1850-4F88-B5ED-3B7FD82FF1B5}" type="slidenum">
              <a:rPr lang="en-US" smtClean="0"/>
              <a:t>‹#›</a:t>
            </a:fld>
            <a:endParaRPr lang="en-US" dirty="0"/>
          </a:p>
        </p:txBody>
      </p:sp>
    </p:spTree>
    <p:extLst>
      <p:ext uri="{BB962C8B-B14F-4D97-AF65-F5344CB8AC3E}">
        <p14:creationId xmlns:p14="http://schemas.microsoft.com/office/powerpoint/2010/main" val="9873164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10748-251A-36F0-1CD1-08F6A1B618B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785583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ig Statement">
  <p:cSld name="Big Statement">
    <p:spTree>
      <p:nvGrpSpPr>
        <p:cNvPr id="1" name="Shape 396"/>
        <p:cNvGrpSpPr/>
        <p:nvPr/>
      </p:nvGrpSpPr>
      <p:grpSpPr>
        <a:xfrm>
          <a:off x="0" y="0"/>
          <a:ext cx="0" cy="0"/>
          <a:chOff x="0" y="0"/>
          <a:chExt cx="0" cy="0"/>
        </a:xfrm>
      </p:grpSpPr>
      <p:pic>
        <p:nvPicPr>
          <p:cNvPr id="397" name="Google Shape;397;g1f49ec288db_0_358"/>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98" name="Google Shape;398;g1f49ec288db_0_358"/>
          <p:cNvSpPr/>
          <p:nvPr/>
        </p:nvSpPr>
        <p:spPr>
          <a:xfrm>
            <a:off x="0" y="-1"/>
            <a:ext cx="9144000" cy="5143500"/>
          </a:xfrm>
          <a:prstGeom prst="rect">
            <a:avLst/>
          </a:prstGeom>
          <a:gradFill>
            <a:gsLst>
              <a:gs pos="0">
                <a:srgbClr val="00422A">
                  <a:alpha val="80000"/>
                </a:srgbClr>
              </a:gs>
              <a:gs pos="70000">
                <a:srgbClr val="003A4C">
                  <a:alpha val="20000"/>
                </a:srgbClr>
              </a:gs>
              <a:gs pos="99000">
                <a:srgbClr val="002A43">
                  <a:alpha val="0"/>
                </a:srgbClr>
              </a:gs>
              <a:gs pos="100000">
                <a:srgbClr val="002A43">
                  <a:alpha val="0"/>
                </a:srgbClr>
              </a:gs>
            </a:gsLst>
            <a:lin ang="2700006"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99" name="Google Shape;399;g1f49ec288db_0_358"/>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00" name="Google Shape;400;g1f49ec288db_0_358"/>
          <p:cNvSpPr txBox="1">
            <a:spLocks noGrp="1"/>
          </p:cNvSpPr>
          <p:nvPr>
            <p:ph type="body" idx="1"/>
          </p:nvPr>
        </p:nvSpPr>
        <p:spPr>
          <a:xfrm>
            <a:off x="539603" y="1188715"/>
            <a:ext cx="8064900" cy="2168700"/>
          </a:xfrm>
          <a:prstGeom prst="rect">
            <a:avLst/>
          </a:prstGeom>
          <a:noFill/>
          <a:ln>
            <a:noFill/>
          </a:ln>
        </p:spPr>
        <p:txBody>
          <a:bodyPr spcFirstLastPara="1" wrap="square" lIns="68575" tIns="34275" rIns="68575" bIns="34275" anchor="b" anchorCtr="0">
            <a:noAutofit/>
          </a:bodyPr>
          <a:lstStyle>
            <a:lvl1pPr marL="457200" lvl="0" indent="-228600" algn="ctr" rtl="0">
              <a:lnSpc>
                <a:spcPct val="90000"/>
              </a:lnSpc>
              <a:spcBef>
                <a:spcPts val="800"/>
              </a:spcBef>
              <a:spcAft>
                <a:spcPts val="0"/>
              </a:spcAft>
              <a:buClr>
                <a:schemeClr val="lt1"/>
              </a:buClr>
              <a:buSzPts val="3300"/>
              <a:buNone/>
              <a:defRPr sz="3300" b="1">
                <a:solidFill>
                  <a:schemeClr val="lt1"/>
                </a:solidFill>
                <a:latin typeface="Arial"/>
                <a:ea typeface="Arial"/>
                <a:cs typeface="Arial"/>
                <a:sym typeface="Aria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401" name="Google Shape;401;g1f49ec288db_0_358"/>
          <p:cNvSpPr txBox="1">
            <a:spLocks noGrp="1"/>
          </p:cNvSpPr>
          <p:nvPr>
            <p:ph type="body" idx="2"/>
          </p:nvPr>
        </p:nvSpPr>
        <p:spPr>
          <a:xfrm>
            <a:off x="539602" y="3887626"/>
            <a:ext cx="8064900" cy="4902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lt1"/>
              </a:buClr>
              <a:buSzPts val="1800"/>
              <a:buNone/>
              <a:defRPr sz="1800">
                <a:solidFill>
                  <a:schemeClr val="lt1"/>
                </a:solidFill>
                <a:latin typeface="Arial"/>
                <a:ea typeface="Arial"/>
                <a:cs typeface="Arial"/>
                <a:sym typeface="Aria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402" name="Google Shape;402;g1f49ec288db_0_358"/>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03" name="Google Shape;403;g1f49ec288db_0_358"/>
          <p:cNvPicPr preferRelativeResize="0"/>
          <p:nvPr/>
        </p:nvPicPr>
        <p:blipFill rotWithShape="1">
          <a:blip r:embed="rId3">
            <a:alphaModFix/>
          </a:blip>
          <a:srcRect t="12216" b="35462"/>
          <a:stretch/>
        </p:blipFill>
        <p:spPr>
          <a:xfrm>
            <a:off x="8216384" y="4819473"/>
            <a:ext cx="906852" cy="177922"/>
          </a:xfrm>
          <a:prstGeom prst="rect">
            <a:avLst/>
          </a:prstGeom>
          <a:noFill/>
          <a:ln>
            <a:noFill/>
          </a:ln>
        </p:spPr>
      </p:pic>
      <p:sp>
        <p:nvSpPr>
          <p:cNvPr id="404" name="Google Shape;404;g1f49ec288db_0_358"/>
          <p:cNvSpPr txBox="1"/>
          <p:nvPr/>
        </p:nvSpPr>
        <p:spPr>
          <a:xfrm>
            <a:off x="40795" y="4978907"/>
            <a:ext cx="2517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7F7F7F"/>
                </a:solidFill>
                <a:latin typeface="Arial"/>
                <a:ea typeface="Arial"/>
                <a:cs typeface="Arial"/>
                <a:sym typeface="Arial"/>
              </a:rPr>
              <a:t>© 2019 TraceLink Inc. </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Duotone Collage">
  <p:cSld name="Duotone Collage">
    <p:spTree>
      <p:nvGrpSpPr>
        <p:cNvPr id="1" name="Shape 405"/>
        <p:cNvGrpSpPr/>
        <p:nvPr/>
      </p:nvGrpSpPr>
      <p:grpSpPr>
        <a:xfrm>
          <a:off x="0" y="0"/>
          <a:ext cx="0" cy="0"/>
          <a:chOff x="0" y="0"/>
          <a:chExt cx="0" cy="0"/>
        </a:xfrm>
      </p:grpSpPr>
      <p:pic>
        <p:nvPicPr>
          <p:cNvPr id="406" name="Google Shape;406;g1f49ec288db_0_367"/>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407" name="Google Shape;407;g1f49ec288db_0_367"/>
          <p:cNvSpPr/>
          <p:nvPr/>
        </p:nvSpPr>
        <p:spPr>
          <a:xfrm>
            <a:off x="0" y="-1"/>
            <a:ext cx="9144000" cy="5143500"/>
          </a:xfrm>
          <a:prstGeom prst="rect">
            <a:avLst/>
          </a:prstGeom>
          <a:gradFill>
            <a:gsLst>
              <a:gs pos="0">
                <a:srgbClr val="00422A">
                  <a:alpha val="80000"/>
                </a:srgbClr>
              </a:gs>
              <a:gs pos="70000">
                <a:srgbClr val="003A4C">
                  <a:alpha val="20000"/>
                </a:srgbClr>
              </a:gs>
              <a:gs pos="99000">
                <a:srgbClr val="002A43">
                  <a:alpha val="0"/>
                </a:srgbClr>
              </a:gs>
              <a:gs pos="100000">
                <a:srgbClr val="002A43">
                  <a:alpha val="0"/>
                </a:srgbClr>
              </a:gs>
            </a:gsLst>
            <a:lin ang="2700006"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08" name="Google Shape;408;g1f49ec288db_0_367"/>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09" name="Google Shape;409;g1f49ec288db_0_367"/>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10" name="Google Shape;410;g1f49ec288db_0_367"/>
          <p:cNvPicPr preferRelativeResize="0"/>
          <p:nvPr/>
        </p:nvPicPr>
        <p:blipFill rotWithShape="1">
          <a:blip r:embed="rId3">
            <a:alphaModFix/>
          </a:blip>
          <a:srcRect t="12216" b="35462"/>
          <a:stretch/>
        </p:blipFill>
        <p:spPr>
          <a:xfrm>
            <a:off x="8216384" y="4819473"/>
            <a:ext cx="906852" cy="177922"/>
          </a:xfrm>
          <a:prstGeom prst="rect">
            <a:avLst/>
          </a:prstGeom>
          <a:noFill/>
          <a:ln>
            <a:noFill/>
          </a:ln>
        </p:spPr>
      </p:pic>
      <p:sp>
        <p:nvSpPr>
          <p:cNvPr id="411" name="Google Shape;411;g1f49ec288db_0_367"/>
          <p:cNvSpPr txBox="1"/>
          <p:nvPr/>
        </p:nvSpPr>
        <p:spPr>
          <a:xfrm>
            <a:off x="40795" y="4978907"/>
            <a:ext cx="2517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7F7F7F"/>
                </a:solidFill>
                <a:latin typeface="Arial"/>
                <a:ea typeface="Arial"/>
                <a:cs typeface="Arial"/>
                <a:sym typeface="Arial"/>
              </a:rPr>
              <a:t>© 2024 TraceLink Inc.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1_STATIC_Title and Content_White Background">
  <p:cSld name="1_STATIC_Title and Content_White Background">
    <p:spTree>
      <p:nvGrpSpPr>
        <p:cNvPr id="1" name="Shape 412"/>
        <p:cNvGrpSpPr/>
        <p:nvPr/>
      </p:nvGrpSpPr>
      <p:grpSpPr>
        <a:xfrm>
          <a:off x="0" y="0"/>
          <a:ext cx="0" cy="0"/>
          <a:chOff x="0" y="0"/>
          <a:chExt cx="0" cy="0"/>
        </a:xfrm>
      </p:grpSpPr>
      <p:pic>
        <p:nvPicPr>
          <p:cNvPr id="413" name="Google Shape;413;g1f49ec288db_0_374"/>
          <p:cNvPicPr preferRelativeResize="0"/>
          <p:nvPr/>
        </p:nvPicPr>
        <p:blipFill rotWithShape="1">
          <a:blip r:embed="rId2">
            <a:alphaModFix/>
          </a:blip>
          <a:srcRect r="931"/>
          <a:stretch/>
        </p:blipFill>
        <p:spPr>
          <a:xfrm>
            <a:off x="0" y="0"/>
            <a:ext cx="9144000" cy="4697729"/>
          </a:xfrm>
          <a:prstGeom prst="rect">
            <a:avLst/>
          </a:prstGeom>
          <a:noFill/>
          <a:ln>
            <a:noFill/>
          </a:ln>
        </p:spPr>
      </p:pic>
      <p:sp>
        <p:nvSpPr>
          <p:cNvPr id="414" name="Google Shape;414;g1f49ec288db_0_374"/>
          <p:cNvSpPr/>
          <p:nvPr/>
        </p:nvSpPr>
        <p:spPr>
          <a:xfrm>
            <a:off x="0" y="4697730"/>
            <a:ext cx="9144000" cy="445800"/>
          </a:xfrm>
          <a:prstGeom prst="rect">
            <a:avLst/>
          </a:prstGeom>
          <a:gradFill>
            <a:gsLst>
              <a:gs pos="0">
                <a:srgbClr val="00422A"/>
              </a:gs>
              <a:gs pos="70000">
                <a:schemeClr val="accent6"/>
              </a:gs>
              <a:gs pos="99000">
                <a:srgbClr val="002A43"/>
              </a:gs>
              <a:gs pos="100000">
                <a:srgbClr val="002A4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15" name="Google Shape;415;g1f49ec288db_0_374"/>
          <p:cNvSpPr txBox="1">
            <a:spLocks noGrp="1"/>
          </p:cNvSpPr>
          <p:nvPr>
            <p:ph type="body" idx="1"/>
          </p:nvPr>
        </p:nvSpPr>
        <p:spPr>
          <a:xfrm>
            <a:off x="296437" y="940019"/>
            <a:ext cx="8551200" cy="34602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rgbClr val="3F3F3F"/>
              </a:buClr>
              <a:buSzPts val="2100"/>
              <a:buChar char="•"/>
              <a:defRPr i="0">
                <a:solidFill>
                  <a:srgbClr val="3F3F3F"/>
                </a:solidFill>
              </a:defRPr>
            </a:lvl1pPr>
            <a:lvl2pPr marL="914400" lvl="1" indent="-342900" algn="l" rtl="0">
              <a:lnSpc>
                <a:spcPct val="90000"/>
              </a:lnSpc>
              <a:spcBef>
                <a:spcPts val="400"/>
              </a:spcBef>
              <a:spcAft>
                <a:spcPts val="0"/>
              </a:spcAft>
              <a:buClr>
                <a:srgbClr val="3F3F3F"/>
              </a:buClr>
              <a:buSzPts val="1800"/>
              <a:buChar char="•"/>
              <a:defRPr>
                <a:solidFill>
                  <a:srgbClr val="3F3F3F"/>
                </a:solidFill>
              </a:defRPr>
            </a:lvl2pPr>
            <a:lvl3pPr marL="1371600" lvl="2" indent="-323850" algn="l" rtl="0">
              <a:lnSpc>
                <a:spcPct val="90000"/>
              </a:lnSpc>
              <a:spcBef>
                <a:spcPts val="400"/>
              </a:spcBef>
              <a:spcAft>
                <a:spcPts val="0"/>
              </a:spcAft>
              <a:buClr>
                <a:srgbClr val="3F3F3F"/>
              </a:buClr>
              <a:buSzPts val="1500"/>
              <a:buChar char="•"/>
              <a:defRPr>
                <a:solidFill>
                  <a:srgbClr val="3F3F3F"/>
                </a:solidFill>
              </a:defRPr>
            </a:lvl3pPr>
            <a:lvl4pPr marL="1828800" lvl="3" indent="-317500" algn="l" rtl="0">
              <a:lnSpc>
                <a:spcPct val="90000"/>
              </a:lnSpc>
              <a:spcBef>
                <a:spcPts val="400"/>
              </a:spcBef>
              <a:spcAft>
                <a:spcPts val="0"/>
              </a:spcAft>
              <a:buClr>
                <a:srgbClr val="3F3F3F"/>
              </a:buClr>
              <a:buSzPts val="1400"/>
              <a:buChar char="•"/>
              <a:defRPr>
                <a:solidFill>
                  <a:srgbClr val="3F3F3F"/>
                </a:solidFill>
              </a:defRPr>
            </a:lvl4pPr>
            <a:lvl5pPr marL="2286000" lvl="4" indent="-317500" algn="l" rtl="0">
              <a:lnSpc>
                <a:spcPct val="90000"/>
              </a:lnSpc>
              <a:spcBef>
                <a:spcPts val="400"/>
              </a:spcBef>
              <a:spcAft>
                <a:spcPts val="0"/>
              </a:spcAft>
              <a:buClr>
                <a:srgbClr val="3F3F3F"/>
              </a:buClr>
              <a:buSzPts val="1400"/>
              <a:buChar char="•"/>
              <a:defRPr>
                <a:solidFill>
                  <a:srgbClr val="3F3F3F"/>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416" name="Google Shape;416;g1f49ec288db_0_374"/>
          <p:cNvSpPr txBox="1">
            <a:spLocks noGrp="1"/>
          </p:cNvSpPr>
          <p:nvPr>
            <p:ph type="dt" idx="10"/>
          </p:nvPr>
        </p:nvSpPr>
        <p:spPr>
          <a:xfrm>
            <a:off x="296437" y="4767263"/>
            <a:ext cx="2057400" cy="2739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417" name="Google Shape;417;g1f49ec288db_0_374"/>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18" name="Google Shape;418;g1f49ec288db_0_374"/>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19" name="Google Shape;419;g1f49ec288db_0_374"/>
          <p:cNvPicPr preferRelativeResize="0"/>
          <p:nvPr/>
        </p:nvPicPr>
        <p:blipFill rotWithShape="1">
          <a:blip r:embed="rId3">
            <a:alphaModFix/>
          </a:blip>
          <a:srcRect t="12216" b="35462"/>
          <a:stretch/>
        </p:blipFill>
        <p:spPr>
          <a:xfrm>
            <a:off x="8216384" y="4819473"/>
            <a:ext cx="906852" cy="177922"/>
          </a:xfrm>
          <a:prstGeom prst="rect">
            <a:avLst/>
          </a:prstGeom>
          <a:noFill/>
          <a:ln>
            <a:noFill/>
          </a:ln>
        </p:spPr>
      </p:pic>
      <p:sp>
        <p:nvSpPr>
          <p:cNvPr id="420" name="Google Shape;420;g1f49ec288db_0_374"/>
          <p:cNvSpPr txBox="1">
            <a:spLocks noGrp="1"/>
          </p:cNvSpPr>
          <p:nvPr>
            <p:ph type="title"/>
          </p:nvPr>
        </p:nvSpPr>
        <p:spPr>
          <a:xfrm>
            <a:off x="296436" y="13692"/>
            <a:ext cx="8551200" cy="6189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accent6"/>
              </a:buClr>
              <a:buSzPts val="14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21" name="Google Shape;421;g1f49ec288db_0_374"/>
          <p:cNvSpPr/>
          <p:nvPr/>
        </p:nvSpPr>
        <p:spPr>
          <a:xfrm>
            <a:off x="384580" y="4815968"/>
            <a:ext cx="1144800" cy="196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©2024 TraceLink Inc.</a:t>
            </a:r>
            <a:endParaRPr sz="8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22"/>
        <p:cNvGrpSpPr/>
        <p:nvPr/>
      </p:nvGrpSpPr>
      <p:grpSpPr>
        <a:xfrm>
          <a:off x="0" y="0"/>
          <a:ext cx="0" cy="0"/>
          <a:chOff x="0" y="0"/>
          <a:chExt cx="0" cy="0"/>
        </a:xfrm>
      </p:grpSpPr>
      <p:pic>
        <p:nvPicPr>
          <p:cNvPr id="423" name="Google Shape;423;g1f49ec288db_0_384" descr="071977160-dark-blue-low-poly-geometric-s_H264HD1080"/>
          <p:cNvPicPr preferRelativeResize="0"/>
          <p:nvPr/>
        </p:nvPicPr>
        <p:blipFill rotWithShape="1">
          <a:blip r:embed="rId2">
            <a:alphaModFix/>
          </a:blip>
          <a:srcRect/>
          <a:stretch/>
        </p:blipFill>
        <p:spPr>
          <a:xfrm>
            <a:off x="0" y="-1"/>
            <a:ext cx="9144000" cy="5143500"/>
          </a:xfrm>
          <a:prstGeom prst="rect">
            <a:avLst/>
          </a:prstGeom>
          <a:noFill/>
          <a:ln>
            <a:noFill/>
          </a:ln>
        </p:spPr>
      </p:pic>
      <p:sp>
        <p:nvSpPr>
          <p:cNvPr id="424" name="Google Shape;424;g1f49ec288db_0_384"/>
          <p:cNvSpPr/>
          <p:nvPr/>
        </p:nvSpPr>
        <p:spPr>
          <a:xfrm>
            <a:off x="0" y="4697730"/>
            <a:ext cx="9144000" cy="445800"/>
          </a:xfrm>
          <a:prstGeom prst="rect">
            <a:avLst/>
          </a:prstGeom>
          <a:gradFill>
            <a:gsLst>
              <a:gs pos="0">
                <a:srgbClr val="00422A"/>
              </a:gs>
              <a:gs pos="70000">
                <a:schemeClr val="accent6"/>
              </a:gs>
              <a:gs pos="99000">
                <a:srgbClr val="002A43"/>
              </a:gs>
              <a:gs pos="100000">
                <a:srgbClr val="002A4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25" name="Google Shape;425;g1f49ec288db_0_384"/>
          <p:cNvSpPr/>
          <p:nvPr/>
        </p:nvSpPr>
        <p:spPr>
          <a:xfrm>
            <a:off x="0" y="-1"/>
            <a:ext cx="9144000" cy="4697700"/>
          </a:xfrm>
          <a:prstGeom prst="rect">
            <a:avLst/>
          </a:prstGeom>
          <a:gradFill>
            <a:gsLst>
              <a:gs pos="0">
                <a:schemeClr val="lt1"/>
              </a:gs>
              <a:gs pos="26000">
                <a:schemeClr val="lt1"/>
              </a:gs>
              <a:gs pos="100000">
                <a:srgbClr val="FFFFFF">
                  <a:alpha val="20000"/>
                </a:srgbClr>
              </a:gs>
            </a:gsLst>
            <a:lin ang="2700006"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26" name="Google Shape;426;g1f49ec288db_0_384"/>
          <p:cNvSpPr txBox="1">
            <a:spLocks noGrp="1"/>
          </p:cNvSpPr>
          <p:nvPr>
            <p:ph type="title"/>
          </p:nvPr>
        </p:nvSpPr>
        <p:spPr>
          <a:xfrm>
            <a:off x="296437" y="273844"/>
            <a:ext cx="85512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accent6"/>
              </a:buClr>
              <a:buSzPts val="3300"/>
              <a:buFont typeface="Arial"/>
              <a:buNone/>
              <a:defRPr>
                <a:solidFill>
                  <a:schemeClr val="accent6"/>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27" name="Google Shape;427;g1f49ec288db_0_384"/>
          <p:cNvSpPr txBox="1">
            <a:spLocks noGrp="1"/>
          </p:cNvSpPr>
          <p:nvPr>
            <p:ph type="body" idx="1"/>
          </p:nvPr>
        </p:nvSpPr>
        <p:spPr>
          <a:xfrm>
            <a:off x="296437" y="1565552"/>
            <a:ext cx="8551200" cy="28344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rgbClr val="3F3F3F"/>
              </a:buClr>
              <a:buSzPts val="2100"/>
              <a:buChar char="•"/>
              <a:defRPr i="0">
                <a:solidFill>
                  <a:srgbClr val="3F3F3F"/>
                </a:solidFill>
              </a:defRPr>
            </a:lvl1pPr>
            <a:lvl2pPr marL="914400" lvl="1" indent="-342900" algn="l" rtl="0">
              <a:lnSpc>
                <a:spcPct val="90000"/>
              </a:lnSpc>
              <a:spcBef>
                <a:spcPts val="400"/>
              </a:spcBef>
              <a:spcAft>
                <a:spcPts val="0"/>
              </a:spcAft>
              <a:buClr>
                <a:srgbClr val="3F3F3F"/>
              </a:buClr>
              <a:buSzPts val="1800"/>
              <a:buChar char="•"/>
              <a:defRPr>
                <a:solidFill>
                  <a:srgbClr val="3F3F3F"/>
                </a:solidFill>
              </a:defRPr>
            </a:lvl2pPr>
            <a:lvl3pPr marL="1371600" lvl="2" indent="-323850" algn="l" rtl="0">
              <a:lnSpc>
                <a:spcPct val="90000"/>
              </a:lnSpc>
              <a:spcBef>
                <a:spcPts val="400"/>
              </a:spcBef>
              <a:spcAft>
                <a:spcPts val="0"/>
              </a:spcAft>
              <a:buClr>
                <a:srgbClr val="3F3F3F"/>
              </a:buClr>
              <a:buSzPts val="1500"/>
              <a:buChar char="•"/>
              <a:defRPr>
                <a:solidFill>
                  <a:srgbClr val="3F3F3F"/>
                </a:solidFill>
              </a:defRPr>
            </a:lvl3pPr>
            <a:lvl4pPr marL="1828800" lvl="3" indent="-317500" algn="l" rtl="0">
              <a:lnSpc>
                <a:spcPct val="90000"/>
              </a:lnSpc>
              <a:spcBef>
                <a:spcPts val="400"/>
              </a:spcBef>
              <a:spcAft>
                <a:spcPts val="0"/>
              </a:spcAft>
              <a:buClr>
                <a:srgbClr val="3F3F3F"/>
              </a:buClr>
              <a:buSzPts val="1400"/>
              <a:buChar char="•"/>
              <a:defRPr>
                <a:solidFill>
                  <a:srgbClr val="3F3F3F"/>
                </a:solidFill>
              </a:defRPr>
            </a:lvl4pPr>
            <a:lvl5pPr marL="2286000" lvl="4" indent="-317500" algn="l" rtl="0">
              <a:lnSpc>
                <a:spcPct val="90000"/>
              </a:lnSpc>
              <a:spcBef>
                <a:spcPts val="400"/>
              </a:spcBef>
              <a:spcAft>
                <a:spcPts val="0"/>
              </a:spcAft>
              <a:buClr>
                <a:srgbClr val="3F3F3F"/>
              </a:buClr>
              <a:buSzPts val="1400"/>
              <a:buChar char="•"/>
              <a:defRPr>
                <a:solidFill>
                  <a:srgbClr val="3F3F3F"/>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428" name="Google Shape;428;g1f49ec288db_0_384"/>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Clr>
                <a:srgbClr val="888888"/>
              </a:buClr>
              <a:buSzPts val="1100"/>
              <a:buFont typeface="Arial"/>
              <a:buNone/>
              <a:defRPr/>
            </a:lvl1pPr>
            <a:lvl2pPr lvl="1" algn="l" rtl="0">
              <a:lnSpc>
                <a:spcPct val="100000"/>
              </a:lnSpc>
              <a:spcBef>
                <a:spcPts val="0"/>
              </a:spcBef>
              <a:spcAft>
                <a:spcPts val="0"/>
              </a:spcAft>
              <a:buClr>
                <a:schemeClr val="dk1"/>
              </a:buClr>
              <a:buSzPts val="1100"/>
              <a:buFont typeface="Arial"/>
              <a:buNone/>
              <a:defRPr/>
            </a:lvl2pPr>
            <a:lvl3pPr lvl="2" algn="l" rtl="0">
              <a:lnSpc>
                <a:spcPct val="100000"/>
              </a:lnSpc>
              <a:spcBef>
                <a:spcPts val="0"/>
              </a:spcBef>
              <a:spcAft>
                <a:spcPts val="0"/>
              </a:spcAft>
              <a:buClr>
                <a:schemeClr val="dk1"/>
              </a:buClr>
              <a:buSzPts val="1100"/>
              <a:buFont typeface="Arial"/>
              <a:buNone/>
              <a:defRPr/>
            </a:lvl3pPr>
            <a:lvl4pPr lvl="3" algn="l" rtl="0">
              <a:lnSpc>
                <a:spcPct val="100000"/>
              </a:lnSpc>
              <a:spcBef>
                <a:spcPts val="0"/>
              </a:spcBef>
              <a:spcAft>
                <a:spcPts val="0"/>
              </a:spcAft>
              <a:buClr>
                <a:schemeClr val="dk1"/>
              </a:buClr>
              <a:buSzPts val="1100"/>
              <a:buFont typeface="Arial"/>
              <a:buNone/>
              <a:defRPr/>
            </a:lvl4pPr>
            <a:lvl5pPr lvl="4" algn="l" rtl="0">
              <a:lnSpc>
                <a:spcPct val="100000"/>
              </a:lnSpc>
              <a:spcBef>
                <a:spcPts val="0"/>
              </a:spcBef>
              <a:spcAft>
                <a:spcPts val="0"/>
              </a:spcAft>
              <a:buClr>
                <a:schemeClr val="dk1"/>
              </a:buClr>
              <a:buSzPts val="1100"/>
              <a:buFont typeface="Arial"/>
              <a:buNone/>
              <a:defRPr/>
            </a:lvl5pPr>
            <a:lvl6pPr lvl="5" algn="l" rtl="0">
              <a:lnSpc>
                <a:spcPct val="100000"/>
              </a:lnSpc>
              <a:spcBef>
                <a:spcPts val="0"/>
              </a:spcBef>
              <a:spcAft>
                <a:spcPts val="0"/>
              </a:spcAft>
              <a:buClr>
                <a:schemeClr val="dk1"/>
              </a:buClr>
              <a:buSzPts val="1100"/>
              <a:buFont typeface="Arial"/>
              <a:buNone/>
              <a:defRPr/>
            </a:lvl6pPr>
            <a:lvl7pPr lvl="6" algn="l" rtl="0">
              <a:lnSpc>
                <a:spcPct val="100000"/>
              </a:lnSpc>
              <a:spcBef>
                <a:spcPts val="0"/>
              </a:spcBef>
              <a:spcAft>
                <a:spcPts val="0"/>
              </a:spcAft>
              <a:buClr>
                <a:schemeClr val="dk1"/>
              </a:buClr>
              <a:buSzPts val="1100"/>
              <a:buFont typeface="Arial"/>
              <a:buNone/>
              <a:defRPr/>
            </a:lvl7pPr>
            <a:lvl8pPr lvl="7" algn="l" rtl="0">
              <a:lnSpc>
                <a:spcPct val="100000"/>
              </a:lnSpc>
              <a:spcBef>
                <a:spcPts val="0"/>
              </a:spcBef>
              <a:spcAft>
                <a:spcPts val="0"/>
              </a:spcAft>
              <a:buClr>
                <a:schemeClr val="dk1"/>
              </a:buClr>
              <a:buSzPts val="1100"/>
              <a:buFont typeface="Arial"/>
              <a:buNone/>
              <a:defRPr/>
            </a:lvl8pPr>
            <a:lvl9pPr lvl="8" algn="l" rtl="0">
              <a:lnSpc>
                <a:spcPct val="100000"/>
              </a:lnSpc>
              <a:spcBef>
                <a:spcPts val="0"/>
              </a:spcBef>
              <a:spcAft>
                <a:spcPts val="0"/>
              </a:spcAft>
              <a:buClr>
                <a:schemeClr val="dk1"/>
              </a:buClr>
              <a:buSzPts val="1100"/>
              <a:buFont typeface="Arial"/>
              <a:buNone/>
              <a:defRPr/>
            </a:lvl9pPr>
          </a:lstStyle>
          <a:p>
            <a:endParaRPr/>
          </a:p>
        </p:txBody>
      </p:sp>
      <p:sp>
        <p:nvSpPr>
          <p:cNvPr id="429" name="Google Shape;429;g1f49ec288db_0_384"/>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30" name="Google Shape;430;g1f49ec288db_0_384"/>
          <p:cNvPicPr preferRelativeResize="0"/>
          <p:nvPr/>
        </p:nvPicPr>
        <p:blipFill rotWithShape="1">
          <a:blip r:embed="rId3">
            <a:alphaModFix/>
          </a:blip>
          <a:srcRect t="12217" b="35459"/>
          <a:stretch/>
        </p:blipFill>
        <p:spPr>
          <a:xfrm>
            <a:off x="8216384" y="4819473"/>
            <a:ext cx="906849" cy="177922"/>
          </a:xfrm>
          <a:prstGeom prst="rect">
            <a:avLst/>
          </a:prstGeom>
          <a:noFill/>
          <a:ln>
            <a:noFill/>
          </a:ln>
        </p:spPr>
      </p:pic>
      <p:sp>
        <p:nvSpPr>
          <p:cNvPr id="431" name="Google Shape;431;g1f49ec288db_0_384"/>
          <p:cNvSpPr txBox="1"/>
          <p:nvPr/>
        </p:nvSpPr>
        <p:spPr>
          <a:xfrm>
            <a:off x="40795" y="4978907"/>
            <a:ext cx="2517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7F7F7F"/>
                </a:solidFill>
                <a:latin typeface="Arial"/>
                <a:ea typeface="Arial"/>
                <a:cs typeface="Arial"/>
                <a:sym typeface="Arial"/>
              </a:rPr>
              <a:t>© 2019 TraceLink Inc. Confidential With No Further Distribution</a:t>
            </a:r>
            <a:endParaRPr sz="11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432"/>
        <p:cNvGrpSpPr/>
        <p:nvPr/>
      </p:nvGrpSpPr>
      <p:grpSpPr>
        <a:xfrm>
          <a:off x="0" y="0"/>
          <a:ext cx="0" cy="0"/>
          <a:chOff x="0" y="0"/>
          <a:chExt cx="0" cy="0"/>
        </a:xfrm>
      </p:grpSpPr>
      <p:sp>
        <p:nvSpPr>
          <p:cNvPr id="433" name="Google Shape;433;g1f49ec288db_0_394"/>
          <p:cNvSpPr/>
          <p:nvPr/>
        </p:nvSpPr>
        <p:spPr>
          <a:xfrm>
            <a:off x="1" y="0"/>
            <a:ext cx="2619993" cy="5143499"/>
          </a:xfrm>
          <a:custGeom>
            <a:avLst/>
            <a:gdLst/>
            <a:ahLst/>
            <a:cxnLst/>
            <a:rect l="l" t="t" r="r" b="b"/>
            <a:pathLst>
              <a:path w="3493324" h="6857999" extrusionOk="0">
                <a:moveTo>
                  <a:pt x="0" y="0"/>
                </a:moveTo>
                <a:lnTo>
                  <a:pt x="3170966" y="0"/>
                </a:lnTo>
                <a:lnTo>
                  <a:pt x="3259785" y="475468"/>
                </a:lnTo>
                <a:cubicBezTo>
                  <a:pt x="3410167" y="1392331"/>
                  <a:pt x="3493324" y="2400371"/>
                  <a:pt x="3493324" y="3458496"/>
                </a:cubicBezTo>
                <a:cubicBezTo>
                  <a:pt x="3493324" y="4516622"/>
                  <a:pt x="3410167" y="5524661"/>
                  <a:pt x="3259785" y="6441524"/>
                </a:cubicBezTo>
                <a:lnTo>
                  <a:pt x="3181986" y="6857999"/>
                </a:lnTo>
                <a:lnTo>
                  <a:pt x="0" y="6857999"/>
                </a:lnTo>
                <a:close/>
              </a:path>
            </a:pathLst>
          </a:custGeom>
          <a:gradFill>
            <a:gsLst>
              <a:gs pos="0">
                <a:srgbClr val="00422A"/>
              </a:gs>
              <a:gs pos="70000">
                <a:schemeClr val="accent6"/>
              </a:gs>
              <a:gs pos="99000">
                <a:srgbClr val="002A43"/>
              </a:gs>
              <a:gs pos="100000">
                <a:srgbClr val="002A43"/>
              </a:gs>
            </a:gsLst>
            <a:lin ang="540001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434" name="Google Shape;434;g1f49ec288db_0_394"/>
          <p:cNvPicPr preferRelativeResize="0"/>
          <p:nvPr/>
        </p:nvPicPr>
        <p:blipFill rotWithShape="1">
          <a:blip r:embed="rId2">
            <a:alphaModFix amt="30000"/>
          </a:blip>
          <a:srcRect/>
          <a:stretch/>
        </p:blipFill>
        <p:spPr>
          <a:xfrm rot="-10187868">
            <a:off x="-585817" y="-658819"/>
            <a:ext cx="7560545" cy="6872406"/>
          </a:xfrm>
          <a:prstGeom prst="rect">
            <a:avLst/>
          </a:prstGeom>
          <a:noFill/>
          <a:ln>
            <a:noFill/>
          </a:ln>
        </p:spPr>
      </p:pic>
      <p:sp>
        <p:nvSpPr>
          <p:cNvPr id="435" name="Google Shape;435;g1f49ec288db_0_394"/>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36" name="Google Shape;436;g1f49ec288db_0_394"/>
          <p:cNvSpPr txBox="1">
            <a:spLocks noGrp="1"/>
          </p:cNvSpPr>
          <p:nvPr>
            <p:ph type="body" idx="1"/>
          </p:nvPr>
        </p:nvSpPr>
        <p:spPr>
          <a:xfrm>
            <a:off x="3486152" y="2695001"/>
            <a:ext cx="5008800" cy="1530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rgbClr val="3F3F3F"/>
              </a:buClr>
              <a:buSzPts val="2400"/>
              <a:buNone/>
              <a:defRPr sz="2400">
                <a:solidFill>
                  <a:srgbClr val="3F3F3F"/>
                </a:solidFill>
              </a:defRPr>
            </a:lvl1pPr>
            <a:lvl2pPr marL="914400" lvl="1" indent="-228600" algn="l" rtl="0">
              <a:lnSpc>
                <a:spcPct val="90000"/>
              </a:lnSpc>
              <a:spcBef>
                <a:spcPts val="400"/>
              </a:spcBef>
              <a:spcAft>
                <a:spcPts val="0"/>
              </a:spcAft>
              <a:buClr>
                <a:schemeClr val="dk1"/>
              </a:buClr>
              <a:buSzPts val="1500"/>
              <a:buNone/>
              <a:defRPr sz="1500"/>
            </a:lvl2pPr>
            <a:lvl3pPr marL="1371600" lvl="2" indent="-228600" algn="l" rtl="0">
              <a:lnSpc>
                <a:spcPct val="90000"/>
              </a:lnSpc>
              <a:spcBef>
                <a:spcPts val="400"/>
              </a:spcBef>
              <a:spcAft>
                <a:spcPts val="0"/>
              </a:spcAft>
              <a:buClr>
                <a:schemeClr val="dk1"/>
              </a:buClr>
              <a:buSzPts val="1400"/>
              <a:buNone/>
              <a:defRPr sz="1400"/>
            </a:lvl3pPr>
            <a:lvl4pPr marL="1828800" lvl="3" indent="-228600" algn="l" rtl="0">
              <a:lnSpc>
                <a:spcPct val="90000"/>
              </a:lnSpc>
              <a:spcBef>
                <a:spcPts val="400"/>
              </a:spcBef>
              <a:spcAft>
                <a:spcPts val="0"/>
              </a:spcAft>
              <a:buClr>
                <a:schemeClr val="dk1"/>
              </a:buClr>
              <a:buSzPts val="1200"/>
              <a:buNone/>
              <a:defRPr sz="1200"/>
            </a:lvl4pPr>
            <a:lvl5pPr marL="2286000" lvl="4" indent="-228600" algn="l" rtl="0">
              <a:lnSpc>
                <a:spcPct val="90000"/>
              </a:lnSpc>
              <a:spcBef>
                <a:spcPts val="400"/>
              </a:spcBef>
              <a:spcAft>
                <a:spcPts val="0"/>
              </a:spcAft>
              <a:buClr>
                <a:schemeClr val="dk1"/>
              </a:buClr>
              <a:buSzPts val="1200"/>
              <a:buNone/>
              <a:defRPr sz="1200"/>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437" name="Google Shape;437;g1f49ec288db_0_394"/>
          <p:cNvSpPr txBox="1">
            <a:spLocks noGrp="1"/>
          </p:cNvSpPr>
          <p:nvPr>
            <p:ph type="title"/>
          </p:nvPr>
        </p:nvSpPr>
        <p:spPr>
          <a:xfrm>
            <a:off x="3486150" y="918057"/>
            <a:ext cx="5008800" cy="1607400"/>
          </a:xfrm>
          <a:prstGeom prst="rect">
            <a:avLst/>
          </a:prstGeom>
          <a:noFill/>
          <a:ln>
            <a:noFill/>
          </a:ln>
        </p:spPr>
        <p:txBody>
          <a:bodyPr spcFirstLastPara="1" wrap="square" lIns="68575" tIns="34275" rIns="68575" bIns="34275" anchor="b" anchorCtr="0">
            <a:noAutofit/>
          </a:bodyPr>
          <a:lstStyle>
            <a:lvl1pPr lvl="0" algn="l" rtl="0">
              <a:lnSpc>
                <a:spcPct val="90000"/>
              </a:lnSpc>
              <a:spcBef>
                <a:spcPts val="0"/>
              </a:spcBef>
              <a:spcAft>
                <a:spcPts val="0"/>
              </a:spcAft>
              <a:buClr>
                <a:schemeClr val="accent6"/>
              </a:buClr>
              <a:buSzPts val="3300"/>
              <a:buFont typeface="Arial"/>
              <a:buNone/>
              <a:defRPr sz="3300" b="1" i="0">
                <a:latin typeface="Arial"/>
                <a:ea typeface="Arial"/>
                <a:cs typeface="Arial"/>
                <a:sym typeface="Aria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38" name="Google Shape;438;g1f49ec288db_0_394"/>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39" name="Google Shape;439;g1f49ec288db_0_394"/>
          <p:cNvPicPr preferRelativeResize="0"/>
          <p:nvPr/>
        </p:nvPicPr>
        <p:blipFill rotWithShape="1">
          <a:blip r:embed="rId3">
            <a:alphaModFix/>
          </a:blip>
          <a:srcRect t="12216" b="35462"/>
          <a:stretch/>
        </p:blipFill>
        <p:spPr>
          <a:xfrm>
            <a:off x="8216384" y="4819473"/>
            <a:ext cx="906852" cy="177922"/>
          </a:xfrm>
          <a:prstGeom prst="rect">
            <a:avLst/>
          </a:prstGeom>
          <a:noFill/>
          <a:ln>
            <a:noFill/>
          </a:ln>
        </p:spPr>
      </p:pic>
      <p:sp>
        <p:nvSpPr>
          <p:cNvPr id="440" name="Google Shape;440;g1f49ec288db_0_394"/>
          <p:cNvSpPr txBox="1"/>
          <p:nvPr/>
        </p:nvSpPr>
        <p:spPr>
          <a:xfrm>
            <a:off x="40795" y="4978907"/>
            <a:ext cx="2517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7F7F7F"/>
                </a:solidFill>
                <a:latin typeface="Arial"/>
                <a:ea typeface="Arial"/>
                <a:cs typeface="Arial"/>
                <a:sym typeface="Arial"/>
              </a:rPr>
              <a:t>© 2019 TraceLink Inc.</a:t>
            </a:r>
            <a:endParaRPr sz="11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Full Photo">
  <p:cSld name="Full Photo">
    <p:spTree>
      <p:nvGrpSpPr>
        <p:cNvPr id="1" name="Shape 441"/>
        <p:cNvGrpSpPr/>
        <p:nvPr/>
      </p:nvGrpSpPr>
      <p:grpSpPr>
        <a:xfrm>
          <a:off x="0" y="0"/>
          <a:ext cx="0" cy="0"/>
          <a:chOff x="0" y="0"/>
          <a:chExt cx="0" cy="0"/>
        </a:xfrm>
      </p:grpSpPr>
      <p:sp>
        <p:nvSpPr>
          <p:cNvPr id="442" name="Google Shape;442;g1f49ec288db_0_403"/>
          <p:cNvSpPr>
            <a:spLocks noGrp="1"/>
          </p:cNvSpPr>
          <p:nvPr>
            <p:ph type="pic" idx="2"/>
          </p:nvPr>
        </p:nvSpPr>
        <p:spPr>
          <a:xfrm>
            <a:off x="0" y="1"/>
            <a:ext cx="9144000" cy="4697700"/>
          </a:xfrm>
          <a:prstGeom prst="rect">
            <a:avLst/>
          </a:prstGeom>
          <a:noFill/>
          <a:ln>
            <a:noFill/>
          </a:ln>
        </p:spPr>
      </p:sp>
      <p:sp>
        <p:nvSpPr>
          <p:cNvPr id="443" name="Google Shape;443;g1f49ec288db_0_403"/>
          <p:cNvSpPr/>
          <p:nvPr/>
        </p:nvSpPr>
        <p:spPr>
          <a:xfrm>
            <a:off x="-10" y="4697730"/>
            <a:ext cx="9144000" cy="445800"/>
          </a:xfrm>
          <a:prstGeom prst="rect">
            <a:avLst/>
          </a:prstGeom>
          <a:gradFill>
            <a:gsLst>
              <a:gs pos="0">
                <a:srgbClr val="00422A"/>
              </a:gs>
              <a:gs pos="70000">
                <a:schemeClr val="accent6"/>
              </a:gs>
              <a:gs pos="99000">
                <a:srgbClr val="002A43"/>
              </a:gs>
              <a:gs pos="100000">
                <a:srgbClr val="002A4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44" name="Google Shape;444;g1f49ec288db_0_403"/>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45" name="Google Shape;445;g1f49ec288db_0_403"/>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46" name="Google Shape;446;g1f49ec288db_0_403"/>
          <p:cNvPicPr preferRelativeResize="0"/>
          <p:nvPr/>
        </p:nvPicPr>
        <p:blipFill rotWithShape="1">
          <a:blip r:embed="rId2">
            <a:alphaModFix/>
          </a:blip>
          <a:srcRect t="12216" b="35462"/>
          <a:stretch/>
        </p:blipFill>
        <p:spPr>
          <a:xfrm>
            <a:off x="8216384" y="4819473"/>
            <a:ext cx="906852" cy="177922"/>
          </a:xfrm>
          <a:prstGeom prst="rect">
            <a:avLst/>
          </a:prstGeom>
          <a:noFill/>
          <a:ln>
            <a:noFill/>
          </a:ln>
        </p:spPr>
      </p:pic>
      <p:sp>
        <p:nvSpPr>
          <p:cNvPr id="447" name="Google Shape;447;g1f49ec288db_0_403"/>
          <p:cNvSpPr txBox="1"/>
          <p:nvPr/>
        </p:nvSpPr>
        <p:spPr>
          <a:xfrm>
            <a:off x="40795" y="4978907"/>
            <a:ext cx="2517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7F7F7F"/>
                </a:solidFill>
                <a:latin typeface="Arial"/>
                <a:ea typeface="Arial"/>
                <a:cs typeface="Arial"/>
                <a:sym typeface="Arial"/>
              </a:rPr>
              <a:t>© 2019 TraceLink Inc.</a:t>
            </a:r>
            <a:endParaRPr sz="11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Icons - Dark">
  <p:cSld name="Icons - Dark">
    <p:spTree>
      <p:nvGrpSpPr>
        <p:cNvPr id="1" name="Shape 448"/>
        <p:cNvGrpSpPr/>
        <p:nvPr/>
      </p:nvGrpSpPr>
      <p:grpSpPr>
        <a:xfrm>
          <a:off x="0" y="0"/>
          <a:ext cx="0" cy="0"/>
          <a:chOff x="0" y="0"/>
          <a:chExt cx="0" cy="0"/>
        </a:xfrm>
      </p:grpSpPr>
      <p:sp>
        <p:nvSpPr>
          <p:cNvPr id="449" name="Google Shape;449;g1f49ec288db_0_410"/>
          <p:cNvSpPr/>
          <p:nvPr/>
        </p:nvSpPr>
        <p:spPr>
          <a:xfrm>
            <a:off x="0" y="0"/>
            <a:ext cx="9144000" cy="5143500"/>
          </a:xfrm>
          <a:prstGeom prst="rect">
            <a:avLst/>
          </a:prstGeom>
          <a:gradFill>
            <a:gsLst>
              <a:gs pos="0">
                <a:srgbClr val="00422A"/>
              </a:gs>
              <a:gs pos="70000">
                <a:schemeClr val="accent6"/>
              </a:gs>
              <a:gs pos="99000">
                <a:srgbClr val="002A43"/>
              </a:gs>
              <a:gs pos="100000">
                <a:srgbClr val="002A4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50" name="Google Shape;450;g1f49ec288db_0_410"/>
          <p:cNvSpPr txBox="1">
            <a:spLocks noGrp="1"/>
          </p:cNvSpPr>
          <p:nvPr>
            <p:ph type="body" idx="1"/>
          </p:nvPr>
        </p:nvSpPr>
        <p:spPr>
          <a:xfrm>
            <a:off x="507767" y="3418427"/>
            <a:ext cx="2040600" cy="3432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lt1"/>
              </a:buClr>
              <a:buSzPts val="1800"/>
              <a:buNone/>
              <a:defRPr sz="1800" b="1" i="0">
                <a:solidFill>
                  <a:schemeClr val="lt1"/>
                </a:solidFill>
                <a:latin typeface="Arial"/>
                <a:ea typeface="Arial"/>
                <a:cs typeface="Arial"/>
                <a:sym typeface="Arial"/>
              </a:defRPr>
            </a:lvl1pPr>
            <a:lvl2pPr marL="914400" lvl="1" indent="-228600" algn="l" rtl="0">
              <a:lnSpc>
                <a:spcPct val="90000"/>
              </a:lnSpc>
              <a:spcBef>
                <a:spcPts val="400"/>
              </a:spcBef>
              <a:spcAft>
                <a:spcPts val="0"/>
              </a:spcAft>
              <a:buClr>
                <a:srgbClr val="888888"/>
              </a:buClr>
              <a:buSzPts val="1500"/>
              <a:buNone/>
              <a:defRPr sz="1500">
                <a:solidFill>
                  <a:srgbClr val="888888"/>
                </a:solidFill>
              </a:defRPr>
            </a:lvl2pPr>
            <a:lvl3pPr marL="1371600" lvl="2" indent="-228600" algn="l" rtl="0">
              <a:lnSpc>
                <a:spcPct val="90000"/>
              </a:lnSpc>
              <a:spcBef>
                <a:spcPts val="400"/>
              </a:spcBef>
              <a:spcAft>
                <a:spcPts val="0"/>
              </a:spcAft>
              <a:buClr>
                <a:srgbClr val="888888"/>
              </a:buClr>
              <a:buSzPts val="1400"/>
              <a:buNone/>
              <a:defRPr sz="1400">
                <a:solidFill>
                  <a:srgbClr val="888888"/>
                </a:solidFill>
              </a:defRPr>
            </a:lvl3pPr>
            <a:lvl4pPr marL="1828800" lvl="3" indent="-228600" algn="l" rtl="0">
              <a:lnSpc>
                <a:spcPct val="90000"/>
              </a:lnSpc>
              <a:spcBef>
                <a:spcPts val="400"/>
              </a:spcBef>
              <a:spcAft>
                <a:spcPts val="0"/>
              </a:spcAft>
              <a:buClr>
                <a:srgbClr val="888888"/>
              </a:buClr>
              <a:buSzPts val="1200"/>
              <a:buNone/>
              <a:defRPr sz="1200">
                <a:solidFill>
                  <a:srgbClr val="888888"/>
                </a:solidFill>
              </a:defRPr>
            </a:lvl4pPr>
            <a:lvl5pPr marL="2286000" lvl="4" indent="-228600" algn="l" rtl="0">
              <a:lnSpc>
                <a:spcPct val="90000"/>
              </a:lnSpc>
              <a:spcBef>
                <a:spcPts val="400"/>
              </a:spcBef>
              <a:spcAft>
                <a:spcPts val="0"/>
              </a:spcAft>
              <a:buClr>
                <a:srgbClr val="888888"/>
              </a:buClr>
              <a:buSzPts val="1200"/>
              <a:buNone/>
              <a:defRPr sz="1200">
                <a:solidFill>
                  <a:srgbClr val="888888"/>
                </a:solidFill>
              </a:defRPr>
            </a:lvl5pPr>
            <a:lvl6pPr marL="2743200" lvl="5" indent="-228600" algn="l" rtl="0">
              <a:lnSpc>
                <a:spcPct val="90000"/>
              </a:lnSpc>
              <a:spcBef>
                <a:spcPts val="400"/>
              </a:spcBef>
              <a:spcAft>
                <a:spcPts val="0"/>
              </a:spcAft>
              <a:buClr>
                <a:srgbClr val="888888"/>
              </a:buClr>
              <a:buSzPts val="1200"/>
              <a:buNone/>
              <a:defRPr sz="1200">
                <a:solidFill>
                  <a:srgbClr val="888888"/>
                </a:solidFill>
              </a:defRPr>
            </a:lvl6pPr>
            <a:lvl7pPr marL="3200400" lvl="6" indent="-228600" algn="l" rtl="0">
              <a:lnSpc>
                <a:spcPct val="90000"/>
              </a:lnSpc>
              <a:spcBef>
                <a:spcPts val="400"/>
              </a:spcBef>
              <a:spcAft>
                <a:spcPts val="0"/>
              </a:spcAft>
              <a:buClr>
                <a:srgbClr val="888888"/>
              </a:buClr>
              <a:buSzPts val="1200"/>
              <a:buNone/>
              <a:defRPr sz="1200">
                <a:solidFill>
                  <a:srgbClr val="888888"/>
                </a:solidFill>
              </a:defRPr>
            </a:lvl7pPr>
            <a:lvl8pPr marL="3657600" lvl="7" indent="-228600" algn="l" rtl="0">
              <a:lnSpc>
                <a:spcPct val="90000"/>
              </a:lnSpc>
              <a:spcBef>
                <a:spcPts val="400"/>
              </a:spcBef>
              <a:spcAft>
                <a:spcPts val="0"/>
              </a:spcAft>
              <a:buClr>
                <a:srgbClr val="888888"/>
              </a:buClr>
              <a:buSzPts val="1200"/>
              <a:buNone/>
              <a:defRPr sz="1200">
                <a:solidFill>
                  <a:srgbClr val="888888"/>
                </a:solidFill>
              </a:defRPr>
            </a:lvl8pPr>
            <a:lvl9pPr marL="4114800" lvl="8" indent="-228600" algn="l" rtl="0">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451" name="Google Shape;451;g1f49ec288db_0_410"/>
          <p:cNvSpPr txBox="1">
            <a:spLocks noGrp="1"/>
          </p:cNvSpPr>
          <p:nvPr>
            <p:ph type="body" idx="2"/>
          </p:nvPr>
        </p:nvSpPr>
        <p:spPr>
          <a:xfrm>
            <a:off x="3551717" y="3418427"/>
            <a:ext cx="2040600" cy="3432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lt1"/>
              </a:buClr>
              <a:buSzPts val="1800"/>
              <a:buNone/>
              <a:defRPr sz="1800" b="1" i="0">
                <a:solidFill>
                  <a:schemeClr val="lt1"/>
                </a:solidFill>
                <a:latin typeface="Arial"/>
                <a:ea typeface="Arial"/>
                <a:cs typeface="Arial"/>
                <a:sym typeface="Arial"/>
              </a:defRPr>
            </a:lvl1pPr>
            <a:lvl2pPr marL="914400" lvl="1" indent="-228600" algn="l" rtl="0">
              <a:lnSpc>
                <a:spcPct val="90000"/>
              </a:lnSpc>
              <a:spcBef>
                <a:spcPts val="400"/>
              </a:spcBef>
              <a:spcAft>
                <a:spcPts val="0"/>
              </a:spcAft>
              <a:buClr>
                <a:srgbClr val="888888"/>
              </a:buClr>
              <a:buSzPts val="1500"/>
              <a:buNone/>
              <a:defRPr sz="1500">
                <a:solidFill>
                  <a:srgbClr val="888888"/>
                </a:solidFill>
              </a:defRPr>
            </a:lvl2pPr>
            <a:lvl3pPr marL="1371600" lvl="2" indent="-228600" algn="l" rtl="0">
              <a:lnSpc>
                <a:spcPct val="90000"/>
              </a:lnSpc>
              <a:spcBef>
                <a:spcPts val="400"/>
              </a:spcBef>
              <a:spcAft>
                <a:spcPts val="0"/>
              </a:spcAft>
              <a:buClr>
                <a:srgbClr val="888888"/>
              </a:buClr>
              <a:buSzPts val="1400"/>
              <a:buNone/>
              <a:defRPr sz="1400">
                <a:solidFill>
                  <a:srgbClr val="888888"/>
                </a:solidFill>
              </a:defRPr>
            </a:lvl3pPr>
            <a:lvl4pPr marL="1828800" lvl="3" indent="-228600" algn="l" rtl="0">
              <a:lnSpc>
                <a:spcPct val="90000"/>
              </a:lnSpc>
              <a:spcBef>
                <a:spcPts val="400"/>
              </a:spcBef>
              <a:spcAft>
                <a:spcPts val="0"/>
              </a:spcAft>
              <a:buClr>
                <a:srgbClr val="888888"/>
              </a:buClr>
              <a:buSzPts val="1200"/>
              <a:buNone/>
              <a:defRPr sz="1200">
                <a:solidFill>
                  <a:srgbClr val="888888"/>
                </a:solidFill>
              </a:defRPr>
            </a:lvl4pPr>
            <a:lvl5pPr marL="2286000" lvl="4" indent="-228600" algn="l" rtl="0">
              <a:lnSpc>
                <a:spcPct val="90000"/>
              </a:lnSpc>
              <a:spcBef>
                <a:spcPts val="400"/>
              </a:spcBef>
              <a:spcAft>
                <a:spcPts val="0"/>
              </a:spcAft>
              <a:buClr>
                <a:srgbClr val="888888"/>
              </a:buClr>
              <a:buSzPts val="1200"/>
              <a:buNone/>
              <a:defRPr sz="1200">
                <a:solidFill>
                  <a:srgbClr val="888888"/>
                </a:solidFill>
              </a:defRPr>
            </a:lvl5pPr>
            <a:lvl6pPr marL="2743200" lvl="5" indent="-228600" algn="l" rtl="0">
              <a:lnSpc>
                <a:spcPct val="90000"/>
              </a:lnSpc>
              <a:spcBef>
                <a:spcPts val="400"/>
              </a:spcBef>
              <a:spcAft>
                <a:spcPts val="0"/>
              </a:spcAft>
              <a:buClr>
                <a:srgbClr val="888888"/>
              </a:buClr>
              <a:buSzPts val="1200"/>
              <a:buNone/>
              <a:defRPr sz="1200">
                <a:solidFill>
                  <a:srgbClr val="888888"/>
                </a:solidFill>
              </a:defRPr>
            </a:lvl6pPr>
            <a:lvl7pPr marL="3200400" lvl="6" indent="-228600" algn="l" rtl="0">
              <a:lnSpc>
                <a:spcPct val="90000"/>
              </a:lnSpc>
              <a:spcBef>
                <a:spcPts val="400"/>
              </a:spcBef>
              <a:spcAft>
                <a:spcPts val="0"/>
              </a:spcAft>
              <a:buClr>
                <a:srgbClr val="888888"/>
              </a:buClr>
              <a:buSzPts val="1200"/>
              <a:buNone/>
              <a:defRPr sz="1200">
                <a:solidFill>
                  <a:srgbClr val="888888"/>
                </a:solidFill>
              </a:defRPr>
            </a:lvl7pPr>
            <a:lvl8pPr marL="3657600" lvl="7" indent="-228600" algn="l" rtl="0">
              <a:lnSpc>
                <a:spcPct val="90000"/>
              </a:lnSpc>
              <a:spcBef>
                <a:spcPts val="400"/>
              </a:spcBef>
              <a:spcAft>
                <a:spcPts val="0"/>
              </a:spcAft>
              <a:buClr>
                <a:srgbClr val="888888"/>
              </a:buClr>
              <a:buSzPts val="1200"/>
              <a:buNone/>
              <a:defRPr sz="1200">
                <a:solidFill>
                  <a:srgbClr val="888888"/>
                </a:solidFill>
              </a:defRPr>
            </a:lvl8pPr>
            <a:lvl9pPr marL="4114800" lvl="8" indent="-228600" algn="l" rtl="0">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452" name="Google Shape;452;g1f49ec288db_0_410"/>
          <p:cNvSpPr txBox="1">
            <a:spLocks noGrp="1"/>
          </p:cNvSpPr>
          <p:nvPr>
            <p:ph type="body" idx="3"/>
          </p:nvPr>
        </p:nvSpPr>
        <p:spPr>
          <a:xfrm>
            <a:off x="6602979" y="3418427"/>
            <a:ext cx="2040600" cy="3432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lt1"/>
              </a:buClr>
              <a:buSzPts val="1800"/>
              <a:buNone/>
              <a:defRPr sz="1800" b="1" i="0">
                <a:solidFill>
                  <a:schemeClr val="lt1"/>
                </a:solidFill>
                <a:latin typeface="Arial"/>
                <a:ea typeface="Arial"/>
                <a:cs typeface="Arial"/>
                <a:sym typeface="Arial"/>
              </a:defRPr>
            </a:lvl1pPr>
            <a:lvl2pPr marL="914400" lvl="1" indent="-228600" algn="l" rtl="0">
              <a:lnSpc>
                <a:spcPct val="90000"/>
              </a:lnSpc>
              <a:spcBef>
                <a:spcPts val="400"/>
              </a:spcBef>
              <a:spcAft>
                <a:spcPts val="0"/>
              </a:spcAft>
              <a:buClr>
                <a:srgbClr val="888888"/>
              </a:buClr>
              <a:buSzPts val="1500"/>
              <a:buNone/>
              <a:defRPr sz="1500">
                <a:solidFill>
                  <a:srgbClr val="888888"/>
                </a:solidFill>
              </a:defRPr>
            </a:lvl2pPr>
            <a:lvl3pPr marL="1371600" lvl="2" indent="-228600" algn="l" rtl="0">
              <a:lnSpc>
                <a:spcPct val="90000"/>
              </a:lnSpc>
              <a:spcBef>
                <a:spcPts val="400"/>
              </a:spcBef>
              <a:spcAft>
                <a:spcPts val="0"/>
              </a:spcAft>
              <a:buClr>
                <a:srgbClr val="888888"/>
              </a:buClr>
              <a:buSzPts val="1400"/>
              <a:buNone/>
              <a:defRPr sz="1400">
                <a:solidFill>
                  <a:srgbClr val="888888"/>
                </a:solidFill>
              </a:defRPr>
            </a:lvl3pPr>
            <a:lvl4pPr marL="1828800" lvl="3" indent="-228600" algn="l" rtl="0">
              <a:lnSpc>
                <a:spcPct val="90000"/>
              </a:lnSpc>
              <a:spcBef>
                <a:spcPts val="400"/>
              </a:spcBef>
              <a:spcAft>
                <a:spcPts val="0"/>
              </a:spcAft>
              <a:buClr>
                <a:srgbClr val="888888"/>
              </a:buClr>
              <a:buSzPts val="1200"/>
              <a:buNone/>
              <a:defRPr sz="1200">
                <a:solidFill>
                  <a:srgbClr val="888888"/>
                </a:solidFill>
              </a:defRPr>
            </a:lvl4pPr>
            <a:lvl5pPr marL="2286000" lvl="4" indent="-228600" algn="l" rtl="0">
              <a:lnSpc>
                <a:spcPct val="90000"/>
              </a:lnSpc>
              <a:spcBef>
                <a:spcPts val="400"/>
              </a:spcBef>
              <a:spcAft>
                <a:spcPts val="0"/>
              </a:spcAft>
              <a:buClr>
                <a:srgbClr val="888888"/>
              </a:buClr>
              <a:buSzPts val="1200"/>
              <a:buNone/>
              <a:defRPr sz="1200">
                <a:solidFill>
                  <a:srgbClr val="888888"/>
                </a:solidFill>
              </a:defRPr>
            </a:lvl5pPr>
            <a:lvl6pPr marL="2743200" lvl="5" indent="-228600" algn="l" rtl="0">
              <a:lnSpc>
                <a:spcPct val="90000"/>
              </a:lnSpc>
              <a:spcBef>
                <a:spcPts val="400"/>
              </a:spcBef>
              <a:spcAft>
                <a:spcPts val="0"/>
              </a:spcAft>
              <a:buClr>
                <a:srgbClr val="888888"/>
              </a:buClr>
              <a:buSzPts val="1200"/>
              <a:buNone/>
              <a:defRPr sz="1200">
                <a:solidFill>
                  <a:srgbClr val="888888"/>
                </a:solidFill>
              </a:defRPr>
            </a:lvl6pPr>
            <a:lvl7pPr marL="3200400" lvl="6" indent="-228600" algn="l" rtl="0">
              <a:lnSpc>
                <a:spcPct val="90000"/>
              </a:lnSpc>
              <a:spcBef>
                <a:spcPts val="400"/>
              </a:spcBef>
              <a:spcAft>
                <a:spcPts val="0"/>
              </a:spcAft>
              <a:buClr>
                <a:srgbClr val="888888"/>
              </a:buClr>
              <a:buSzPts val="1200"/>
              <a:buNone/>
              <a:defRPr sz="1200">
                <a:solidFill>
                  <a:srgbClr val="888888"/>
                </a:solidFill>
              </a:defRPr>
            </a:lvl7pPr>
            <a:lvl8pPr marL="3657600" lvl="7" indent="-228600" algn="l" rtl="0">
              <a:lnSpc>
                <a:spcPct val="90000"/>
              </a:lnSpc>
              <a:spcBef>
                <a:spcPts val="400"/>
              </a:spcBef>
              <a:spcAft>
                <a:spcPts val="0"/>
              </a:spcAft>
              <a:buClr>
                <a:srgbClr val="888888"/>
              </a:buClr>
              <a:buSzPts val="1200"/>
              <a:buNone/>
              <a:defRPr sz="1200">
                <a:solidFill>
                  <a:srgbClr val="888888"/>
                </a:solidFill>
              </a:defRPr>
            </a:lvl8pPr>
            <a:lvl9pPr marL="4114800" lvl="8" indent="-228600" algn="l" rtl="0">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453" name="Google Shape;453;g1f49ec288db_0_410"/>
          <p:cNvSpPr txBox="1">
            <a:spLocks noGrp="1"/>
          </p:cNvSpPr>
          <p:nvPr>
            <p:ph type="body" idx="4"/>
          </p:nvPr>
        </p:nvSpPr>
        <p:spPr>
          <a:xfrm>
            <a:off x="507767" y="3853423"/>
            <a:ext cx="2040900" cy="602400"/>
          </a:xfrm>
          <a:prstGeom prst="rect">
            <a:avLst/>
          </a:prstGeom>
          <a:noFill/>
          <a:ln>
            <a:noFill/>
          </a:ln>
        </p:spPr>
        <p:txBody>
          <a:bodyPr spcFirstLastPara="1" wrap="square" lIns="68575" tIns="34275" rIns="68575" bIns="34275" anchor="t" anchorCtr="0">
            <a:noAutofit/>
          </a:bodyPr>
          <a:lstStyle>
            <a:lvl1pPr marL="457200" lvl="0" indent="-228600" algn="ctr" rtl="0">
              <a:lnSpc>
                <a:spcPct val="150000"/>
              </a:lnSpc>
              <a:spcBef>
                <a:spcPts val="1100"/>
              </a:spcBef>
              <a:spcAft>
                <a:spcPts val="0"/>
              </a:spcAft>
              <a:buClr>
                <a:schemeClr val="lt2"/>
              </a:buClr>
              <a:buSzPts val="1800"/>
              <a:buNone/>
              <a:defRPr sz="1800">
                <a:solidFill>
                  <a:schemeClr val="lt2"/>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454" name="Google Shape;454;g1f49ec288db_0_410"/>
          <p:cNvSpPr txBox="1">
            <a:spLocks noGrp="1"/>
          </p:cNvSpPr>
          <p:nvPr>
            <p:ph type="body" idx="5"/>
          </p:nvPr>
        </p:nvSpPr>
        <p:spPr>
          <a:xfrm>
            <a:off x="3551633" y="3853423"/>
            <a:ext cx="2040900" cy="602400"/>
          </a:xfrm>
          <a:prstGeom prst="rect">
            <a:avLst/>
          </a:prstGeom>
          <a:noFill/>
          <a:ln>
            <a:noFill/>
          </a:ln>
        </p:spPr>
        <p:txBody>
          <a:bodyPr spcFirstLastPara="1" wrap="square" lIns="68575" tIns="34275" rIns="68575" bIns="34275" anchor="t" anchorCtr="0">
            <a:noAutofit/>
          </a:bodyPr>
          <a:lstStyle>
            <a:lvl1pPr marL="457200" lvl="0" indent="-228600" algn="ctr" rtl="0">
              <a:lnSpc>
                <a:spcPct val="150000"/>
              </a:lnSpc>
              <a:spcBef>
                <a:spcPts val="1100"/>
              </a:spcBef>
              <a:spcAft>
                <a:spcPts val="0"/>
              </a:spcAft>
              <a:buClr>
                <a:schemeClr val="lt2"/>
              </a:buClr>
              <a:buSzPts val="1800"/>
              <a:buNone/>
              <a:defRPr sz="1800">
                <a:solidFill>
                  <a:schemeClr val="lt2"/>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455" name="Google Shape;455;g1f49ec288db_0_410"/>
          <p:cNvSpPr txBox="1">
            <a:spLocks noGrp="1"/>
          </p:cNvSpPr>
          <p:nvPr>
            <p:ph type="body" idx="6"/>
          </p:nvPr>
        </p:nvSpPr>
        <p:spPr>
          <a:xfrm>
            <a:off x="6602979" y="3853423"/>
            <a:ext cx="2040900" cy="602400"/>
          </a:xfrm>
          <a:prstGeom prst="rect">
            <a:avLst/>
          </a:prstGeom>
          <a:noFill/>
          <a:ln>
            <a:noFill/>
          </a:ln>
        </p:spPr>
        <p:txBody>
          <a:bodyPr spcFirstLastPara="1" wrap="square" lIns="68575" tIns="34275" rIns="68575" bIns="34275" anchor="t" anchorCtr="0">
            <a:noAutofit/>
          </a:bodyPr>
          <a:lstStyle>
            <a:lvl1pPr marL="457200" lvl="0" indent="-228600" algn="ctr" rtl="0">
              <a:lnSpc>
                <a:spcPct val="150000"/>
              </a:lnSpc>
              <a:spcBef>
                <a:spcPts val="1100"/>
              </a:spcBef>
              <a:spcAft>
                <a:spcPts val="0"/>
              </a:spcAft>
              <a:buClr>
                <a:schemeClr val="lt2"/>
              </a:buClr>
              <a:buSzPts val="1800"/>
              <a:buNone/>
              <a:defRPr sz="1800">
                <a:solidFill>
                  <a:schemeClr val="lt2"/>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456" name="Google Shape;456;g1f49ec288db_0_410"/>
          <p:cNvSpPr/>
          <p:nvPr/>
        </p:nvSpPr>
        <p:spPr>
          <a:xfrm>
            <a:off x="762247" y="1639861"/>
            <a:ext cx="1607400" cy="1607400"/>
          </a:xfrm>
          <a:prstGeom prst="ellipse">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57" name="Google Shape;457;g1f49ec288db_0_410"/>
          <p:cNvSpPr>
            <a:spLocks noGrp="1"/>
          </p:cNvSpPr>
          <p:nvPr>
            <p:ph type="pic" idx="7"/>
          </p:nvPr>
        </p:nvSpPr>
        <p:spPr>
          <a:xfrm>
            <a:off x="886586" y="1758883"/>
            <a:ext cx="1314600" cy="1327200"/>
          </a:xfrm>
          <a:prstGeom prst="ellipse">
            <a:avLst/>
          </a:prstGeom>
          <a:noFill/>
          <a:ln>
            <a:noFill/>
          </a:ln>
        </p:spPr>
      </p:sp>
      <p:sp>
        <p:nvSpPr>
          <p:cNvPr id="458" name="Google Shape;458;g1f49ec288db_0_410"/>
          <p:cNvSpPr/>
          <p:nvPr/>
        </p:nvSpPr>
        <p:spPr>
          <a:xfrm>
            <a:off x="3801415" y="1639861"/>
            <a:ext cx="1607400" cy="1607400"/>
          </a:xfrm>
          <a:prstGeom prst="ellipse">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59" name="Google Shape;459;g1f49ec288db_0_410"/>
          <p:cNvSpPr>
            <a:spLocks noGrp="1"/>
          </p:cNvSpPr>
          <p:nvPr>
            <p:ph type="pic" idx="8"/>
          </p:nvPr>
        </p:nvSpPr>
        <p:spPr>
          <a:xfrm>
            <a:off x="3932645" y="1754743"/>
            <a:ext cx="1314600" cy="1327200"/>
          </a:xfrm>
          <a:prstGeom prst="ellipse">
            <a:avLst/>
          </a:prstGeom>
          <a:noFill/>
          <a:ln>
            <a:noFill/>
          </a:ln>
        </p:spPr>
      </p:sp>
      <p:sp>
        <p:nvSpPr>
          <p:cNvPr id="460" name="Google Shape;460;g1f49ec288db_0_410"/>
          <p:cNvSpPr/>
          <p:nvPr/>
        </p:nvSpPr>
        <p:spPr>
          <a:xfrm>
            <a:off x="6840583" y="1639861"/>
            <a:ext cx="1607400" cy="1607400"/>
          </a:xfrm>
          <a:prstGeom prst="ellipse">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61" name="Google Shape;461;g1f49ec288db_0_410"/>
          <p:cNvSpPr>
            <a:spLocks noGrp="1"/>
          </p:cNvSpPr>
          <p:nvPr>
            <p:ph type="pic" idx="9"/>
          </p:nvPr>
        </p:nvSpPr>
        <p:spPr>
          <a:xfrm>
            <a:off x="6964922" y="1759602"/>
            <a:ext cx="1314600" cy="1327200"/>
          </a:xfrm>
          <a:prstGeom prst="ellipse">
            <a:avLst/>
          </a:prstGeom>
          <a:noFill/>
          <a:ln>
            <a:noFill/>
          </a:ln>
        </p:spPr>
      </p:sp>
      <p:sp>
        <p:nvSpPr>
          <p:cNvPr id="462" name="Google Shape;462;g1f49ec288db_0_410"/>
          <p:cNvSpPr txBox="1">
            <a:spLocks noGrp="1"/>
          </p:cNvSpPr>
          <p:nvPr>
            <p:ph type="title"/>
          </p:nvPr>
        </p:nvSpPr>
        <p:spPr>
          <a:xfrm>
            <a:off x="296437" y="273844"/>
            <a:ext cx="85512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300"/>
              <a:buFont typeface="Arial"/>
              <a:buNone/>
              <a:defRPr>
                <a:solidFill>
                  <a:schemeClr val="lt1"/>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cxnSp>
        <p:nvCxnSpPr>
          <p:cNvPr id="463" name="Google Shape;463;g1f49ec288db_0_410"/>
          <p:cNvCxnSpPr/>
          <p:nvPr/>
        </p:nvCxnSpPr>
        <p:spPr>
          <a:xfrm rot="10800000">
            <a:off x="3040381" y="1916805"/>
            <a:ext cx="0" cy="2352300"/>
          </a:xfrm>
          <a:prstGeom prst="straightConnector1">
            <a:avLst/>
          </a:prstGeom>
          <a:noFill/>
          <a:ln w="19050" cap="flat" cmpd="sng">
            <a:solidFill>
              <a:schemeClr val="lt1">
                <a:alpha val="20000"/>
              </a:schemeClr>
            </a:solidFill>
            <a:prstDash val="solid"/>
            <a:miter lim="800000"/>
            <a:headEnd type="none" w="sm" len="sm"/>
            <a:tailEnd type="none" w="sm" len="sm"/>
          </a:ln>
        </p:spPr>
      </p:cxnSp>
      <p:cxnSp>
        <p:nvCxnSpPr>
          <p:cNvPr id="464" name="Google Shape;464;g1f49ec288db_0_410"/>
          <p:cNvCxnSpPr/>
          <p:nvPr/>
        </p:nvCxnSpPr>
        <p:spPr>
          <a:xfrm rot="10800000">
            <a:off x="6107522" y="1916805"/>
            <a:ext cx="0" cy="2352300"/>
          </a:xfrm>
          <a:prstGeom prst="straightConnector1">
            <a:avLst/>
          </a:prstGeom>
          <a:noFill/>
          <a:ln w="19050" cap="flat" cmpd="sng">
            <a:solidFill>
              <a:schemeClr val="lt1">
                <a:alpha val="20000"/>
              </a:schemeClr>
            </a:solidFill>
            <a:prstDash val="solid"/>
            <a:miter lim="800000"/>
            <a:headEnd type="none" w="sm" len="sm"/>
            <a:tailEnd type="none" w="sm" len="sm"/>
          </a:ln>
        </p:spPr>
      </p:cxnSp>
      <p:sp>
        <p:nvSpPr>
          <p:cNvPr id="465" name="Google Shape;465;g1f49ec288db_0_410"/>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66" name="Google Shape;466;g1f49ec288db_0_410"/>
          <p:cNvPicPr preferRelativeResize="0"/>
          <p:nvPr/>
        </p:nvPicPr>
        <p:blipFill rotWithShape="1">
          <a:blip r:embed="rId2">
            <a:alphaModFix/>
          </a:blip>
          <a:srcRect t="12216" b="35462"/>
          <a:stretch/>
        </p:blipFill>
        <p:spPr>
          <a:xfrm>
            <a:off x="8216384" y="4819473"/>
            <a:ext cx="906852" cy="177922"/>
          </a:xfrm>
          <a:prstGeom prst="rect">
            <a:avLst/>
          </a:prstGeom>
          <a:noFill/>
          <a:ln>
            <a:noFill/>
          </a:ln>
        </p:spPr>
      </p:pic>
      <p:sp>
        <p:nvSpPr>
          <p:cNvPr id="467" name="Google Shape;467;g1f49ec288db_0_410"/>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68" name="Google Shape;468;g1f49ec288db_0_410"/>
          <p:cNvSpPr txBox="1"/>
          <p:nvPr/>
        </p:nvSpPr>
        <p:spPr>
          <a:xfrm>
            <a:off x="40795" y="4978907"/>
            <a:ext cx="2517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7F7F7F"/>
                </a:solidFill>
                <a:latin typeface="Arial"/>
                <a:ea typeface="Arial"/>
                <a:cs typeface="Arial"/>
                <a:sym typeface="Arial"/>
              </a:rPr>
              <a:t>© 2019 TraceLink Inc.</a:t>
            </a:r>
            <a:endParaRPr sz="11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Gradient Blank">
  <p:cSld name="Gradient Blank">
    <p:bg>
      <p:bgPr>
        <a:solidFill>
          <a:schemeClr val="lt1"/>
        </a:solidFill>
        <a:effectLst/>
      </p:bgPr>
    </p:bg>
    <p:spTree>
      <p:nvGrpSpPr>
        <p:cNvPr id="1" name="Shape 469"/>
        <p:cNvGrpSpPr/>
        <p:nvPr/>
      </p:nvGrpSpPr>
      <p:grpSpPr>
        <a:xfrm>
          <a:off x="0" y="0"/>
          <a:ext cx="0" cy="0"/>
          <a:chOff x="0" y="0"/>
          <a:chExt cx="0" cy="0"/>
        </a:xfrm>
      </p:grpSpPr>
      <p:sp>
        <p:nvSpPr>
          <p:cNvPr id="470" name="Google Shape;470;g1f49ec288db_0_431"/>
          <p:cNvSpPr/>
          <p:nvPr/>
        </p:nvSpPr>
        <p:spPr>
          <a:xfrm>
            <a:off x="0" y="0"/>
            <a:ext cx="9144000" cy="5143500"/>
          </a:xfrm>
          <a:prstGeom prst="rect">
            <a:avLst/>
          </a:prstGeom>
          <a:gradFill>
            <a:gsLst>
              <a:gs pos="0">
                <a:srgbClr val="00422A"/>
              </a:gs>
              <a:gs pos="70000">
                <a:schemeClr val="accent6"/>
              </a:gs>
              <a:gs pos="99000">
                <a:srgbClr val="002A43"/>
              </a:gs>
              <a:gs pos="100000">
                <a:srgbClr val="002A4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71" name="Google Shape;471;g1f49ec288db_0_431"/>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72" name="Google Shape;472;g1f49ec288db_0_431"/>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73" name="Google Shape;473;g1f49ec288db_0_431"/>
          <p:cNvPicPr preferRelativeResize="0"/>
          <p:nvPr/>
        </p:nvPicPr>
        <p:blipFill rotWithShape="1">
          <a:blip r:embed="rId2">
            <a:alphaModFix/>
          </a:blip>
          <a:srcRect t="12216" b="35462"/>
          <a:stretch/>
        </p:blipFill>
        <p:spPr>
          <a:xfrm>
            <a:off x="8216384" y="4819473"/>
            <a:ext cx="906852" cy="177922"/>
          </a:xfrm>
          <a:prstGeom prst="rect">
            <a:avLst/>
          </a:prstGeom>
          <a:noFill/>
          <a:ln>
            <a:noFill/>
          </a:ln>
        </p:spPr>
      </p:pic>
      <p:sp>
        <p:nvSpPr>
          <p:cNvPr id="474" name="Google Shape;474;g1f49ec288db_0_431"/>
          <p:cNvSpPr txBox="1"/>
          <p:nvPr/>
        </p:nvSpPr>
        <p:spPr>
          <a:xfrm>
            <a:off x="40795" y="4978907"/>
            <a:ext cx="2517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7F7F7F"/>
                </a:solidFill>
                <a:latin typeface="Arial"/>
                <a:ea typeface="Arial"/>
                <a:cs typeface="Arial"/>
                <a:sym typeface="Arial"/>
              </a:rPr>
              <a:t>© 2019 TraceLink Inc.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White Blank" type="blank">
  <p:cSld name="BLANK">
    <p:spTree>
      <p:nvGrpSpPr>
        <p:cNvPr id="1" name="Shape 475"/>
        <p:cNvGrpSpPr/>
        <p:nvPr/>
      </p:nvGrpSpPr>
      <p:grpSpPr>
        <a:xfrm>
          <a:off x="0" y="0"/>
          <a:ext cx="0" cy="0"/>
          <a:chOff x="0" y="0"/>
          <a:chExt cx="0" cy="0"/>
        </a:xfrm>
      </p:grpSpPr>
      <p:sp>
        <p:nvSpPr>
          <p:cNvPr id="476" name="Google Shape;476;g1f49ec288db_0_437"/>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77" name="Google Shape;477;g1f49ec288db_0_437"/>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78" name="Google Shape;478;g1f49ec288db_0_437"/>
          <p:cNvPicPr preferRelativeResize="0"/>
          <p:nvPr/>
        </p:nvPicPr>
        <p:blipFill rotWithShape="1">
          <a:blip r:embed="rId2">
            <a:alphaModFix/>
          </a:blip>
          <a:srcRect t="12216" b="35462"/>
          <a:stretch/>
        </p:blipFill>
        <p:spPr>
          <a:xfrm>
            <a:off x="8216384" y="4819473"/>
            <a:ext cx="906852" cy="177922"/>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TATIC_Title and Content">
  <p:cSld name="STATIC_Title and Content">
    <p:spTree>
      <p:nvGrpSpPr>
        <p:cNvPr id="1" name="Shape 479"/>
        <p:cNvGrpSpPr/>
        <p:nvPr/>
      </p:nvGrpSpPr>
      <p:grpSpPr>
        <a:xfrm>
          <a:off x="0" y="0"/>
          <a:ext cx="0" cy="0"/>
          <a:chOff x="0" y="0"/>
          <a:chExt cx="0" cy="0"/>
        </a:xfrm>
      </p:grpSpPr>
      <p:pic>
        <p:nvPicPr>
          <p:cNvPr id="480" name="Google Shape;480;g1f49ec288db_0_441"/>
          <p:cNvPicPr preferRelativeResize="0"/>
          <p:nvPr/>
        </p:nvPicPr>
        <p:blipFill rotWithShape="1">
          <a:blip r:embed="rId2">
            <a:alphaModFix/>
          </a:blip>
          <a:srcRect/>
          <a:stretch/>
        </p:blipFill>
        <p:spPr>
          <a:xfrm>
            <a:off x="0" y="0"/>
            <a:ext cx="9144000" cy="4697729"/>
          </a:xfrm>
          <a:prstGeom prst="rect">
            <a:avLst/>
          </a:prstGeom>
          <a:noFill/>
          <a:ln>
            <a:noFill/>
          </a:ln>
        </p:spPr>
      </p:pic>
      <p:sp>
        <p:nvSpPr>
          <p:cNvPr id="481" name="Google Shape;481;g1f49ec288db_0_441"/>
          <p:cNvSpPr/>
          <p:nvPr/>
        </p:nvSpPr>
        <p:spPr>
          <a:xfrm>
            <a:off x="0" y="4697730"/>
            <a:ext cx="9144000" cy="445800"/>
          </a:xfrm>
          <a:prstGeom prst="rect">
            <a:avLst/>
          </a:prstGeom>
          <a:gradFill>
            <a:gsLst>
              <a:gs pos="0">
                <a:srgbClr val="00422A"/>
              </a:gs>
              <a:gs pos="70000">
                <a:schemeClr val="accent6"/>
              </a:gs>
              <a:gs pos="99000">
                <a:srgbClr val="002A43"/>
              </a:gs>
              <a:gs pos="100000">
                <a:srgbClr val="002A4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82" name="Google Shape;482;g1f49ec288db_0_441"/>
          <p:cNvSpPr txBox="1">
            <a:spLocks noGrp="1"/>
          </p:cNvSpPr>
          <p:nvPr>
            <p:ph type="title"/>
          </p:nvPr>
        </p:nvSpPr>
        <p:spPr>
          <a:xfrm>
            <a:off x="296437" y="273844"/>
            <a:ext cx="85512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accent6"/>
              </a:buClr>
              <a:buSzPts val="3300"/>
              <a:buFont typeface="Arial"/>
              <a:buNone/>
              <a:defRPr>
                <a:solidFill>
                  <a:schemeClr val="accent6"/>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83" name="Google Shape;483;g1f49ec288db_0_441"/>
          <p:cNvSpPr txBox="1">
            <a:spLocks noGrp="1"/>
          </p:cNvSpPr>
          <p:nvPr>
            <p:ph type="body" idx="1"/>
          </p:nvPr>
        </p:nvSpPr>
        <p:spPr>
          <a:xfrm>
            <a:off x="296437" y="1565552"/>
            <a:ext cx="8551200" cy="28347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rgbClr val="3F3F3F"/>
              </a:buClr>
              <a:buSzPts val="2100"/>
              <a:buChar char="•"/>
              <a:defRPr i="0">
                <a:solidFill>
                  <a:srgbClr val="3F3F3F"/>
                </a:solidFill>
              </a:defRPr>
            </a:lvl1pPr>
            <a:lvl2pPr marL="914400" lvl="1" indent="-342900" algn="l" rtl="0">
              <a:lnSpc>
                <a:spcPct val="90000"/>
              </a:lnSpc>
              <a:spcBef>
                <a:spcPts val="400"/>
              </a:spcBef>
              <a:spcAft>
                <a:spcPts val="0"/>
              </a:spcAft>
              <a:buClr>
                <a:srgbClr val="3F3F3F"/>
              </a:buClr>
              <a:buSzPts val="1800"/>
              <a:buChar char="•"/>
              <a:defRPr>
                <a:solidFill>
                  <a:srgbClr val="3F3F3F"/>
                </a:solidFill>
              </a:defRPr>
            </a:lvl2pPr>
            <a:lvl3pPr marL="1371600" lvl="2" indent="-323850" algn="l" rtl="0">
              <a:lnSpc>
                <a:spcPct val="90000"/>
              </a:lnSpc>
              <a:spcBef>
                <a:spcPts val="400"/>
              </a:spcBef>
              <a:spcAft>
                <a:spcPts val="0"/>
              </a:spcAft>
              <a:buClr>
                <a:srgbClr val="3F3F3F"/>
              </a:buClr>
              <a:buSzPts val="1500"/>
              <a:buChar char="•"/>
              <a:defRPr>
                <a:solidFill>
                  <a:srgbClr val="3F3F3F"/>
                </a:solidFill>
              </a:defRPr>
            </a:lvl3pPr>
            <a:lvl4pPr marL="1828800" lvl="3" indent="-317500" algn="l" rtl="0">
              <a:lnSpc>
                <a:spcPct val="90000"/>
              </a:lnSpc>
              <a:spcBef>
                <a:spcPts val="400"/>
              </a:spcBef>
              <a:spcAft>
                <a:spcPts val="0"/>
              </a:spcAft>
              <a:buClr>
                <a:srgbClr val="3F3F3F"/>
              </a:buClr>
              <a:buSzPts val="1400"/>
              <a:buChar char="•"/>
              <a:defRPr>
                <a:solidFill>
                  <a:srgbClr val="3F3F3F"/>
                </a:solidFill>
              </a:defRPr>
            </a:lvl4pPr>
            <a:lvl5pPr marL="2286000" lvl="4" indent="-317500" algn="l" rtl="0">
              <a:lnSpc>
                <a:spcPct val="90000"/>
              </a:lnSpc>
              <a:spcBef>
                <a:spcPts val="400"/>
              </a:spcBef>
              <a:spcAft>
                <a:spcPts val="0"/>
              </a:spcAft>
              <a:buClr>
                <a:srgbClr val="3F3F3F"/>
              </a:buClr>
              <a:buSzPts val="1400"/>
              <a:buChar char="•"/>
              <a:defRPr>
                <a:solidFill>
                  <a:srgbClr val="3F3F3F"/>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484" name="Google Shape;484;g1f49ec288db_0_441"/>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85" name="Google Shape;485;g1f49ec288db_0_441"/>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86" name="Google Shape;486;g1f49ec288db_0_441"/>
          <p:cNvPicPr preferRelativeResize="0"/>
          <p:nvPr/>
        </p:nvPicPr>
        <p:blipFill rotWithShape="1">
          <a:blip r:embed="rId3">
            <a:alphaModFix/>
          </a:blip>
          <a:srcRect t="12216" b="35462"/>
          <a:stretch/>
        </p:blipFill>
        <p:spPr>
          <a:xfrm>
            <a:off x="8216384" y="4819473"/>
            <a:ext cx="906852" cy="177922"/>
          </a:xfrm>
          <a:prstGeom prst="rect">
            <a:avLst/>
          </a:prstGeom>
          <a:noFill/>
          <a:ln>
            <a:noFill/>
          </a:ln>
        </p:spPr>
      </p:pic>
      <p:sp>
        <p:nvSpPr>
          <p:cNvPr id="487" name="Google Shape;487;g1f49ec288db_0_441"/>
          <p:cNvSpPr txBox="1"/>
          <p:nvPr/>
        </p:nvSpPr>
        <p:spPr>
          <a:xfrm>
            <a:off x="40795" y="4978907"/>
            <a:ext cx="2517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7F7F7F"/>
                </a:solidFill>
                <a:latin typeface="Arial"/>
                <a:ea typeface="Arial"/>
                <a:cs typeface="Arial"/>
                <a:sym typeface="Arial"/>
              </a:rPr>
              <a:t>© 2019 TraceLink Inc.</a:t>
            </a:r>
            <a:endParaRPr sz="11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TATIC_Content and Image">
  <p:cSld name="STATIC_Content and Image">
    <p:spTree>
      <p:nvGrpSpPr>
        <p:cNvPr id="1" name="Shape 488"/>
        <p:cNvGrpSpPr/>
        <p:nvPr/>
      </p:nvGrpSpPr>
      <p:grpSpPr>
        <a:xfrm>
          <a:off x="0" y="0"/>
          <a:ext cx="0" cy="0"/>
          <a:chOff x="0" y="0"/>
          <a:chExt cx="0" cy="0"/>
        </a:xfrm>
      </p:grpSpPr>
      <p:pic>
        <p:nvPicPr>
          <p:cNvPr id="489" name="Google Shape;489;g1f49ec288db_0_450"/>
          <p:cNvPicPr preferRelativeResize="0"/>
          <p:nvPr/>
        </p:nvPicPr>
        <p:blipFill rotWithShape="1">
          <a:blip r:embed="rId2">
            <a:alphaModFix/>
          </a:blip>
          <a:srcRect/>
          <a:stretch/>
        </p:blipFill>
        <p:spPr>
          <a:xfrm>
            <a:off x="0" y="0"/>
            <a:ext cx="9144000" cy="4697729"/>
          </a:xfrm>
          <a:prstGeom prst="rect">
            <a:avLst/>
          </a:prstGeom>
          <a:noFill/>
          <a:ln>
            <a:noFill/>
          </a:ln>
        </p:spPr>
      </p:pic>
      <p:sp>
        <p:nvSpPr>
          <p:cNvPr id="490" name="Google Shape;490;g1f49ec288db_0_450"/>
          <p:cNvSpPr/>
          <p:nvPr/>
        </p:nvSpPr>
        <p:spPr>
          <a:xfrm>
            <a:off x="0" y="4697730"/>
            <a:ext cx="9144000" cy="445800"/>
          </a:xfrm>
          <a:prstGeom prst="rect">
            <a:avLst/>
          </a:prstGeom>
          <a:gradFill>
            <a:gsLst>
              <a:gs pos="0">
                <a:srgbClr val="00422A"/>
              </a:gs>
              <a:gs pos="70000">
                <a:schemeClr val="accent6"/>
              </a:gs>
              <a:gs pos="99000">
                <a:srgbClr val="002A43"/>
              </a:gs>
              <a:gs pos="100000">
                <a:srgbClr val="002A4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91" name="Google Shape;491;g1f49ec288db_0_450"/>
          <p:cNvSpPr txBox="1">
            <a:spLocks noGrp="1"/>
          </p:cNvSpPr>
          <p:nvPr>
            <p:ph type="body" idx="1"/>
          </p:nvPr>
        </p:nvSpPr>
        <p:spPr>
          <a:xfrm>
            <a:off x="296437" y="1565552"/>
            <a:ext cx="5505600" cy="28347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rgbClr val="3F3F3F"/>
              </a:buClr>
              <a:buSzPts val="2100"/>
              <a:buChar char="•"/>
              <a:defRPr>
                <a:solidFill>
                  <a:srgbClr val="3F3F3F"/>
                </a:solidFill>
              </a:defRPr>
            </a:lvl1pPr>
            <a:lvl2pPr marL="914400" lvl="1" indent="-342900" algn="l" rtl="0">
              <a:lnSpc>
                <a:spcPct val="90000"/>
              </a:lnSpc>
              <a:spcBef>
                <a:spcPts val="400"/>
              </a:spcBef>
              <a:spcAft>
                <a:spcPts val="0"/>
              </a:spcAft>
              <a:buClr>
                <a:srgbClr val="3F3F3F"/>
              </a:buClr>
              <a:buSzPts val="1800"/>
              <a:buChar char="•"/>
              <a:defRPr>
                <a:solidFill>
                  <a:srgbClr val="3F3F3F"/>
                </a:solidFill>
              </a:defRPr>
            </a:lvl2pPr>
            <a:lvl3pPr marL="1371600" lvl="2" indent="-323850" algn="l" rtl="0">
              <a:lnSpc>
                <a:spcPct val="90000"/>
              </a:lnSpc>
              <a:spcBef>
                <a:spcPts val="400"/>
              </a:spcBef>
              <a:spcAft>
                <a:spcPts val="0"/>
              </a:spcAft>
              <a:buClr>
                <a:srgbClr val="3F3F3F"/>
              </a:buClr>
              <a:buSzPts val="1500"/>
              <a:buChar char="•"/>
              <a:defRPr>
                <a:solidFill>
                  <a:srgbClr val="3F3F3F"/>
                </a:solidFill>
              </a:defRPr>
            </a:lvl3pPr>
            <a:lvl4pPr marL="1828800" lvl="3" indent="-317500" algn="l" rtl="0">
              <a:lnSpc>
                <a:spcPct val="90000"/>
              </a:lnSpc>
              <a:spcBef>
                <a:spcPts val="400"/>
              </a:spcBef>
              <a:spcAft>
                <a:spcPts val="0"/>
              </a:spcAft>
              <a:buClr>
                <a:srgbClr val="3F3F3F"/>
              </a:buClr>
              <a:buSzPts val="1400"/>
              <a:buChar char="•"/>
              <a:defRPr>
                <a:solidFill>
                  <a:srgbClr val="3F3F3F"/>
                </a:solidFill>
              </a:defRPr>
            </a:lvl4pPr>
            <a:lvl5pPr marL="2286000" lvl="4" indent="-317500" algn="l" rtl="0">
              <a:lnSpc>
                <a:spcPct val="90000"/>
              </a:lnSpc>
              <a:spcBef>
                <a:spcPts val="400"/>
              </a:spcBef>
              <a:spcAft>
                <a:spcPts val="0"/>
              </a:spcAft>
              <a:buClr>
                <a:srgbClr val="3F3F3F"/>
              </a:buClr>
              <a:buSzPts val="1400"/>
              <a:buChar char="•"/>
              <a:defRPr>
                <a:solidFill>
                  <a:srgbClr val="3F3F3F"/>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492" name="Google Shape;492;g1f49ec288db_0_450"/>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93" name="Google Shape;493;g1f49ec288db_0_450"/>
          <p:cNvSpPr>
            <a:spLocks noGrp="1"/>
          </p:cNvSpPr>
          <p:nvPr>
            <p:ph type="pic" idx="2"/>
          </p:nvPr>
        </p:nvSpPr>
        <p:spPr>
          <a:xfrm>
            <a:off x="6115050" y="-2"/>
            <a:ext cx="3029100" cy="4697700"/>
          </a:xfrm>
          <a:prstGeom prst="rect">
            <a:avLst/>
          </a:prstGeom>
          <a:noFill/>
          <a:ln>
            <a:noFill/>
          </a:ln>
        </p:spPr>
      </p:sp>
      <p:sp>
        <p:nvSpPr>
          <p:cNvPr id="494" name="Google Shape;494;g1f49ec288db_0_450"/>
          <p:cNvSpPr txBox="1">
            <a:spLocks noGrp="1"/>
          </p:cNvSpPr>
          <p:nvPr>
            <p:ph type="title"/>
          </p:nvPr>
        </p:nvSpPr>
        <p:spPr>
          <a:xfrm>
            <a:off x="296437" y="273844"/>
            <a:ext cx="55056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accent6"/>
              </a:buClr>
              <a:buSzPts val="3300"/>
              <a:buFont typeface="Arial"/>
              <a:buNone/>
              <a:defRPr>
                <a:solidFill>
                  <a:schemeClr val="accent6"/>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95" name="Google Shape;495;g1f49ec288db_0_450"/>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96" name="Google Shape;496;g1f49ec288db_0_450"/>
          <p:cNvPicPr preferRelativeResize="0"/>
          <p:nvPr/>
        </p:nvPicPr>
        <p:blipFill rotWithShape="1">
          <a:blip r:embed="rId3">
            <a:alphaModFix/>
          </a:blip>
          <a:srcRect t="12216" b="35462"/>
          <a:stretch/>
        </p:blipFill>
        <p:spPr>
          <a:xfrm>
            <a:off x="8216384" y="4819473"/>
            <a:ext cx="906852" cy="177922"/>
          </a:xfrm>
          <a:prstGeom prst="rect">
            <a:avLst/>
          </a:prstGeom>
          <a:noFill/>
          <a:ln>
            <a:noFill/>
          </a:ln>
        </p:spPr>
      </p:pic>
      <p:sp>
        <p:nvSpPr>
          <p:cNvPr id="497" name="Google Shape;497;g1f49ec288db_0_450"/>
          <p:cNvSpPr txBox="1"/>
          <p:nvPr/>
        </p:nvSpPr>
        <p:spPr>
          <a:xfrm>
            <a:off x="40795" y="4978907"/>
            <a:ext cx="2517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7F7F7F"/>
                </a:solidFill>
                <a:latin typeface="Arial"/>
                <a:ea typeface="Arial"/>
                <a:cs typeface="Arial"/>
                <a:sym typeface="Arial"/>
              </a:rPr>
              <a:t>© 2019 TraceLink Inc.</a:t>
            </a:r>
            <a:endParaRPr sz="11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STATIC_Full Chart">
  <p:cSld name="STATIC_Full Chart">
    <p:spTree>
      <p:nvGrpSpPr>
        <p:cNvPr id="1" name="Shape 498"/>
        <p:cNvGrpSpPr/>
        <p:nvPr/>
      </p:nvGrpSpPr>
      <p:grpSpPr>
        <a:xfrm>
          <a:off x="0" y="0"/>
          <a:ext cx="0" cy="0"/>
          <a:chOff x="0" y="0"/>
          <a:chExt cx="0" cy="0"/>
        </a:xfrm>
      </p:grpSpPr>
      <p:pic>
        <p:nvPicPr>
          <p:cNvPr id="499" name="Google Shape;499;g1f49ec288db_0_460"/>
          <p:cNvPicPr preferRelativeResize="0"/>
          <p:nvPr/>
        </p:nvPicPr>
        <p:blipFill rotWithShape="1">
          <a:blip r:embed="rId2">
            <a:alphaModFix/>
          </a:blip>
          <a:srcRect/>
          <a:stretch/>
        </p:blipFill>
        <p:spPr>
          <a:xfrm>
            <a:off x="0" y="0"/>
            <a:ext cx="9144000" cy="4697729"/>
          </a:xfrm>
          <a:prstGeom prst="rect">
            <a:avLst/>
          </a:prstGeom>
          <a:noFill/>
          <a:ln>
            <a:noFill/>
          </a:ln>
        </p:spPr>
      </p:pic>
      <p:sp>
        <p:nvSpPr>
          <p:cNvPr id="500" name="Google Shape;500;g1f49ec288db_0_460"/>
          <p:cNvSpPr/>
          <p:nvPr/>
        </p:nvSpPr>
        <p:spPr>
          <a:xfrm>
            <a:off x="0" y="4697730"/>
            <a:ext cx="9144000" cy="445800"/>
          </a:xfrm>
          <a:prstGeom prst="rect">
            <a:avLst/>
          </a:prstGeom>
          <a:gradFill>
            <a:gsLst>
              <a:gs pos="0">
                <a:srgbClr val="00422A"/>
              </a:gs>
              <a:gs pos="70000">
                <a:schemeClr val="accent6"/>
              </a:gs>
              <a:gs pos="99000">
                <a:srgbClr val="002A43"/>
              </a:gs>
              <a:gs pos="100000">
                <a:srgbClr val="002A4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01" name="Google Shape;501;g1f49ec288db_0_460"/>
          <p:cNvSpPr txBox="1">
            <a:spLocks noGrp="1"/>
          </p:cNvSpPr>
          <p:nvPr>
            <p:ph type="title"/>
          </p:nvPr>
        </p:nvSpPr>
        <p:spPr>
          <a:xfrm>
            <a:off x="296437" y="273844"/>
            <a:ext cx="85512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accent6"/>
              </a:buClr>
              <a:buSzPts val="3300"/>
              <a:buFont typeface="Arial"/>
              <a:buNone/>
              <a:defRPr>
                <a:solidFill>
                  <a:schemeClr val="accent6"/>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502" name="Google Shape;502;g1f49ec288db_0_460"/>
          <p:cNvSpPr>
            <a:spLocks noGrp="1"/>
          </p:cNvSpPr>
          <p:nvPr>
            <p:ph type="chart" idx="2"/>
          </p:nvPr>
        </p:nvSpPr>
        <p:spPr>
          <a:xfrm>
            <a:off x="296466" y="1541861"/>
            <a:ext cx="8551200" cy="29157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03" name="Google Shape;503;g1f49ec288db_0_460"/>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504" name="Google Shape;504;g1f49ec288db_0_460"/>
          <p:cNvPicPr preferRelativeResize="0"/>
          <p:nvPr/>
        </p:nvPicPr>
        <p:blipFill rotWithShape="1">
          <a:blip r:embed="rId3">
            <a:alphaModFix/>
          </a:blip>
          <a:srcRect t="12216" b="35462"/>
          <a:stretch/>
        </p:blipFill>
        <p:spPr>
          <a:xfrm>
            <a:off x="8216384" y="4819473"/>
            <a:ext cx="906852" cy="177922"/>
          </a:xfrm>
          <a:prstGeom prst="rect">
            <a:avLst/>
          </a:prstGeom>
          <a:noFill/>
          <a:ln>
            <a:noFill/>
          </a:ln>
        </p:spPr>
      </p:pic>
      <p:sp>
        <p:nvSpPr>
          <p:cNvPr id="505" name="Google Shape;505;g1f49ec288db_0_460"/>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506" name="Google Shape;506;g1f49ec288db_0_460"/>
          <p:cNvSpPr txBox="1"/>
          <p:nvPr/>
        </p:nvSpPr>
        <p:spPr>
          <a:xfrm>
            <a:off x="40795" y="4978907"/>
            <a:ext cx="2517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7F7F7F"/>
                </a:solidFill>
                <a:latin typeface="Arial"/>
                <a:ea typeface="Arial"/>
                <a:cs typeface="Arial"/>
                <a:sym typeface="Arial"/>
              </a:rPr>
              <a:t>© 2019 TraceLink Inc.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STATIC_Two Charts">
  <p:cSld name="STATIC_Two Charts">
    <p:spTree>
      <p:nvGrpSpPr>
        <p:cNvPr id="1" name="Shape 507"/>
        <p:cNvGrpSpPr/>
        <p:nvPr/>
      </p:nvGrpSpPr>
      <p:grpSpPr>
        <a:xfrm>
          <a:off x="0" y="0"/>
          <a:ext cx="0" cy="0"/>
          <a:chOff x="0" y="0"/>
          <a:chExt cx="0" cy="0"/>
        </a:xfrm>
      </p:grpSpPr>
      <p:pic>
        <p:nvPicPr>
          <p:cNvPr id="508" name="Google Shape;508;g1f49ec288db_0_469"/>
          <p:cNvPicPr preferRelativeResize="0"/>
          <p:nvPr/>
        </p:nvPicPr>
        <p:blipFill rotWithShape="1">
          <a:blip r:embed="rId2">
            <a:alphaModFix/>
          </a:blip>
          <a:srcRect/>
          <a:stretch/>
        </p:blipFill>
        <p:spPr>
          <a:xfrm>
            <a:off x="0" y="0"/>
            <a:ext cx="9144000" cy="4697729"/>
          </a:xfrm>
          <a:prstGeom prst="rect">
            <a:avLst/>
          </a:prstGeom>
          <a:noFill/>
          <a:ln>
            <a:noFill/>
          </a:ln>
        </p:spPr>
      </p:pic>
      <p:sp>
        <p:nvSpPr>
          <p:cNvPr id="509" name="Google Shape;509;g1f49ec288db_0_469"/>
          <p:cNvSpPr/>
          <p:nvPr/>
        </p:nvSpPr>
        <p:spPr>
          <a:xfrm>
            <a:off x="0" y="4697730"/>
            <a:ext cx="9144000" cy="445800"/>
          </a:xfrm>
          <a:prstGeom prst="rect">
            <a:avLst/>
          </a:prstGeom>
          <a:gradFill>
            <a:gsLst>
              <a:gs pos="0">
                <a:srgbClr val="00422A"/>
              </a:gs>
              <a:gs pos="70000">
                <a:schemeClr val="accent6"/>
              </a:gs>
              <a:gs pos="99000">
                <a:srgbClr val="002A43"/>
              </a:gs>
              <a:gs pos="100000">
                <a:srgbClr val="002A4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10" name="Google Shape;510;g1f49ec288db_0_469"/>
          <p:cNvSpPr>
            <a:spLocks noGrp="1"/>
          </p:cNvSpPr>
          <p:nvPr>
            <p:ph type="chart" idx="2"/>
          </p:nvPr>
        </p:nvSpPr>
        <p:spPr>
          <a:xfrm>
            <a:off x="296466" y="1541861"/>
            <a:ext cx="4092900" cy="29157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11" name="Google Shape;511;g1f49ec288db_0_469"/>
          <p:cNvSpPr>
            <a:spLocks noGrp="1"/>
          </p:cNvSpPr>
          <p:nvPr>
            <p:ph type="chart" idx="3"/>
          </p:nvPr>
        </p:nvSpPr>
        <p:spPr>
          <a:xfrm>
            <a:off x="4754881" y="1541861"/>
            <a:ext cx="4092900" cy="29157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12" name="Google Shape;512;g1f49ec288db_0_469"/>
          <p:cNvSpPr txBox="1">
            <a:spLocks noGrp="1"/>
          </p:cNvSpPr>
          <p:nvPr>
            <p:ph type="title"/>
          </p:nvPr>
        </p:nvSpPr>
        <p:spPr>
          <a:xfrm>
            <a:off x="296437" y="273844"/>
            <a:ext cx="85512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accent6"/>
              </a:buClr>
              <a:buSzPts val="3300"/>
              <a:buFont typeface="Arial"/>
              <a:buNone/>
              <a:defRPr>
                <a:solidFill>
                  <a:schemeClr val="accent6"/>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513" name="Google Shape;513;g1f49ec288db_0_469"/>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514" name="Google Shape;514;g1f49ec288db_0_469"/>
          <p:cNvPicPr preferRelativeResize="0"/>
          <p:nvPr/>
        </p:nvPicPr>
        <p:blipFill rotWithShape="1">
          <a:blip r:embed="rId3">
            <a:alphaModFix/>
          </a:blip>
          <a:srcRect t="12216" b="35462"/>
          <a:stretch/>
        </p:blipFill>
        <p:spPr>
          <a:xfrm>
            <a:off x="8216384" y="4819473"/>
            <a:ext cx="906852" cy="177922"/>
          </a:xfrm>
          <a:prstGeom prst="rect">
            <a:avLst/>
          </a:prstGeom>
          <a:noFill/>
          <a:ln>
            <a:noFill/>
          </a:ln>
        </p:spPr>
      </p:pic>
      <p:sp>
        <p:nvSpPr>
          <p:cNvPr id="515" name="Google Shape;515;g1f49ec288db_0_469"/>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516" name="Google Shape;516;g1f49ec288db_0_469"/>
          <p:cNvSpPr txBox="1"/>
          <p:nvPr/>
        </p:nvSpPr>
        <p:spPr>
          <a:xfrm>
            <a:off x="40795" y="4978907"/>
            <a:ext cx="2517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7F7F7F"/>
                </a:solidFill>
                <a:latin typeface="Arial"/>
                <a:ea typeface="Arial"/>
                <a:cs typeface="Arial"/>
                <a:sym typeface="Arial"/>
              </a:rPr>
              <a:t>© 2019 TraceLink Inc.</a:t>
            </a:r>
            <a:endParaRPr sz="11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TATIC_Icons - Light">
  <p:cSld name="STATIC_Icons - Light">
    <p:spTree>
      <p:nvGrpSpPr>
        <p:cNvPr id="1" name="Shape 517"/>
        <p:cNvGrpSpPr/>
        <p:nvPr/>
      </p:nvGrpSpPr>
      <p:grpSpPr>
        <a:xfrm>
          <a:off x="0" y="0"/>
          <a:ext cx="0" cy="0"/>
          <a:chOff x="0" y="0"/>
          <a:chExt cx="0" cy="0"/>
        </a:xfrm>
      </p:grpSpPr>
      <p:pic>
        <p:nvPicPr>
          <p:cNvPr id="518" name="Google Shape;518;g1f49ec288db_0_479"/>
          <p:cNvPicPr preferRelativeResize="0"/>
          <p:nvPr/>
        </p:nvPicPr>
        <p:blipFill rotWithShape="1">
          <a:blip r:embed="rId2">
            <a:alphaModFix/>
          </a:blip>
          <a:srcRect/>
          <a:stretch/>
        </p:blipFill>
        <p:spPr>
          <a:xfrm>
            <a:off x="0" y="0"/>
            <a:ext cx="9144000" cy="4697729"/>
          </a:xfrm>
          <a:prstGeom prst="rect">
            <a:avLst/>
          </a:prstGeom>
          <a:noFill/>
          <a:ln>
            <a:noFill/>
          </a:ln>
        </p:spPr>
      </p:pic>
      <p:sp>
        <p:nvSpPr>
          <p:cNvPr id="519" name="Google Shape;519;g1f49ec288db_0_479"/>
          <p:cNvSpPr/>
          <p:nvPr/>
        </p:nvSpPr>
        <p:spPr>
          <a:xfrm>
            <a:off x="0" y="4697730"/>
            <a:ext cx="9144000" cy="445800"/>
          </a:xfrm>
          <a:prstGeom prst="rect">
            <a:avLst/>
          </a:prstGeom>
          <a:gradFill>
            <a:gsLst>
              <a:gs pos="0">
                <a:srgbClr val="00422A"/>
              </a:gs>
              <a:gs pos="70000">
                <a:schemeClr val="accent6"/>
              </a:gs>
              <a:gs pos="99000">
                <a:srgbClr val="002A43"/>
              </a:gs>
              <a:gs pos="100000">
                <a:srgbClr val="002A4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20" name="Google Shape;520;g1f49ec288db_0_479"/>
          <p:cNvSpPr txBox="1">
            <a:spLocks noGrp="1"/>
          </p:cNvSpPr>
          <p:nvPr>
            <p:ph type="body" idx="1"/>
          </p:nvPr>
        </p:nvSpPr>
        <p:spPr>
          <a:xfrm>
            <a:off x="507767" y="3418427"/>
            <a:ext cx="2040600" cy="3432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800"/>
              <a:buNone/>
              <a:defRPr sz="1800" b="1" i="0">
                <a:solidFill>
                  <a:schemeClr val="dk1"/>
                </a:solidFill>
                <a:latin typeface="Arial"/>
                <a:ea typeface="Arial"/>
                <a:cs typeface="Arial"/>
                <a:sym typeface="Arial"/>
              </a:defRPr>
            </a:lvl1pPr>
            <a:lvl2pPr marL="914400" lvl="1" indent="-228600" algn="l" rtl="0">
              <a:lnSpc>
                <a:spcPct val="90000"/>
              </a:lnSpc>
              <a:spcBef>
                <a:spcPts val="400"/>
              </a:spcBef>
              <a:spcAft>
                <a:spcPts val="0"/>
              </a:spcAft>
              <a:buClr>
                <a:srgbClr val="888888"/>
              </a:buClr>
              <a:buSzPts val="1500"/>
              <a:buNone/>
              <a:defRPr sz="1500">
                <a:solidFill>
                  <a:srgbClr val="888888"/>
                </a:solidFill>
              </a:defRPr>
            </a:lvl2pPr>
            <a:lvl3pPr marL="1371600" lvl="2" indent="-228600" algn="l" rtl="0">
              <a:lnSpc>
                <a:spcPct val="90000"/>
              </a:lnSpc>
              <a:spcBef>
                <a:spcPts val="400"/>
              </a:spcBef>
              <a:spcAft>
                <a:spcPts val="0"/>
              </a:spcAft>
              <a:buClr>
                <a:srgbClr val="888888"/>
              </a:buClr>
              <a:buSzPts val="1400"/>
              <a:buNone/>
              <a:defRPr sz="1400">
                <a:solidFill>
                  <a:srgbClr val="888888"/>
                </a:solidFill>
              </a:defRPr>
            </a:lvl3pPr>
            <a:lvl4pPr marL="1828800" lvl="3" indent="-228600" algn="l" rtl="0">
              <a:lnSpc>
                <a:spcPct val="90000"/>
              </a:lnSpc>
              <a:spcBef>
                <a:spcPts val="400"/>
              </a:spcBef>
              <a:spcAft>
                <a:spcPts val="0"/>
              </a:spcAft>
              <a:buClr>
                <a:srgbClr val="888888"/>
              </a:buClr>
              <a:buSzPts val="1200"/>
              <a:buNone/>
              <a:defRPr sz="1200">
                <a:solidFill>
                  <a:srgbClr val="888888"/>
                </a:solidFill>
              </a:defRPr>
            </a:lvl4pPr>
            <a:lvl5pPr marL="2286000" lvl="4" indent="-228600" algn="l" rtl="0">
              <a:lnSpc>
                <a:spcPct val="90000"/>
              </a:lnSpc>
              <a:spcBef>
                <a:spcPts val="400"/>
              </a:spcBef>
              <a:spcAft>
                <a:spcPts val="0"/>
              </a:spcAft>
              <a:buClr>
                <a:srgbClr val="888888"/>
              </a:buClr>
              <a:buSzPts val="1200"/>
              <a:buNone/>
              <a:defRPr sz="1200">
                <a:solidFill>
                  <a:srgbClr val="888888"/>
                </a:solidFill>
              </a:defRPr>
            </a:lvl5pPr>
            <a:lvl6pPr marL="2743200" lvl="5" indent="-228600" algn="l" rtl="0">
              <a:lnSpc>
                <a:spcPct val="90000"/>
              </a:lnSpc>
              <a:spcBef>
                <a:spcPts val="400"/>
              </a:spcBef>
              <a:spcAft>
                <a:spcPts val="0"/>
              </a:spcAft>
              <a:buClr>
                <a:srgbClr val="888888"/>
              </a:buClr>
              <a:buSzPts val="1200"/>
              <a:buNone/>
              <a:defRPr sz="1200">
                <a:solidFill>
                  <a:srgbClr val="888888"/>
                </a:solidFill>
              </a:defRPr>
            </a:lvl6pPr>
            <a:lvl7pPr marL="3200400" lvl="6" indent="-228600" algn="l" rtl="0">
              <a:lnSpc>
                <a:spcPct val="90000"/>
              </a:lnSpc>
              <a:spcBef>
                <a:spcPts val="400"/>
              </a:spcBef>
              <a:spcAft>
                <a:spcPts val="0"/>
              </a:spcAft>
              <a:buClr>
                <a:srgbClr val="888888"/>
              </a:buClr>
              <a:buSzPts val="1200"/>
              <a:buNone/>
              <a:defRPr sz="1200">
                <a:solidFill>
                  <a:srgbClr val="888888"/>
                </a:solidFill>
              </a:defRPr>
            </a:lvl7pPr>
            <a:lvl8pPr marL="3657600" lvl="7" indent="-228600" algn="l" rtl="0">
              <a:lnSpc>
                <a:spcPct val="90000"/>
              </a:lnSpc>
              <a:spcBef>
                <a:spcPts val="400"/>
              </a:spcBef>
              <a:spcAft>
                <a:spcPts val="0"/>
              </a:spcAft>
              <a:buClr>
                <a:srgbClr val="888888"/>
              </a:buClr>
              <a:buSzPts val="1200"/>
              <a:buNone/>
              <a:defRPr sz="1200">
                <a:solidFill>
                  <a:srgbClr val="888888"/>
                </a:solidFill>
              </a:defRPr>
            </a:lvl8pPr>
            <a:lvl9pPr marL="4114800" lvl="8" indent="-228600" algn="l" rtl="0">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521" name="Google Shape;521;g1f49ec288db_0_479"/>
          <p:cNvSpPr txBox="1">
            <a:spLocks noGrp="1"/>
          </p:cNvSpPr>
          <p:nvPr>
            <p:ph type="body" idx="2"/>
          </p:nvPr>
        </p:nvSpPr>
        <p:spPr>
          <a:xfrm>
            <a:off x="3551717" y="3418427"/>
            <a:ext cx="2040600" cy="3432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800"/>
              <a:buNone/>
              <a:defRPr sz="1800" b="1" i="0">
                <a:solidFill>
                  <a:schemeClr val="dk1"/>
                </a:solidFill>
                <a:latin typeface="Arial"/>
                <a:ea typeface="Arial"/>
                <a:cs typeface="Arial"/>
                <a:sym typeface="Arial"/>
              </a:defRPr>
            </a:lvl1pPr>
            <a:lvl2pPr marL="914400" lvl="1" indent="-228600" algn="l" rtl="0">
              <a:lnSpc>
                <a:spcPct val="90000"/>
              </a:lnSpc>
              <a:spcBef>
                <a:spcPts val="400"/>
              </a:spcBef>
              <a:spcAft>
                <a:spcPts val="0"/>
              </a:spcAft>
              <a:buClr>
                <a:srgbClr val="888888"/>
              </a:buClr>
              <a:buSzPts val="1500"/>
              <a:buNone/>
              <a:defRPr sz="1500">
                <a:solidFill>
                  <a:srgbClr val="888888"/>
                </a:solidFill>
              </a:defRPr>
            </a:lvl2pPr>
            <a:lvl3pPr marL="1371600" lvl="2" indent="-228600" algn="l" rtl="0">
              <a:lnSpc>
                <a:spcPct val="90000"/>
              </a:lnSpc>
              <a:spcBef>
                <a:spcPts val="400"/>
              </a:spcBef>
              <a:spcAft>
                <a:spcPts val="0"/>
              </a:spcAft>
              <a:buClr>
                <a:srgbClr val="888888"/>
              </a:buClr>
              <a:buSzPts val="1400"/>
              <a:buNone/>
              <a:defRPr sz="1400">
                <a:solidFill>
                  <a:srgbClr val="888888"/>
                </a:solidFill>
              </a:defRPr>
            </a:lvl3pPr>
            <a:lvl4pPr marL="1828800" lvl="3" indent="-228600" algn="l" rtl="0">
              <a:lnSpc>
                <a:spcPct val="90000"/>
              </a:lnSpc>
              <a:spcBef>
                <a:spcPts val="400"/>
              </a:spcBef>
              <a:spcAft>
                <a:spcPts val="0"/>
              </a:spcAft>
              <a:buClr>
                <a:srgbClr val="888888"/>
              </a:buClr>
              <a:buSzPts val="1200"/>
              <a:buNone/>
              <a:defRPr sz="1200">
                <a:solidFill>
                  <a:srgbClr val="888888"/>
                </a:solidFill>
              </a:defRPr>
            </a:lvl4pPr>
            <a:lvl5pPr marL="2286000" lvl="4" indent="-228600" algn="l" rtl="0">
              <a:lnSpc>
                <a:spcPct val="90000"/>
              </a:lnSpc>
              <a:spcBef>
                <a:spcPts val="400"/>
              </a:spcBef>
              <a:spcAft>
                <a:spcPts val="0"/>
              </a:spcAft>
              <a:buClr>
                <a:srgbClr val="888888"/>
              </a:buClr>
              <a:buSzPts val="1200"/>
              <a:buNone/>
              <a:defRPr sz="1200">
                <a:solidFill>
                  <a:srgbClr val="888888"/>
                </a:solidFill>
              </a:defRPr>
            </a:lvl5pPr>
            <a:lvl6pPr marL="2743200" lvl="5" indent="-228600" algn="l" rtl="0">
              <a:lnSpc>
                <a:spcPct val="90000"/>
              </a:lnSpc>
              <a:spcBef>
                <a:spcPts val="400"/>
              </a:spcBef>
              <a:spcAft>
                <a:spcPts val="0"/>
              </a:spcAft>
              <a:buClr>
                <a:srgbClr val="888888"/>
              </a:buClr>
              <a:buSzPts val="1200"/>
              <a:buNone/>
              <a:defRPr sz="1200">
                <a:solidFill>
                  <a:srgbClr val="888888"/>
                </a:solidFill>
              </a:defRPr>
            </a:lvl6pPr>
            <a:lvl7pPr marL="3200400" lvl="6" indent="-228600" algn="l" rtl="0">
              <a:lnSpc>
                <a:spcPct val="90000"/>
              </a:lnSpc>
              <a:spcBef>
                <a:spcPts val="400"/>
              </a:spcBef>
              <a:spcAft>
                <a:spcPts val="0"/>
              </a:spcAft>
              <a:buClr>
                <a:srgbClr val="888888"/>
              </a:buClr>
              <a:buSzPts val="1200"/>
              <a:buNone/>
              <a:defRPr sz="1200">
                <a:solidFill>
                  <a:srgbClr val="888888"/>
                </a:solidFill>
              </a:defRPr>
            </a:lvl7pPr>
            <a:lvl8pPr marL="3657600" lvl="7" indent="-228600" algn="l" rtl="0">
              <a:lnSpc>
                <a:spcPct val="90000"/>
              </a:lnSpc>
              <a:spcBef>
                <a:spcPts val="400"/>
              </a:spcBef>
              <a:spcAft>
                <a:spcPts val="0"/>
              </a:spcAft>
              <a:buClr>
                <a:srgbClr val="888888"/>
              </a:buClr>
              <a:buSzPts val="1200"/>
              <a:buNone/>
              <a:defRPr sz="1200">
                <a:solidFill>
                  <a:srgbClr val="888888"/>
                </a:solidFill>
              </a:defRPr>
            </a:lvl8pPr>
            <a:lvl9pPr marL="4114800" lvl="8" indent="-228600" algn="l" rtl="0">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522" name="Google Shape;522;g1f49ec288db_0_479"/>
          <p:cNvSpPr txBox="1">
            <a:spLocks noGrp="1"/>
          </p:cNvSpPr>
          <p:nvPr>
            <p:ph type="body" idx="3"/>
          </p:nvPr>
        </p:nvSpPr>
        <p:spPr>
          <a:xfrm>
            <a:off x="6602979" y="3418427"/>
            <a:ext cx="2040600" cy="3432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800"/>
              <a:buNone/>
              <a:defRPr sz="1800" b="1" i="0">
                <a:solidFill>
                  <a:schemeClr val="dk1"/>
                </a:solidFill>
                <a:latin typeface="Arial"/>
                <a:ea typeface="Arial"/>
                <a:cs typeface="Arial"/>
                <a:sym typeface="Arial"/>
              </a:defRPr>
            </a:lvl1pPr>
            <a:lvl2pPr marL="914400" lvl="1" indent="-228600" algn="l" rtl="0">
              <a:lnSpc>
                <a:spcPct val="90000"/>
              </a:lnSpc>
              <a:spcBef>
                <a:spcPts val="400"/>
              </a:spcBef>
              <a:spcAft>
                <a:spcPts val="0"/>
              </a:spcAft>
              <a:buClr>
                <a:srgbClr val="888888"/>
              </a:buClr>
              <a:buSzPts val="1500"/>
              <a:buNone/>
              <a:defRPr sz="1500">
                <a:solidFill>
                  <a:srgbClr val="888888"/>
                </a:solidFill>
              </a:defRPr>
            </a:lvl2pPr>
            <a:lvl3pPr marL="1371600" lvl="2" indent="-228600" algn="l" rtl="0">
              <a:lnSpc>
                <a:spcPct val="90000"/>
              </a:lnSpc>
              <a:spcBef>
                <a:spcPts val="400"/>
              </a:spcBef>
              <a:spcAft>
                <a:spcPts val="0"/>
              </a:spcAft>
              <a:buClr>
                <a:srgbClr val="888888"/>
              </a:buClr>
              <a:buSzPts val="1400"/>
              <a:buNone/>
              <a:defRPr sz="1400">
                <a:solidFill>
                  <a:srgbClr val="888888"/>
                </a:solidFill>
              </a:defRPr>
            </a:lvl3pPr>
            <a:lvl4pPr marL="1828800" lvl="3" indent="-228600" algn="l" rtl="0">
              <a:lnSpc>
                <a:spcPct val="90000"/>
              </a:lnSpc>
              <a:spcBef>
                <a:spcPts val="400"/>
              </a:spcBef>
              <a:spcAft>
                <a:spcPts val="0"/>
              </a:spcAft>
              <a:buClr>
                <a:srgbClr val="888888"/>
              </a:buClr>
              <a:buSzPts val="1200"/>
              <a:buNone/>
              <a:defRPr sz="1200">
                <a:solidFill>
                  <a:srgbClr val="888888"/>
                </a:solidFill>
              </a:defRPr>
            </a:lvl4pPr>
            <a:lvl5pPr marL="2286000" lvl="4" indent="-228600" algn="l" rtl="0">
              <a:lnSpc>
                <a:spcPct val="90000"/>
              </a:lnSpc>
              <a:spcBef>
                <a:spcPts val="400"/>
              </a:spcBef>
              <a:spcAft>
                <a:spcPts val="0"/>
              </a:spcAft>
              <a:buClr>
                <a:srgbClr val="888888"/>
              </a:buClr>
              <a:buSzPts val="1200"/>
              <a:buNone/>
              <a:defRPr sz="1200">
                <a:solidFill>
                  <a:srgbClr val="888888"/>
                </a:solidFill>
              </a:defRPr>
            </a:lvl5pPr>
            <a:lvl6pPr marL="2743200" lvl="5" indent="-228600" algn="l" rtl="0">
              <a:lnSpc>
                <a:spcPct val="90000"/>
              </a:lnSpc>
              <a:spcBef>
                <a:spcPts val="400"/>
              </a:spcBef>
              <a:spcAft>
                <a:spcPts val="0"/>
              </a:spcAft>
              <a:buClr>
                <a:srgbClr val="888888"/>
              </a:buClr>
              <a:buSzPts val="1200"/>
              <a:buNone/>
              <a:defRPr sz="1200">
                <a:solidFill>
                  <a:srgbClr val="888888"/>
                </a:solidFill>
              </a:defRPr>
            </a:lvl6pPr>
            <a:lvl7pPr marL="3200400" lvl="6" indent="-228600" algn="l" rtl="0">
              <a:lnSpc>
                <a:spcPct val="90000"/>
              </a:lnSpc>
              <a:spcBef>
                <a:spcPts val="400"/>
              </a:spcBef>
              <a:spcAft>
                <a:spcPts val="0"/>
              </a:spcAft>
              <a:buClr>
                <a:srgbClr val="888888"/>
              </a:buClr>
              <a:buSzPts val="1200"/>
              <a:buNone/>
              <a:defRPr sz="1200">
                <a:solidFill>
                  <a:srgbClr val="888888"/>
                </a:solidFill>
              </a:defRPr>
            </a:lvl7pPr>
            <a:lvl8pPr marL="3657600" lvl="7" indent="-228600" algn="l" rtl="0">
              <a:lnSpc>
                <a:spcPct val="90000"/>
              </a:lnSpc>
              <a:spcBef>
                <a:spcPts val="400"/>
              </a:spcBef>
              <a:spcAft>
                <a:spcPts val="0"/>
              </a:spcAft>
              <a:buClr>
                <a:srgbClr val="888888"/>
              </a:buClr>
              <a:buSzPts val="1200"/>
              <a:buNone/>
              <a:defRPr sz="1200">
                <a:solidFill>
                  <a:srgbClr val="888888"/>
                </a:solidFill>
              </a:defRPr>
            </a:lvl8pPr>
            <a:lvl9pPr marL="4114800" lvl="8" indent="-228600" algn="l" rtl="0">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523" name="Google Shape;523;g1f49ec288db_0_479"/>
          <p:cNvSpPr txBox="1">
            <a:spLocks noGrp="1"/>
          </p:cNvSpPr>
          <p:nvPr>
            <p:ph type="body" idx="4"/>
          </p:nvPr>
        </p:nvSpPr>
        <p:spPr>
          <a:xfrm>
            <a:off x="507767" y="3853423"/>
            <a:ext cx="2040900" cy="602400"/>
          </a:xfrm>
          <a:prstGeom prst="rect">
            <a:avLst/>
          </a:prstGeom>
          <a:noFill/>
          <a:ln>
            <a:noFill/>
          </a:ln>
        </p:spPr>
        <p:txBody>
          <a:bodyPr spcFirstLastPara="1" wrap="square" lIns="68575" tIns="34275" rIns="68575" bIns="34275" anchor="t" anchorCtr="0">
            <a:noAutofit/>
          </a:bodyPr>
          <a:lstStyle>
            <a:lvl1pPr marL="457200" lvl="0" indent="-228600" algn="ctr" rtl="0">
              <a:lnSpc>
                <a:spcPct val="150000"/>
              </a:lnSpc>
              <a:spcBef>
                <a:spcPts val="1100"/>
              </a:spcBef>
              <a:spcAft>
                <a:spcPts val="0"/>
              </a:spcAft>
              <a:buClr>
                <a:srgbClr val="757070"/>
              </a:buClr>
              <a:buSzPts val="1800"/>
              <a:buNone/>
              <a:defRPr sz="1800">
                <a:solidFill>
                  <a:srgbClr val="757070"/>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524" name="Google Shape;524;g1f49ec288db_0_479"/>
          <p:cNvSpPr txBox="1">
            <a:spLocks noGrp="1"/>
          </p:cNvSpPr>
          <p:nvPr>
            <p:ph type="body" idx="5"/>
          </p:nvPr>
        </p:nvSpPr>
        <p:spPr>
          <a:xfrm>
            <a:off x="3551633" y="3853423"/>
            <a:ext cx="2040900" cy="602400"/>
          </a:xfrm>
          <a:prstGeom prst="rect">
            <a:avLst/>
          </a:prstGeom>
          <a:noFill/>
          <a:ln>
            <a:noFill/>
          </a:ln>
        </p:spPr>
        <p:txBody>
          <a:bodyPr spcFirstLastPara="1" wrap="square" lIns="68575" tIns="34275" rIns="68575" bIns="34275" anchor="t" anchorCtr="0">
            <a:noAutofit/>
          </a:bodyPr>
          <a:lstStyle>
            <a:lvl1pPr marL="457200" lvl="0" indent="-228600" algn="ctr" rtl="0">
              <a:lnSpc>
                <a:spcPct val="150000"/>
              </a:lnSpc>
              <a:spcBef>
                <a:spcPts val="1100"/>
              </a:spcBef>
              <a:spcAft>
                <a:spcPts val="0"/>
              </a:spcAft>
              <a:buClr>
                <a:srgbClr val="757070"/>
              </a:buClr>
              <a:buSzPts val="1800"/>
              <a:buNone/>
              <a:defRPr sz="1800">
                <a:solidFill>
                  <a:srgbClr val="757070"/>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525" name="Google Shape;525;g1f49ec288db_0_479"/>
          <p:cNvSpPr txBox="1">
            <a:spLocks noGrp="1"/>
          </p:cNvSpPr>
          <p:nvPr>
            <p:ph type="body" idx="6"/>
          </p:nvPr>
        </p:nvSpPr>
        <p:spPr>
          <a:xfrm>
            <a:off x="6602979" y="3853423"/>
            <a:ext cx="2040900" cy="602400"/>
          </a:xfrm>
          <a:prstGeom prst="rect">
            <a:avLst/>
          </a:prstGeom>
          <a:noFill/>
          <a:ln>
            <a:noFill/>
          </a:ln>
        </p:spPr>
        <p:txBody>
          <a:bodyPr spcFirstLastPara="1" wrap="square" lIns="68575" tIns="34275" rIns="68575" bIns="34275" anchor="t" anchorCtr="0">
            <a:noAutofit/>
          </a:bodyPr>
          <a:lstStyle>
            <a:lvl1pPr marL="457200" lvl="0" indent="-228600" algn="ctr" rtl="0">
              <a:lnSpc>
                <a:spcPct val="150000"/>
              </a:lnSpc>
              <a:spcBef>
                <a:spcPts val="1100"/>
              </a:spcBef>
              <a:spcAft>
                <a:spcPts val="0"/>
              </a:spcAft>
              <a:buClr>
                <a:srgbClr val="757070"/>
              </a:buClr>
              <a:buSzPts val="1800"/>
              <a:buNone/>
              <a:defRPr sz="1800">
                <a:solidFill>
                  <a:srgbClr val="757070"/>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526" name="Google Shape;526;g1f49ec288db_0_479"/>
          <p:cNvSpPr/>
          <p:nvPr/>
        </p:nvSpPr>
        <p:spPr>
          <a:xfrm>
            <a:off x="762247" y="1639861"/>
            <a:ext cx="1607400" cy="1607400"/>
          </a:xfrm>
          <a:prstGeom prst="ellipse">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27" name="Google Shape;527;g1f49ec288db_0_479"/>
          <p:cNvSpPr>
            <a:spLocks noGrp="1"/>
          </p:cNvSpPr>
          <p:nvPr>
            <p:ph type="pic" idx="7"/>
          </p:nvPr>
        </p:nvSpPr>
        <p:spPr>
          <a:xfrm>
            <a:off x="886586" y="1758883"/>
            <a:ext cx="1314600" cy="1327200"/>
          </a:xfrm>
          <a:prstGeom prst="ellipse">
            <a:avLst/>
          </a:prstGeom>
          <a:noFill/>
          <a:ln>
            <a:noFill/>
          </a:ln>
        </p:spPr>
      </p:sp>
      <p:sp>
        <p:nvSpPr>
          <p:cNvPr id="528" name="Google Shape;528;g1f49ec288db_0_479"/>
          <p:cNvSpPr/>
          <p:nvPr/>
        </p:nvSpPr>
        <p:spPr>
          <a:xfrm>
            <a:off x="3801415" y="1639861"/>
            <a:ext cx="1607400" cy="1607400"/>
          </a:xfrm>
          <a:prstGeom prst="ellipse">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29" name="Google Shape;529;g1f49ec288db_0_479"/>
          <p:cNvSpPr>
            <a:spLocks noGrp="1"/>
          </p:cNvSpPr>
          <p:nvPr>
            <p:ph type="pic" idx="8"/>
          </p:nvPr>
        </p:nvSpPr>
        <p:spPr>
          <a:xfrm>
            <a:off x="3932645" y="1754743"/>
            <a:ext cx="1314600" cy="1327200"/>
          </a:xfrm>
          <a:prstGeom prst="ellipse">
            <a:avLst/>
          </a:prstGeom>
          <a:noFill/>
          <a:ln>
            <a:noFill/>
          </a:ln>
        </p:spPr>
      </p:sp>
      <p:sp>
        <p:nvSpPr>
          <p:cNvPr id="530" name="Google Shape;530;g1f49ec288db_0_479"/>
          <p:cNvSpPr/>
          <p:nvPr/>
        </p:nvSpPr>
        <p:spPr>
          <a:xfrm>
            <a:off x="6840583" y="1639861"/>
            <a:ext cx="1607400" cy="1607400"/>
          </a:xfrm>
          <a:prstGeom prst="ellipse">
            <a:avLst/>
          </a:pr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1" name="Google Shape;531;g1f49ec288db_0_479"/>
          <p:cNvSpPr>
            <a:spLocks noGrp="1"/>
          </p:cNvSpPr>
          <p:nvPr>
            <p:ph type="pic" idx="9"/>
          </p:nvPr>
        </p:nvSpPr>
        <p:spPr>
          <a:xfrm>
            <a:off x="6964922" y="1759602"/>
            <a:ext cx="1314600" cy="1327200"/>
          </a:xfrm>
          <a:prstGeom prst="ellipse">
            <a:avLst/>
          </a:prstGeom>
          <a:noFill/>
          <a:ln>
            <a:noFill/>
          </a:ln>
        </p:spPr>
      </p:sp>
      <p:sp>
        <p:nvSpPr>
          <p:cNvPr id="532" name="Google Shape;532;g1f49ec288db_0_479"/>
          <p:cNvSpPr txBox="1">
            <a:spLocks noGrp="1"/>
          </p:cNvSpPr>
          <p:nvPr>
            <p:ph type="title"/>
          </p:nvPr>
        </p:nvSpPr>
        <p:spPr>
          <a:xfrm>
            <a:off x="296437" y="273844"/>
            <a:ext cx="85512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accent6"/>
              </a:buClr>
              <a:buSzPts val="3300"/>
              <a:buFont typeface="Arial"/>
              <a:buNone/>
              <a:defRPr>
                <a:solidFill>
                  <a:schemeClr val="accent6"/>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cxnSp>
        <p:nvCxnSpPr>
          <p:cNvPr id="533" name="Google Shape;533;g1f49ec288db_0_479"/>
          <p:cNvCxnSpPr/>
          <p:nvPr/>
        </p:nvCxnSpPr>
        <p:spPr>
          <a:xfrm rot="10800000">
            <a:off x="3040381" y="1916805"/>
            <a:ext cx="0" cy="2352300"/>
          </a:xfrm>
          <a:prstGeom prst="straightConnector1">
            <a:avLst/>
          </a:prstGeom>
          <a:noFill/>
          <a:ln w="19050" cap="flat" cmpd="sng">
            <a:solidFill>
              <a:schemeClr val="dk1">
                <a:alpha val="20000"/>
              </a:schemeClr>
            </a:solidFill>
            <a:prstDash val="solid"/>
            <a:miter lim="800000"/>
            <a:headEnd type="none" w="sm" len="sm"/>
            <a:tailEnd type="none" w="sm" len="sm"/>
          </a:ln>
        </p:spPr>
      </p:cxnSp>
      <p:cxnSp>
        <p:nvCxnSpPr>
          <p:cNvPr id="534" name="Google Shape;534;g1f49ec288db_0_479"/>
          <p:cNvCxnSpPr/>
          <p:nvPr/>
        </p:nvCxnSpPr>
        <p:spPr>
          <a:xfrm rot="10800000">
            <a:off x="6107522" y="1916805"/>
            <a:ext cx="0" cy="2352300"/>
          </a:xfrm>
          <a:prstGeom prst="straightConnector1">
            <a:avLst/>
          </a:prstGeom>
          <a:noFill/>
          <a:ln w="19050" cap="flat" cmpd="sng">
            <a:solidFill>
              <a:schemeClr val="dk1">
                <a:alpha val="20000"/>
              </a:schemeClr>
            </a:solidFill>
            <a:prstDash val="solid"/>
            <a:miter lim="800000"/>
            <a:headEnd type="none" w="sm" len="sm"/>
            <a:tailEnd type="none" w="sm" len="sm"/>
          </a:ln>
        </p:spPr>
      </p:cxnSp>
      <p:sp>
        <p:nvSpPr>
          <p:cNvPr id="535" name="Google Shape;535;g1f49ec288db_0_479"/>
          <p:cNvSpPr txBox="1">
            <a:spLocks noGrp="1"/>
          </p:cNvSpPr>
          <p:nvPr>
            <p:ph type="sldNum" idx="12"/>
          </p:nvPr>
        </p:nvSpPr>
        <p:spPr>
          <a:xfrm>
            <a:off x="6790163" y="4767263"/>
            <a:ext cx="14055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536" name="Google Shape;536;g1f49ec288db_0_479"/>
          <p:cNvPicPr preferRelativeResize="0"/>
          <p:nvPr/>
        </p:nvPicPr>
        <p:blipFill rotWithShape="1">
          <a:blip r:embed="rId3">
            <a:alphaModFix/>
          </a:blip>
          <a:srcRect t="12216" b="35462"/>
          <a:stretch/>
        </p:blipFill>
        <p:spPr>
          <a:xfrm>
            <a:off x="8216384" y="4819473"/>
            <a:ext cx="906852" cy="177922"/>
          </a:xfrm>
          <a:prstGeom prst="rect">
            <a:avLst/>
          </a:prstGeom>
          <a:noFill/>
          <a:ln>
            <a:noFill/>
          </a:ln>
        </p:spPr>
      </p:pic>
      <p:sp>
        <p:nvSpPr>
          <p:cNvPr id="537" name="Google Shape;537;g1f49ec288db_0_479"/>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538" name="Google Shape;538;g1f49ec288db_0_479"/>
          <p:cNvSpPr txBox="1"/>
          <p:nvPr/>
        </p:nvSpPr>
        <p:spPr>
          <a:xfrm>
            <a:off x="40795" y="4978907"/>
            <a:ext cx="2517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7F7F7F"/>
                </a:solidFill>
                <a:latin typeface="Arial"/>
                <a:ea typeface="Arial"/>
                <a:cs typeface="Arial"/>
                <a:sym typeface="Arial"/>
              </a:rPr>
              <a:t>© 2019 TraceLink Inc.</a:t>
            </a:r>
            <a:endParaRPr sz="11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17_Title and Content">
  <p:cSld name="17_Title and Content">
    <p:spTree>
      <p:nvGrpSpPr>
        <p:cNvPr id="1" name="Shape 539"/>
        <p:cNvGrpSpPr/>
        <p:nvPr/>
      </p:nvGrpSpPr>
      <p:grpSpPr>
        <a:xfrm>
          <a:off x="0" y="0"/>
          <a:ext cx="0" cy="0"/>
          <a:chOff x="0" y="0"/>
          <a:chExt cx="0" cy="0"/>
        </a:xfrm>
      </p:grpSpPr>
      <p:pic>
        <p:nvPicPr>
          <p:cNvPr id="540" name="Google Shape;540;g1f49ec288db_0_501"/>
          <p:cNvPicPr preferRelativeResize="0"/>
          <p:nvPr/>
        </p:nvPicPr>
        <p:blipFill rotWithShape="1">
          <a:blip r:embed="rId2">
            <a:alphaModFix/>
          </a:blip>
          <a:srcRect/>
          <a:stretch/>
        </p:blipFill>
        <p:spPr>
          <a:xfrm>
            <a:off x="-105839" y="0"/>
            <a:ext cx="9270188" cy="1101884"/>
          </a:xfrm>
          <a:prstGeom prst="rect">
            <a:avLst/>
          </a:prstGeom>
          <a:noFill/>
          <a:ln>
            <a:noFill/>
          </a:ln>
        </p:spPr>
      </p:pic>
      <p:sp>
        <p:nvSpPr>
          <p:cNvPr id="541" name="Google Shape;541;g1f49ec288db_0_501"/>
          <p:cNvSpPr txBox="1">
            <a:spLocks noGrp="1"/>
          </p:cNvSpPr>
          <p:nvPr>
            <p:ph type="body" idx="1"/>
          </p:nvPr>
        </p:nvSpPr>
        <p:spPr>
          <a:xfrm>
            <a:off x="430262" y="1101884"/>
            <a:ext cx="7793400" cy="38349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542" name="Google Shape;542;g1f49ec288db_0_501"/>
          <p:cNvSpPr txBox="1">
            <a:spLocks noGrp="1"/>
          </p:cNvSpPr>
          <p:nvPr>
            <p:ph type="title"/>
          </p:nvPr>
        </p:nvSpPr>
        <p:spPr>
          <a:xfrm>
            <a:off x="430205" y="192464"/>
            <a:ext cx="7594200" cy="6966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accent2"/>
              </a:buClr>
              <a:buSzPts val="2700"/>
              <a:buFont typeface="Arial"/>
              <a:buNone/>
              <a:defRPr sz="2700">
                <a:solidFill>
                  <a:schemeClr val="accent2"/>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6" Type="http://schemas.openxmlformats.org/officeDocument/2006/relationships/theme" Target="../theme/theme2.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accent6"/>
              </a:buClr>
              <a:buSzPts val="2700"/>
              <a:buFont typeface="Arial"/>
              <a:buNone/>
              <a:defRPr sz="2700" b="1" i="0" u="none" strike="noStrike" cap="none">
                <a:solidFill>
                  <a:schemeClr val="accent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296437" y="969580"/>
            <a:ext cx="8551126" cy="3663143"/>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12" name="Google Shape;12;p16"/>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13" name="Google Shape;13;p16"/>
          <p:cNvPicPr preferRelativeResize="0"/>
          <p:nvPr/>
        </p:nvPicPr>
        <p:blipFill rotWithShape="1">
          <a:blip r:embed="rId35">
            <a:alphaModFix/>
          </a:blip>
          <a:srcRect t="-9329" r="2145"/>
          <a:stretch/>
        </p:blipFill>
        <p:spPr>
          <a:xfrm>
            <a:off x="6843415" y="2979616"/>
            <a:ext cx="2260167" cy="1977390"/>
          </a:xfrm>
          <a:prstGeom prst="rect">
            <a:avLst/>
          </a:prstGeom>
          <a:noFill/>
          <a:ln>
            <a:noFill/>
          </a:ln>
        </p:spPr>
      </p:pic>
      <p:sp>
        <p:nvSpPr>
          <p:cNvPr id="14" name="Google Shape;14;p16"/>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
        <p:nvSpPr>
          <p:cNvPr id="15" name="Google Shape;15;p16"/>
          <p:cNvSpPr/>
          <p:nvPr/>
        </p:nvSpPr>
        <p:spPr>
          <a:xfrm>
            <a:off x="231632" y="4957006"/>
            <a:ext cx="1974491" cy="2020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13"/>
              <a:buFont typeface="Arial"/>
              <a:buNone/>
            </a:pPr>
            <a:r>
              <a:rPr lang="en-US" sz="713" b="0" i="0" u="none" strike="noStrike" cap="none">
                <a:solidFill>
                  <a:srgbClr val="757070"/>
                </a:solidFill>
                <a:latin typeface="Arial"/>
                <a:ea typeface="Arial"/>
                <a:cs typeface="Arial"/>
                <a:sym typeface="Arial"/>
              </a:rPr>
              <a:t>© 2024 TraceLink, Inc. All rights reserved. </a:t>
            </a:r>
            <a:endParaRPr sz="713" b="0" i="0" u="none" strike="noStrike" cap="none">
              <a:solidFill>
                <a:srgbClr val="757070"/>
              </a:solidFill>
              <a:latin typeface="Arial"/>
              <a:ea typeface="Arial"/>
              <a:cs typeface="Arial"/>
              <a:sym typeface="Arial"/>
            </a:endParaRPr>
          </a:p>
        </p:txBody>
      </p:sp>
      <p:pic>
        <p:nvPicPr>
          <p:cNvPr id="16" name="Google Shape;16;p16"/>
          <p:cNvPicPr preferRelativeResize="0"/>
          <p:nvPr/>
        </p:nvPicPr>
        <p:blipFill rotWithShape="1">
          <a:blip r:embed="rId35">
            <a:alphaModFix/>
          </a:blip>
          <a:srcRect t="-9329" r="2145"/>
          <a:stretch/>
        </p:blipFill>
        <p:spPr>
          <a:xfrm>
            <a:off x="6843415" y="2979616"/>
            <a:ext cx="2260167" cy="1977390"/>
          </a:xfrm>
          <a:prstGeom prst="rect">
            <a:avLst/>
          </a:prstGeom>
          <a:noFill/>
          <a:ln>
            <a:noFill/>
          </a:ln>
        </p:spPr>
      </p:pic>
      <p:sp>
        <p:nvSpPr>
          <p:cNvPr id="17" name="Google Shape;17;p16"/>
          <p:cNvSpPr txBox="1"/>
          <p:nvPr/>
        </p:nvSpPr>
        <p:spPr>
          <a:xfrm>
            <a:off x="6616076" y="4912584"/>
            <a:ext cx="1405455" cy="2619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888888"/>
                </a:solidFill>
                <a:latin typeface="Arial"/>
                <a:ea typeface="Arial"/>
                <a:cs typeface="Arial"/>
                <a:sym typeface="Arial"/>
              </a:rPr>
              <a:t>‹#›</a:t>
            </a:fld>
            <a:endParaRPr sz="900" b="0" i="0" u="none" strike="noStrike" cap="none">
              <a:solidFill>
                <a:srgbClr val="888888"/>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94" r:id="rId30"/>
    <p:sldLayoutId id="2147483695" r:id="rId31"/>
    <p:sldLayoutId id="2147483696" r:id="rId32"/>
    <p:sldLayoutId id="2147483697" r:id="rId3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0"/>
        <p:cNvGrpSpPr/>
        <p:nvPr/>
      </p:nvGrpSpPr>
      <p:grpSpPr>
        <a:xfrm>
          <a:off x="0" y="0"/>
          <a:ext cx="0" cy="0"/>
          <a:chOff x="0" y="0"/>
          <a:chExt cx="0" cy="0"/>
        </a:xfrm>
      </p:grpSpPr>
      <p:sp>
        <p:nvSpPr>
          <p:cNvPr id="391" name="Google Shape;391;g1f49ec288db_0_352"/>
          <p:cNvSpPr txBox="1">
            <a:spLocks noGrp="1"/>
          </p:cNvSpPr>
          <p:nvPr>
            <p:ph type="title"/>
          </p:nvPr>
        </p:nvSpPr>
        <p:spPr>
          <a:xfrm>
            <a:off x="296437" y="273844"/>
            <a:ext cx="8551200" cy="9942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accent6"/>
              </a:buClr>
              <a:buSzPts val="3300"/>
              <a:buFont typeface="Arial"/>
              <a:buNone/>
              <a:defRPr sz="3300" b="1" i="0" u="none" strike="noStrike" cap="none">
                <a:solidFill>
                  <a:schemeClr val="accent6"/>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392" name="Google Shape;392;g1f49ec288db_0_352"/>
          <p:cNvSpPr txBox="1">
            <a:spLocks noGrp="1"/>
          </p:cNvSpPr>
          <p:nvPr>
            <p:ph type="body" idx="1"/>
          </p:nvPr>
        </p:nvSpPr>
        <p:spPr>
          <a:xfrm>
            <a:off x="296437" y="1369219"/>
            <a:ext cx="8551200" cy="32634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93" name="Google Shape;393;g1f49ec288db_0_352"/>
          <p:cNvSpPr txBox="1">
            <a:spLocks noGrp="1"/>
          </p:cNvSpPr>
          <p:nvPr>
            <p:ph type="ftr" idx="11"/>
          </p:nvPr>
        </p:nvSpPr>
        <p:spPr>
          <a:xfrm>
            <a:off x="2517085" y="4767263"/>
            <a:ext cx="41100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394" name="Google Shape;394;g1f49ec288db_0_352"/>
          <p:cNvSpPr txBox="1">
            <a:spLocks noGrp="1"/>
          </p:cNvSpPr>
          <p:nvPr>
            <p:ph type="sldNum" idx="12"/>
          </p:nvPr>
        </p:nvSpPr>
        <p:spPr>
          <a:xfrm>
            <a:off x="6790164" y="4767263"/>
            <a:ext cx="1426200" cy="26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95" name="Google Shape;395;g1f49ec288db_0_352"/>
          <p:cNvSpPr txBox="1"/>
          <p:nvPr/>
        </p:nvSpPr>
        <p:spPr>
          <a:xfrm>
            <a:off x="40795" y="4978907"/>
            <a:ext cx="2517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7F7F7F"/>
                </a:solidFill>
                <a:latin typeface="Arial"/>
                <a:ea typeface="Arial"/>
                <a:cs typeface="Arial"/>
                <a:sym typeface="Arial"/>
              </a:rPr>
              <a:t>© 2019 TraceLink Inc. </a:t>
            </a:r>
            <a:endParaRPr sz="11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image" Target="../media/image39.png"/><Relationship Id="rId26" Type="http://schemas.openxmlformats.org/officeDocument/2006/relationships/image" Target="../media/image47.png"/><Relationship Id="rId39" Type="http://schemas.openxmlformats.org/officeDocument/2006/relationships/image" Target="../media/image60.png"/><Relationship Id="rId21" Type="http://schemas.openxmlformats.org/officeDocument/2006/relationships/image" Target="../media/image42.png"/><Relationship Id="rId34" Type="http://schemas.openxmlformats.org/officeDocument/2006/relationships/image" Target="../media/image55.jpg"/><Relationship Id="rId42" Type="http://schemas.openxmlformats.org/officeDocument/2006/relationships/image" Target="../media/image63.png"/><Relationship Id="rId7" Type="http://schemas.openxmlformats.org/officeDocument/2006/relationships/image" Target="../media/image28.jpg"/><Relationship Id="rId2" Type="http://schemas.openxmlformats.org/officeDocument/2006/relationships/notesSlide" Target="../notesSlides/notesSlide3.xml"/><Relationship Id="rId16" Type="http://schemas.openxmlformats.org/officeDocument/2006/relationships/image" Target="../media/image37.jpg"/><Relationship Id="rId29" Type="http://schemas.openxmlformats.org/officeDocument/2006/relationships/image" Target="../media/image50.png"/><Relationship Id="rId1" Type="http://schemas.openxmlformats.org/officeDocument/2006/relationships/slideLayout" Target="../slideLayouts/slideLayout3.xml"/><Relationship Id="rId6" Type="http://schemas.openxmlformats.org/officeDocument/2006/relationships/image" Target="../media/image27.png"/><Relationship Id="rId11" Type="http://schemas.openxmlformats.org/officeDocument/2006/relationships/image" Target="../media/image32.png"/><Relationship Id="rId24" Type="http://schemas.openxmlformats.org/officeDocument/2006/relationships/image" Target="../media/image45.png"/><Relationship Id="rId32" Type="http://schemas.openxmlformats.org/officeDocument/2006/relationships/image" Target="../media/image53.jpg"/><Relationship Id="rId37" Type="http://schemas.openxmlformats.org/officeDocument/2006/relationships/image" Target="../media/image58.png"/><Relationship Id="rId40" Type="http://schemas.openxmlformats.org/officeDocument/2006/relationships/image" Target="../media/image61.png"/><Relationship Id="rId45" Type="http://schemas.openxmlformats.org/officeDocument/2006/relationships/image" Target="../media/image66.png"/><Relationship Id="rId5" Type="http://schemas.openxmlformats.org/officeDocument/2006/relationships/image" Target="../media/image26.gif"/><Relationship Id="rId15" Type="http://schemas.openxmlformats.org/officeDocument/2006/relationships/image" Target="../media/image36.png"/><Relationship Id="rId23" Type="http://schemas.openxmlformats.org/officeDocument/2006/relationships/image" Target="../media/image44.png"/><Relationship Id="rId28" Type="http://schemas.openxmlformats.org/officeDocument/2006/relationships/image" Target="../media/image49.png"/><Relationship Id="rId36" Type="http://schemas.openxmlformats.org/officeDocument/2006/relationships/image" Target="../media/image57.jpg"/><Relationship Id="rId10" Type="http://schemas.openxmlformats.org/officeDocument/2006/relationships/image" Target="../media/image31.png"/><Relationship Id="rId19" Type="http://schemas.openxmlformats.org/officeDocument/2006/relationships/image" Target="../media/image40.png"/><Relationship Id="rId31" Type="http://schemas.openxmlformats.org/officeDocument/2006/relationships/image" Target="../media/image52.png"/><Relationship Id="rId44" Type="http://schemas.openxmlformats.org/officeDocument/2006/relationships/image" Target="../media/image65.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jpg"/><Relationship Id="rId22" Type="http://schemas.openxmlformats.org/officeDocument/2006/relationships/image" Target="../media/image43.png"/><Relationship Id="rId27" Type="http://schemas.openxmlformats.org/officeDocument/2006/relationships/image" Target="../media/image48.png"/><Relationship Id="rId30" Type="http://schemas.openxmlformats.org/officeDocument/2006/relationships/image" Target="../media/image51.png"/><Relationship Id="rId35" Type="http://schemas.openxmlformats.org/officeDocument/2006/relationships/image" Target="../media/image56.png"/><Relationship Id="rId43" Type="http://schemas.openxmlformats.org/officeDocument/2006/relationships/image" Target="../media/image64.png"/><Relationship Id="rId8" Type="http://schemas.openxmlformats.org/officeDocument/2006/relationships/image" Target="../media/image29.jpg"/><Relationship Id="rId3" Type="http://schemas.openxmlformats.org/officeDocument/2006/relationships/image" Target="../media/image24.png"/><Relationship Id="rId12" Type="http://schemas.openxmlformats.org/officeDocument/2006/relationships/image" Target="../media/image33.png"/><Relationship Id="rId17" Type="http://schemas.openxmlformats.org/officeDocument/2006/relationships/image" Target="../media/image38.png"/><Relationship Id="rId25" Type="http://schemas.openxmlformats.org/officeDocument/2006/relationships/image" Target="../media/image46.png"/><Relationship Id="rId33" Type="http://schemas.openxmlformats.org/officeDocument/2006/relationships/image" Target="../media/image54.jpg"/><Relationship Id="rId38" Type="http://schemas.openxmlformats.org/officeDocument/2006/relationships/image" Target="../media/image59.png"/><Relationship Id="rId20" Type="http://schemas.openxmlformats.org/officeDocument/2006/relationships/image" Target="../media/image41.png"/><Relationship Id="rId41" Type="http://schemas.openxmlformats.org/officeDocument/2006/relationships/image" Target="../media/image62.png"/></Relationships>
</file>

<file path=ppt/slides/_rels/slide4.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18" Type="http://schemas.openxmlformats.org/officeDocument/2006/relationships/image" Target="../media/image82.png"/><Relationship Id="rId26" Type="http://schemas.openxmlformats.org/officeDocument/2006/relationships/image" Target="../media/image90.png"/><Relationship Id="rId3" Type="http://schemas.openxmlformats.org/officeDocument/2006/relationships/image" Target="../media/image67.png"/><Relationship Id="rId21" Type="http://schemas.openxmlformats.org/officeDocument/2006/relationships/image" Target="../media/image85.png"/><Relationship Id="rId7" Type="http://schemas.openxmlformats.org/officeDocument/2006/relationships/image" Target="../media/image71.png"/><Relationship Id="rId12" Type="http://schemas.openxmlformats.org/officeDocument/2006/relationships/image" Target="../media/image76.png"/><Relationship Id="rId17" Type="http://schemas.openxmlformats.org/officeDocument/2006/relationships/image" Target="../media/image81.png"/><Relationship Id="rId25" Type="http://schemas.openxmlformats.org/officeDocument/2006/relationships/image" Target="../media/image89.png"/><Relationship Id="rId2" Type="http://schemas.openxmlformats.org/officeDocument/2006/relationships/notesSlide" Target="../notesSlides/notesSlide4.xml"/><Relationship Id="rId16" Type="http://schemas.openxmlformats.org/officeDocument/2006/relationships/image" Target="../media/image80.png"/><Relationship Id="rId20" Type="http://schemas.openxmlformats.org/officeDocument/2006/relationships/image" Target="../media/image84.png"/><Relationship Id="rId1" Type="http://schemas.openxmlformats.org/officeDocument/2006/relationships/slideLayout" Target="../slideLayouts/slideLayout3.xml"/><Relationship Id="rId6" Type="http://schemas.openxmlformats.org/officeDocument/2006/relationships/image" Target="../media/image70.png"/><Relationship Id="rId11" Type="http://schemas.openxmlformats.org/officeDocument/2006/relationships/image" Target="../media/image75.png"/><Relationship Id="rId24" Type="http://schemas.openxmlformats.org/officeDocument/2006/relationships/image" Target="../media/image88.png"/><Relationship Id="rId5" Type="http://schemas.openxmlformats.org/officeDocument/2006/relationships/image" Target="../media/image69.png"/><Relationship Id="rId15" Type="http://schemas.openxmlformats.org/officeDocument/2006/relationships/image" Target="../media/image79.png"/><Relationship Id="rId23" Type="http://schemas.openxmlformats.org/officeDocument/2006/relationships/image" Target="../media/image87.png"/><Relationship Id="rId10" Type="http://schemas.openxmlformats.org/officeDocument/2006/relationships/image" Target="../media/image74.png"/><Relationship Id="rId19" Type="http://schemas.openxmlformats.org/officeDocument/2006/relationships/image" Target="../media/image83.png"/><Relationship Id="rId4" Type="http://schemas.openxmlformats.org/officeDocument/2006/relationships/image" Target="../media/image68.png"/><Relationship Id="rId9" Type="http://schemas.openxmlformats.org/officeDocument/2006/relationships/image" Target="../media/image73.png"/><Relationship Id="rId14" Type="http://schemas.openxmlformats.org/officeDocument/2006/relationships/image" Target="../media/image78.png"/><Relationship Id="rId22" Type="http://schemas.openxmlformats.org/officeDocument/2006/relationships/image" Target="../media/image86.png"/><Relationship Id="rId27" Type="http://schemas.openxmlformats.org/officeDocument/2006/relationships/image" Target="../media/image91.png"/></Relationships>
</file>

<file path=ppt/slides/_rels/slide5.xml.rels><?xml version="1.0" encoding="UTF-8" standalone="yes"?>
<Relationships xmlns="http://schemas.openxmlformats.org/package/2006/relationships"><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6.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00.png"/><Relationship Id="rId5" Type="http://schemas.openxmlformats.org/officeDocument/2006/relationships/image" Target="../media/image99.png"/><Relationship Id="rId10" Type="http://schemas.openxmlformats.org/officeDocument/2006/relationships/image" Target="../media/image104.png"/><Relationship Id="rId4" Type="http://schemas.openxmlformats.org/officeDocument/2006/relationships/image" Target="../media/image98.png"/><Relationship Id="rId9" Type="http://schemas.openxmlformats.org/officeDocument/2006/relationships/image" Target="../media/image10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6.png"/></Relationships>
</file>

<file path=ppt/slides/_rels/slide9.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7.png"/><Relationship Id="rId7" Type="http://schemas.openxmlformats.org/officeDocument/2006/relationships/image" Target="../media/image110.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114.png"/><Relationship Id="rId5" Type="http://schemas.openxmlformats.org/officeDocument/2006/relationships/image" Target="../media/image109.png"/><Relationship Id="rId10" Type="http://schemas.openxmlformats.org/officeDocument/2006/relationships/image" Target="../media/image113.png"/><Relationship Id="rId4" Type="http://schemas.openxmlformats.org/officeDocument/2006/relationships/image" Target="../media/image108.png"/><Relationship Id="rId9" Type="http://schemas.openxmlformats.org/officeDocument/2006/relationships/image" Target="../media/image1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5.png"/><Relationship Id="rId7" Type="http://schemas.openxmlformats.org/officeDocument/2006/relationships/image" Target="../media/image11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79.png"/><Relationship Id="rId11" Type="http://schemas.openxmlformats.org/officeDocument/2006/relationships/image" Target="../media/image12.jpg"/><Relationship Id="rId5" Type="http://schemas.openxmlformats.org/officeDocument/2006/relationships/image" Target="../media/image78.png"/><Relationship Id="rId10" Type="http://schemas.openxmlformats.org/officeDocument/2006/relationships/image" Target="../media/image120.png"/><Relationship Id="rId4" Type="http://schemas.openxmlformats.org/officeDocument/2006/relationships/image" Target="../media/image116.png"/><Relationship Id="rId9" Type="http://schemas.openxmlformats.org/officeDocument/2006/relationships/image" Target="../media/image119.png"/></Relationships>
</file>

<file path=ppt/slides/_rels/slide12.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24.png"/><Relationship Id="rId11" Type="http://schemas.openxmlformats.org/officeDocument/2006/relationships/image" Target="../media/image128.png"/><Relationship Id="rId5" Type="http://schemas.openxmlformats.org/officeDocument/2006/relationships/image" Target="../media/image123.png"/><Relationship Id="rId10" Type="http://schemas.openxmlformats.org/officeDocument/2006/relationships/image" Target="../media/image109.png"/><Relationship Id="rId4" Type="http://schemas.openxmlformats.org/officeDocument/2006/relationships/image" Target="../media/image122.png"/><Relationship Id="rId9" Type="http://schemas.openxmlformats.org/officeDocument/2006/relationships/image" Target="../media/image127.jpg"/></Relationships>
</file>

<file path=ppt/slides/_rels/slide13.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4.png"/><Relationship Id="rId7" Type="http://schemas.openxmlformats.org/officeDocument/2006/relationships/image" Target="../media/image130.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109.png"/><Relationship Id="rId11" Type="http://schemas.openxmlformats.org/officeDocument/2006/relationships/image" Target="../media/image133.png"/><Relationship Id="rId5" Type="http://schemas.openxmlformats.org/officeDocument/2006/relationships/image" Target="../media/image129.png"/><Relationship Id="rId10" Type="http://schemas.openxmlformats.org/officeDocument/2006/relationships/image" Target="../media/image122.png"/><Relationship Id="rId4" Type="http://schemas.openxmlformats.org/officeDocument/2006/relationships/image" Target="../media/image108.png"/><Relationship Id="rId9" Type="http://schemas.openxmlformats.org/officeDocument/2006/relationships/image" Target="../media/image132.png"/></Relationships>
</file>

<file path=ppt/slides/_rels/slide1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08.png"/><Relationship Id="rId4" Type="http://schemas.openxmlformats.org/officeDocument/2006/relationships/image" Target="../media/image136.png"/></Relationships>
</file>

<file path=ppt/slides/_rels/slide16.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17.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3.png"/><Relationship Id="rId7" Type="http://schemas.openxmlformats.org/officeDocument/2006/relationships/image" Target="../media/image147.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22.xml.rels><?xml version="1.0" encoding="UTF-8" standalone="yes"?>
<Relationships xmlns="http://schemas.openxmlformats.org/package/2006/relationships"><Relationship Id="rId3" Type="http://schemas.openxmlformats.org/officeDocument/2006/relationships/image" Target="../media/image143.png"/><Relationship Id="rId7" Type="http://schemas.openxmlformats.org/officeDocument/2006/relationships/image" Target="../media/image147.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48.png"/><Relationship Id="rId7" Type="http://schemas.openxmlformats.org/officeDocument/2006/relationships/image" Target="../media/image152.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s>
</file>

<file path=ppt/slides/_rels/slide2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24.xml"/><Relationship Id="rId1" Type="http://schemas.openxmlformats.org/officeDocument/2006/relationships/slideLayout" Target="../slideLayouts/slideLayout35.xml"/><Relationship Id="rId5" Type="http://schemas.openxmlformats.org/officeDocument/2006/relationships/image" Target="../media/image155.png"/><Relationship Id="rId4" Type="http://schemas.openxmlformats.org/officeDocument/2006/relationships/image" Target="../media/image154.jp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26.xml"/><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27.xml"/><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28.xml"/><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29.xml"/><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0.xml"/><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33.xml"/></Relationships>
</file>

<file path=ppt/slides/_rels/slide33.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1.xml"/><Relationship Id="rId1" Type="http://schemas.openxmlformats.org/officeDocument/2006/relationships/slideLayout" Target="../slideLayouts/slideLayout27.xml"/><Relationship Id="rId4" Type="http://schemas.openxmlformats.org/officeDocument/2006/relationships/image" Target="../media/image1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1"/>
          <p:cNvSpPr txBox="1"/>
          <p:nvPr/>
        </p:nvSpPr>
        <p:spPr>
          <a:xfrm>
            <a:off x="317810" y="540222"/>
            <a:ext cx="5084369" cy="1799094"/>
          </a:xfrm>
          <a:prstGeom prst="rect">
            <a:avLst/>
          </a:prstGeom>
          <a:noFill/>
          <a:ln>
            <a:noFill/>
          </a:ln>
        </p:spPr>
        <p:txBody>
          <a:bodyPr spcFirstLastPara="1" wrap="square" lIns="68550" tIns="34275" rIns="68550" bIns="34275" anchor="ctr" anchorCtr="0">
            <a:noAutofit/>
          </a:bodyPr>
          <a:lstStyle/>
          <a:p>
            <a:pPr marL="0" marR="0" lvl="0" indent="0" algn="l" rtl="0">
              <a:lnSpc>
                <a:spcPct val="90000"/>
              </a:lnSpc>
              <a:spcBef>
                <a:spcPts val="750"/>
              </a:spcBef>
              <a:spcAft>
                <a:spcPts val="0"/>
              </a:spcAft>
              <a:buClr>
                <a:srgbClr val="000000"/>
              </a:buClr>
              <a:buSzPts val="2775"/>
              <a:buFont typeface="Arial"/>
              <a:buNone/>
            </a:pPr>
            <a:r>
              <a:rPr lang="en-US" sz="2775" b="1" i="0" u="none" strike="noStrike" cap="none" dirty="0">
                <a:solidFill>
                  <a:schemeClr val="lt1"/>
                </a:solidFill>
                <a:latin typeface="Arial"/>
                <a:ea typeface="Arial"/>
                <a:cs typeface="Arial"/>
                <a:sym typeface="Arial"/>
              </a:rPr>
              <a:t>Building an End-to-End Digital Recall Network</a:t>
            </a:r>
            <a:endParaRPr sz="2775" b="0" i="0" u="none" strike="noStrike" cap="none" dirty="0">
              <a:solidFill>
                <a:schemeClr val="dk1"/>
              </a:solidFill>
              <a:latin typeface="Arial"/>
              <a:ea typeface="Arial"/>
              <a:cs typeface="Arial"/>
              <a:sym typeface="Arial"/>
            </a:endParaRPr>
          </a:p>
        </p:txBody>
      </p:sp>
      <p:sp>
        <p:nvSpPr>
          <p:cNvPr id="548" name="Google Shape;548;p1"/>
          <p:cNvSpPr txBox="1">
            <a:spLocks noGrp="1"/>
          </p:cNvSpPr>
          <p:nvPr>
            <p:ph type="body" idx="1"/>
          </p:nvPr>
        </p:nvSpPr>
        <p:spPr>
          <a:xfrm>
            <a:off x="317810" y="1974592"/>
            <a:ext cx="4094506" cy="1133169"/>
          </a:xfrm>
          <a:prstGeom prst="rect">
            <a:avLst/>
          </a:prstGeom>
          <a:noFill/>
          <a:ln>
            <a:noFill/>
          </a:ln>
        </p:spPr>
        <p:txBody>
          <a:bodyPr spcFirstLastPara="1" wrap="square" lIns="68550" tIns="34275" rIns="68550" bIns="34275" anchor="t" anchorCtr="0">
            <a:noAutofit/>
          </a:bodyPr>
          <a:lstStyle/>
          <a:p>
            <a:pPr marL="0" lvl="0" indent="0" algn="l" rtl="0">
              <a:lnSpc>
                <a:spcPct val="90000"/>
              </a:lnSpc>
              <a:spcBef>
                <a:spcPts val="750"/>
              </a:spcBef>
              <a:spcAft>
                <a:spcPts val="0"/>
              </a:spcAft>
              <a:buClr>
                <a:schemeClr val="accent3"/>
              </a:buClr>
              <a:buSzPts val="2400"/>
              <a:buNone/>
            </a:pPr>
            <a:r>
              <a:rPr lang="en-US" sz="2400">
                <a:solidFill>
                  <a:schemeClr val="accent3"/>
                </a:solidFill>
              </a:rPr>
              <a:t>Digital Recalls</a:t>
            </a:r>
            <a:endParaRPr sz="2400" b="1">
              <a:solidFill>
                <a:schemeClr val="accent3"/>
              </a:solidFill>
              <a:latin typeface="Arial"/>
              <a:ea typeface="Arial"/>
              <a:cs typeface="Arial"/>
              <a:sym typeface="Arial"/>
            </a:endParaRPr>
          </a:p>
          <a:p>
            <a:pPr marL="0" lvl="0" indent="0" algn="l" rtl="0">
              <a:lnSpc>
                <a:spcPct val="90000"/>
              </a:lnSpc>
              <a:spcBef>
                <a:spcPts val="750"/>
              </a:spcBef>
              <a:spcAft>
                <a:spcPts val="0"/>
              </a:spcAft>
              <a:buClr>
                <a:schemeClr val="lt1"/>
              </a:buClr>
              <a:buSzPts val="2400"/>
              <a:buNone/>
            </a:pPr>
            <a:endParaRPr sz="2400" b="1"/>
          </a:p>
          <a:p>
            <a:pPr marL="0" lvl="0" indent="0" algn="l" rtl="0">
              <a:lnSpc>
                <a:spcPct val="90000"/>
              </a:lnSpc>
              <a:spcBef>
                <a:spcPts val="750"/>
              </a:spcBef>
              <a:spcAft>
                <a:spcPts val="0"/>
              </a:spcAft>
              <a:buClr>
                <a:schemeClr val="lt1"/>
              </a:buClr>
              <a:buSzPts val="2400"/>
              <a:buNone/>
            </a:pPr>
            <a:endParaRPr sz="2400" b="1"/>
          </a:p>
        </p:txBody>
      </p:sp>
      <p:sp>
        <p:nvSpPr>
          <p:cNvPr id="549" name="Google Shape;549;p1"/>
          <p:cNvSpPr txBox="1">
            <a:spLocks noGrp="1"/>
          </p:cNvSpPr>
          <p:nvPr>
            <p:ph type="body" idx="2"/>
          </p:nvPr>
        </p:nvSpPr>
        <p:spPr>
          <a:xfrm>
            <a:off x="305490" y="3107761"/>
            <a:ext cx="4094506" cy="90307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4"/>
              </a:buClr>
              <a:buSzPts val="2100"/>
              <a:buNone/>
            </a:pPr>
            <a:r>
              <a:rPr lang="en-US"/>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2"/>
          <p:cNvSpPr txBox="1">
            <a:spLocks noGrp="1"/>
          </p:cNvSpPr>
          <p:nvPr>
            <p:ph type="title"/>
          </p:nvPr>
        </p:nvSpPr>
        <p:spPr>
          <a:xfrm>
            <a:off x="376184" y="467735"/>
            <a:ext cx="4456318" cy="480779"/>
          </a:xfrm>
          <a:prstGeom prst="rect">
            <a:avLst/>
          </a:prstGeom>
          <a:noFill/>
          <a:ln>
            <a:noFill/>
          </a:ln>
        </p:spPr>
        <p:txBody>
          <a:bodyPr spcFirstLastPara="1" wrap="square" lIns="68550" tIns="34275" rIns="68550" bIns="34275" anchor="t" anchorCtr="0">
            <a:normAutofit fontScale="90000"/>
          </a:bodyPr>
          <a:lstStyle/>
          <a:p>
            <a:pPr marL="0" lvl="0" indent="0" algn="l" rtl="0">
              <a:lnSpc>
                <a:spcPct val="90000"/>
              </a:lnSpc>
              <a:spcBef>
                <a:spcPts val="0"/>
              </a:spcBef>
              <a:spcAft>
                <a:spcPts val="0"/>
              </a:spcAft>
              <a:buClr>
                <a:schemeClr val="lt1"/>
              </a:buClr>
              <a:buSzPct val="111111"/>
              <a:buFont typeface="Arial"/>
              <a:buNone/>
            </a:pPr>
            <a:r>
              <a:rPr lang="en-US"/>
              <a:t>Agenda</a:t>
            </a:r>
            <a:br>
              <a:rPr lang="en-US"/>
            </a:br>
            <a:endParaRPr/>
          </a:p>
        </p:txBody>
      </p:sp>
      <p:sp>
        <p:nvSpPr>
          <p:cNvPr id="555" name="Google Shape;555;p2"/>
          <p:cNvSpPr txBox="1"/>
          <p:nvPr/>
        </p:nvSpPr>
        <p:spPr>
          <a:xfrm>
            <a:off x="292950" y="1034100"/>
            <a:ext cx="8400600" cy="1854900"/>
          </a:xfrm>
          <a:prstGeom prst="rect">
            <a:avLst/>
          </a:prstGeom>
          <a:noFill/>
          <a:ln>
            <a:noFill/>
          </a:ln>
        </p:spPr>
        <p:txBody>
          <a:bodyPr spcFirstLastPara="1" wrap="square" lIns="68550" tIns="34275" rIns="68550" bIns="34275" anchor="t" anchorCtr="0">
            <a:spAutoFit/>
          </a:bodyPr>
          <a:lstStyle/>
          <a:p>
            <a:pPr marL="177794" marR="0" lvl="0" indent="-165094" algn="l" rtl="0">
              <a:lnSpc>
                <a:spcPct val="95000"/>
              </a:lnSpc>
              <a:spcBef>
                <a:spcPts val="1200"/>
              </a:spcBef>
              <a:spcAft>
                <a:spcPts val="0"/>
              </a:spcAft>
              <a:buClr>
                <a:srgbClr val="FFFFFF"/>
              </a:buClr>
              <a:buSzPts val="1300"/>
              <a:buFont typeface="Arial"/>
              <a:buChar char="•"/>
            </a:pPr>
            <a:r>
              <a:rPr lang="en-US" sz="1600" b="0" i="0" u="none" strike="noStrike" cap="none">
                <a:solidFill>
                  <a:srgbClr val="FFFFFF"/>
                </a:solidFill>
                <a:latin typeface="Arial"/>
                <a:ea typeface="Arial"/>
                <a:cs typeface="Arial"/>
                <a:sym typeface="Arial"/>
              </a:rPr>
              <a:t>Why digitalizing the recall management process is essential for pharmacy leaders</a:t>
            </a:r>
            <a:endParaRPr sz="1600" b="0" i="0" u="none" strike="noStrike" cap="none">
              <a:solidFill>
                <a:srgbClr val="FFFFFF"/>
              </a:solidFill>
              <a:latin typeface="Arial"/>
              <a:ea typeface="Arial"/>
              <a:cs typeface="Arial"/>
              <a:sym typeface="Arial"/>
            </a:endParaRPr>
          </a:p>
          <a:p>
            <a:pPr marL="177794" marR="0" lvl="0" indent="-165094" algn="l" rtl="0">
              <a:lnSpc>
                <a:spcPct val="95000"/>
              </a:lnSpc>
              <a:spcBef>
                <a:spcPts val="1200"/>
              </a:spcBef>
              <a:spcAft>
                <a:spcPts val="0"/>
              </a:spcAft>
              <a:buClr>
                <a:srgbClr val="FFFFFF"/>
              </a:buClr>
              <a:buSzPts val="1300"/>
              <a:buFont typeface="Arial"/>
              <a:buChar char="•"/>
            </a:pPr>
            <a:r>
              <a:rPr lang="en-US" sz="1600" b="0" i="0" u="none" strike="noStrike" cap="none">
                <a:solidFill>
                  <a:srgbClr val="FFFFFF"/>
                </a:solidFill>
                <a:latin typeface="Arial"/>
                <a:ea typeface="Arial"/>
                <a:cs typeface="Arial"/>
                <a:sym typeface="Arial"/>
              </a:rPr>
              <a:t>The recall process today and how it falls short of your needs</a:t>
            </a:r>
            <a:endParaRPr sz="1600" b="0" i="0" u="none" strike="noStrike" cap="none">
              <a:solidFill>
                <a:srgbClr val="FFFFFF"/>
              </a:solidFill>
              <a:latin typeface="Arial"/>
              <a:ea typeface="Arial"/>
              <a:cs typeface="Arial"/>
              <a:sym typeface="Arial"/>
            </a:endParaRPr>
          </a:p>
          <a:p>
            <a:pPr marL="177794" marR="0" lvl="0" indent="-165094" algn="l" rtl="0">
              <a:lnSpc>
                <a:spcPct val="95000"/>
              </a:lnSpc>
              <a:spcBef>
                <a:spcPts val="1200"/>
              </a:spcBef>
              <a:spcAft>
                <a:spcPts val="0"/>
              </a:spcAft>
              <a:buClr>
                <a:srgbClr val="FFFFFF"/>
              </a:buClr>
              <a:buSzPts val="1300"/>
              <a:buFont typeface="Arial"/>
              <a:buChar char="•"/>
            </a:pPr>
            <a:r>
              <a:rPr lang="en-US" sz="1600" b="0" i="0" u="none" strike="noStrike" cap="none">
                <a:solidFill>
                  <a:srgbClr val="FFFFFF"/>
                </a:solidFill>
                <a:latin typeface="Arial"/>
                <a:ea typeface="Arial"/>
                <a:cs typeface="Arial"/>
                <a:sym typeface="Arial"/>
              </a:rPr>
              <a:t>Empowering better recall management with TraceLink’s Digital Recalls</a:t>
            </a:r>
            <a:endParaRPr sz="1600" b="0" i="0" u="none" strike="noStrike" cap="none">
              <a:solidFill>
                <a:srgbClr val="FFFFFF"/>
              </a:solidFill>
              <a:latin typeface="Arial"/>
              <a:ea typeface="Arial"/>
              <a:cs typeface="Arial"/>
              <a:sym typeface="Arial"/>
            </a:endParaRPr>
          </a:p>
          <a:p>
            <a:pPr marL="177794" marR="0" lvl="0" indent="-165094" algn="l" rtl="0">
              <a:lnSpc>
                <a:spcPct val="95000"/>
              </a:lnSpc>
              <a:spcBef>
                <a:spcPts val="1200"/>
              </a:spcBef>
              <a:spcAft>
                <a:spcPts val="0"/>
              </a:spcAft>
              <a:buClr>
                <a:srgbClr val="FFFFFF"/>
              </a:buClr>
              <a:buSzPts val="1300"/>
              <a:buFont typeface="Arial"/>
              <a:buChar char="•"/>
            </a:pPr>
            <a:r>
              <a:rPr lang="en-US" sz="1600" b="0" i="0" u="none" strike="noStrike" cap="none">
                <a:solidFill>
                  <a:srgbClr val="FFFFFF"/>
                </a:solidFill>
                <a:latin typeface="Arial"/>
                <a:ea typeface="Arial"/>
                <a:cs typeface="Arial"/>
                <a:sym typeface="Arial"/>
              </a:rPr>
              <a:t>TraceLink is your recall management transformation partner</a:t>
            </a:r>
            <a:endParaRPr sz="1600" b="0" i="0" u="none" strike="noStrike" cap="none">
              <a:solidFill>
                <a:srgbClr val="FFFFFF"/>
              </a:solidFill>
              <a:latin typeface="Arial"/>
              <a:ea typeface="Arial"/>
              <a:cs typeface="Arial"/>
              <a:sym typeface="Arial"/>
            </a:endParaRPr>
          </a:p>
          <a:p>
            <a:pPr marL="177794" marR="0" lvl="0" indent="-165094" algn="l" rtl="0">
              <a:lnSpc>
                <a:spcPct val="95000"/>
              </a:lnSpc>
              <a:spcBef>
                <a:spcPts val="1200"/>
              </a:spcBef>
              <a:spcAft>
                <a:spcPts val="0"/>
              </a:spcAft>
              <a:buClr>
                <a:srgbClr val="FFFFFF"/>
              </a:buClr>
              <a:buSzPts val="1300"/>
              <a:buFont typeface="Arial"/>
              <a:buChar char="•"/>
            </a:pPr>
            <a:r>
              <a:rPr lang="en-US" sz="1600" b="0" i="0" u="none" strike="noStrike" cap="none">
                <a:solidFill>
                  <a:srgbClr val="FFFFFF"/>
                </a:solidFill>
                <a:latin typeface="Arial"/>
                <a:ea typeface="Arial"/>
                <a:cs typeface="Arial"/>
                <a:sym typeface="Arial"/>
              </a:rPr>
              <a:t>Digital Recalls is a major step forward to achieve an end-to-end digitalized recall network</a:t>
            </a:r>
            <a:endParaRPr sz="1600" b="0" i="0" u="none" strike="noStrike" cap="non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3"/>
          <p:cNvSpPr/>
          <p:nvPr/>
        </p:nvSpPr>
        <p:spPr>
          <a:xfrm>
            <a:off x="1" y="817085"/>
            <a:ext cx="9144000" cy="455625"/>
          </a:xfrm>
          <a:prstGeom prst="rect">
            <a:avLst/>
          </a:prstGeom>
          <a:solidFill>
            <a:schemeClr val="accent4"/>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nvGrpSpPr>
          <p:cNvPr id="562" name="Google Shape;562;p3"/>
          <p:cNvGrpSpPr/>
          <p:nvPr/>
        </p:nvGrpSpPr>
        <p:grpSpPr>
          <a:xfrm>
            <a:off x="1249315" y="807031"/>
            <a:ext cx="6998978" cy="437712"/>
            <a:chOff x="1665753" y="1198310"/>
            <a:chExt cx="9331970" cy="583615"/>
          </a:xfrm>
        </p:grpSpPr>
        <p:sp>
          <p:nvSpPr>
            <p:cNvPr id="563" name="Google Shape;563;p3"/>
            <p:cNvSpPr txBox="1"/>
            <p:nvPr/>
          </p:nvSpPr>
          <p:spPr>
            <a:xfrm>
              <a:off x="1736288" y="1198310"/>
              <a:ext cx="1225500" cy="400069"/>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Arial"/>
                  <a:ea typeface="Arial"/>
                  <a:cs typeface="Arial"/>
                  <a:sym typeface="Arial"/>
                </a:rPr>
                <a:t>2009</a:t>
              </a:r>
              <a:endParaRPr sz="1500" b="1" i="0" u="none" strike="noStrike" cap="none">
                <a:solidFill>
                  <a:srgbClr val="FFFFFF"/>
                </a:solidFill>
                <a:latin typeface="Arial"/>
                <a:ea typeface="Arial"/>
                <a:cs typeface="Arial"/>
                <a:sym typeface="Arial"/>
              </a:endParaRPr>
            </a:p>
          </p:txBody>
        </p:sp>
        <p:sp>
          <p:nvSpPr>
            <p:cNvPr id="564" name="Google Shape;564;p3"/>
            <p:cNvSpPr txBox="1"/>
            <p:nvPr/>
          </p:nvSpPr>
          <p:spPr>
            <a:xfrm>
              <a:off x="1665753" y="1504967"/>
              <a:ext cx="1366500" cy="276958"/>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FFFFFF"/>
                  </a:solidFill>
                  <a:latin typeface="Arial"/>
                  <a:ea typeface="Arial"/>
                  <a:cs typeface="Arial"/>
                  <a:sym typeface="Arial"/>
                </a:rPr>
                <a:t>Year Founded</a:t>
              </a:r>
              <a:endParaRPr sz="1500" b="0" i="0" u="none" strike="noStrike" cap="none">
                <a:solidFill>
                  <a:srgbClr val="FFFFFF"/>
                </a:solidFill>
                <a:latin typeface="Arial"/>
                <a:ea typeface="Arial"/>
                <a:cs typeface="Arial"/>
                <a:sym typeface="Arial"/>
              </a:endParaRPr>
            </a:p>
          </p:txBody>
        </p:sp>
        <p:sp>
          <p:nvSpPr>
            <p:cNvPr id="565" name="Google Shape;565;p3"/>
            <p:cNvSpPr txBox="1"/>
            <p:nvPr/>
          </p:nvSpPr>
          <p:spPr>
            <a:xfrm>
              <a:off x="4284966" y="1198310"/>
              <a:ext cx="1009800" cy="400069"/>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Arial"/>
                  <a:ea typeface="Arial"/>
                  <a:cs typeface="Arial"/>
                  <a:sym typeface="Arial"/>
                </a:rPr>
                <a:t>6</a:t>
              </a:r>
              <a:endParaRPr sz="1500" b="1" i="0" u="none" strike="noStrike" cap="none">
                <a:solidFill>
                  <a:srgbClr val="FFFFFF"/>
                </a:solidFill>
                <a:latin typeface="Arial"/>
                <a:ea typeface="Arial"/>
                <a:cs typeface="Arial"/>
                <a:sym typeface="Arial"/>
              </a:endParaRPr>
            </a:p>
          </p:txBody>
        </p:sp>
        <p:sp>
          <p:nvSpPr>
            <p:cNvPr id="566" name="Google Shape;566;p3"/>
            <p:cNvSpPr txBox="1"/>
            <p:nvPr/>
          </p:nvSpPr>
          <p:spPr>
            <a:xfrm>
              <a:off x="4112583" y="1504967"/>
              <a:ext cx="1354500" cy="276958"/>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FFFFFF"/>
                  </a:solidFill>
                  <a:latin typeface="Arial"/>
                  <a:ea typeface="Arial"/>
                  <a:cs typeface="Arial"/>
                  <a:sym typeface="Arial"/>
                </a:rPr>
                <a:t>Global Offices</a:t>
              </a:r>
              <a:endParaRPr sz="1500" b="0" i="0" u="none" strike="noStrike" cap="none">
                <a:solidFill>
                  <a:srgbClr val="FFFFFF"/>
                </a:solidFill>
                <a:latin typeface="Arial"/>
                <a:ea typeface="Arial"/>
                <a:cs typeface="Arial"/>
                <a:sym typeface="Arial"/>
              </a:endParaRPr>
            </a:p>
          </p:txBody>
        </p:sp>
        <p:sp>
          <p:nvSpPr>
            <p:cNvPr id="567" name="Google Shape;567;p3"/>
            <p:cNvSpPr txBox="1"/>
            <p:nvPr/>
          </p:nvSpPr>
          <p:spPr>
            <a:xfrm>
              <a:off x="6242695" y="1198310"/>
              <a:ext cx="1583700" cy="400069"/>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Arial"/>
                  <a:ea typeface="Arial"/>
                  <a:cs typeface="Arial"/>
                  <a:sym typeface="Arial"/>
                </a:rPr>
                <a:t>800</a:t>
              </a:r>
              <a:endParaRPr sz="1500" b="1" i="0" u="none" strike="noStrike" cap="none">
                <a:solidFill>
                  <a:srgbClr val="FFFFFF"/>
                </a:solidFill>
                <a:latin typeface="Arial"/>
                <a:ea typeface="Arial"/>
                <a:cs typeface="Arial"/>
                <a:sym typeface="Arial"/>
              </a:endParaRPr>
            </a:p>
          </p:txBody>
        </p:sp>
        <p:sp>
          <p:nvSpPr>
            <p:cNvPr id="568" name="Google Shape;568;p3"/>
            <p:cNvSpPr txBox="1"/>
            <p:nvPr/>
          </p:nvSpPr>
          <p:spPr>
            <a:xfrm>
              <a:off x="6129366" y="1504967"/>
              <a:ext cx="1810500" cy="276958"/>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FFFFFF"/>
                  </a:solidFill>
                  <a:latin typeface="Arial"/>
                  <a:ea typeface="Arial"/>
                  <a:cs typeface="Arial"/>
                  <a:sym typeface="Arial"/>
                </a:rPr>
                <a:t>Employees</a:t>
              </a:r>
              <a:endParaRPr sz="1500" b="0" i="0" u="none" strike="noStrike" cap="none">
                <a:solidFill>
                  <a:srgbClr val="FFFFFF"/>
                </a:solidFill>
                <a:latin typeface="Arial"/>
                <a:ea typeface="Arial"/>
                <a:cs typeface="Arial"/>
                <a:sym typeface="Arial"/>
              </a:endParaRPr>
            </a:p>
          </p:txBody>
        </p:sp>
        <p:sp>
          <p:nvSpPr>
            <p:cNvPr id="569" name="Google Shape;569;p3"/>
            <p:cNvSpPr txBox="1"/>
            <p:nvPr/>
          </p:nvSpPr>
          <p:spPr>
            <a:xfrm>
              <a:off x="9139624" y="1198310"/>
              <a:ext cx="1583700" cy="400069"/>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Arial"/>
                  <a:ea typeface="Arial"/>
                  <a:cs typeface="Arial"/>
                  <a:sym typeface="Arial"/>
                </a:rPr>
                <a:t>290K+</a:t>
              </a:r>
              <a:endParaRPr sz="1500" b="1" i="0" u="none" strike="noStrike" cap="none">
                <a:solidFill>
                  <a:srgbClr val="FFFFFF"/>
                </a:solidFill>
                <a:latin typeface="Arial"/>
                <a:ea typeface="Arial"/>
                <a:cs typeface="Arial"/>
                <a:sym typeface="Arial"/>
              </a:endParaRPr>
            </a:p>
          </p:txBody>
        </p:sp>
        <p:sp>
          <p:nvSpPr>
            <p:cNvPr id="570" name="Google Shape;570;p3"/>
            <p:cNvSpPr txBox="1"/>
            <p:nvPr/>
          </p:nvSpPr>
          <p:spPr>
            <a:xfrm>
              <a:off x="8865323" y="1504967"/>
              <a:ext cx="2132400" cy="276958"/>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FFFFFF"/>
                  </a:solidFill>
                  <a:latin typeface="Arial"/>
                  <a:ea typeface="Arial"/>
                  <a:cs typeface="Arial"/>
                  <a:sym typeface="Arial"/>
                </a:rPr>
                <a:t>Total Network Members</a:t>
              </a:r>
              <a:endParaRPr sz="1500" b="0" i="0" u="none" strike="noStrike" cap="none">
                <a:solidFill>
                  <a:srgbClr val="FFFFFF"/>
                </a:solidFill>
                <a:latin typeface="Arial"/>
                <a:ea typeface="Arial"/>
                <a:cs typeface="Arial"/>
                <a:sym typeface="Arial"/>
              </a:endParaRPr>
            </a:p>
          </p:txBody>
        </p:sp>
      </p:grpSp>
      <p:grpSp>
        <p:nvGrpSpPr>
          <p:cNvPr id="571" name="Google Shape;571;p3"/>
          <p:cNvGrpSpPr/>
          <p:nvPr/>
        </p:nvGrpSpPr>
        <p:grpSpPr>
          <a:xfrm>
            <a:off x="-373415" y="1769148"/>
            <a:ext cx="2507931" cy="2524786"/>
            <a:chOff x="-436691" y="1803458"/>
            <a:chExt cx="3343908" cy="3366380"/>
          </a:xfrm>
        </p:grpSpPr>
        <p:sp>
          <p:nvSpPr>
            <p:cNvPr id="572" name="Google Shape;572;p3"/>
            <p:cNvSpPr txBox="1"/>
            <p:nvPr/>
          </p:nvSpPr>
          <p:spPr>
            <a:xfrm>
              <a:off x="255800" y="2529173"/>
              <a:ext cx="1009800" cy="400069"/>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500"/>
                <a:buFont typeface="Arial"/>
                <a:buNone/>
              </a:pPr>
              <a:r>
                <a:rPr lang="en-US" sz="1500" b="1" i="0" u="none" strike="noStrike" cap="none">
                  <a:solidFill>
                    <a:srgbClr val="00A3B7"/>
                  </a:solidFill>
                  <a:latin typeface="Arial"/>
                  <a:ea typeface="Arial"/>
                  <a:cs typeface="Arial"/>
                  <a:sym typeface="Arial"/>
                </a:rPr>
                <a:t>51</a:t>
              </a:r>
              <a:endParaRPr sz="1500" b="1" i="0" u="none" strike="noStrike" cap="none">
                <a:solidFill>
                  <a:srgbClr val="00A3B7"/>
                </a:solidFill>
                <a:latin typeface="Arial"/>
                <a:ea typeface="Arial"/>
                <a:cs typeface="Arial"/>
                <a:sym typeface="Arial"/>
              </a:endParaRPr>
            </a:p>
          </p:txBody>
        </p:sp>
        <p:sp>
          <p:nvSpPr>
            <p:cNvPr id="573" name="Google Shape;573;p3"/>
            <p:cNvSpPr txBox="1"/>
            <p:nvPr/>
          </p:nvSpPr>
          <p:spPr>
            <a:xfrm>
              <a:off x="1205016" y="2479579"/>
              <a:ext cx="1437000" cy="52318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FFFFFF"/>
                  </a:solidFill>
                  <a:latin typeface="Arial"/>
                  <a:ea typeface="Arial"/>
                  <a:cs typeface="Arial"/>
                  <a:sym typeface="Arial"/>
                </a:rPr>
                <a:t>Countries with Customers</a:t>
              </a:r>
              <a:endParaRPr sz="1800" b="0" i="0" u="none" strike="noStrike" cap="none">
                <a:solidFill>
                  <a:srgbClr val="FFFFFF"/>
                </a:solidFill>
                <a:latin typeface="Arial"/>
                <a:ea typeface="Arial"/>
                <a:cs typeface="Arial"/>
                <a:sym typeface="Arial"/>
              </a:endParaRPr>
            </a:p>
          </p:txBody>
        </p:sp>
        <p:sp>
          <p:nvSpPr>
            <p:cNvPr id="574" name="Google Shape;574;p3"/>
            <p:cNvSpPr txBox="1"/>
            <p:nvPr/>
          </p:nvSpPr>
          <p:spPr>
            <a:xfrm>
              <a:off x="255800" y="3247224"/>
              <a:ext cx="1009800" cy="400069"/>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500"/>
                <a:buFont typeface="Arial"/>
                <a:buNone/>
              </a:pPr>
              <a:r>
                <a:rPr lang="en-US" sz="1500" b="1" i="0" u="none" strike="noStrike" cap="none">
                  <a:solidFill>
                    <a:srgbClr val="00A3B7"/>
                  </a:solidFill>
                  <a:latin typeface="Arial"/>
                  <a:ea typeface="Arial"/>
                  <a:cs typeface="Arial"/>
                  <a:sym typeface="Arial"/>
                </a:rPr>
                <a:t>348M+</a:t>
              </a:r>
              <a:endParaRPr sz="1500" b="1" i="0" u="none" strike="noStrike" cap="none">
                <a:solidFill>
                  <a:srgbClr val="00A3B7"/>
                </a:solidFill>
                <a:latin typeface="Arial"/>
                <a:ea typeface="Arial"/>
                <a:cs typeface="Arial"/>
                <a:sym typeface="Arial"/>
              </a:endParaRPr>
            </a:p>
          </p:txBody>
        </p:sp>
        <p:sp>
          <p:nvSpPr>
            <p:cNvPr id="575" name="Google Shape;575;p3"/>
            <p:cNvSpPr txBox="1"/>
            <p:nvPr/>
          </p:nvSpPr>
          <p:spPr>
            <a:xfrm>
              <a:off x="1205016" y="3199944"/>
              <a:ext cx="1336500" cy="52318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FFFFFF"/>
                  </a:solidFill>
                  <a:latin typeface="Arial"/>
                  <a:ea typeface="Arial"/>
                  <a:cs typeface="Arial"/>
                  <a:sym typeface="Arial"/>
                </a:rPr>
                <a:t>Transactions Processes</a:t>
              </a:r>
              <a:endParaRPr sz="1800" b="0" i="0" u="none" strike="noStrike" cap="none">
                <a:solidFill>
                  <a:srgbClr val="FFFFFF"/>
                </a:solidFill>
                <a:latin typeface="Arial"/>
                <a:ea typeface="Arial"/>
                <a:cs typeface="Arial"/>
                <a:sym typeface="Arial"/>
              </a:endParaRPr>
            </a:p>
          </p:txBody>
        </p:sp>
        <p:sp>
          <p:nvSpPr>
            <p:cNvPr id="576" name="Google Shape;576;p3"/>
            <p:cNvSpPr txBox="1"/>
            <p:nvPr/>
          </p:nvSpPr>
          <p:spPr>
            <a:xfrm>
              <a:off x="-161631" y="1855365"/>
              <a:ext cx="1427400" cy="400069"/>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500"/>
                <a:buFont typeface="Arial"/>
                <a:buNone/>
              </a:pPr>
              <a:r>
                <a:rPr lang="en-US" sz="1500" b="1" i="0" u="none" strike="noStrike" cap="none">
                  <a:solidFill>
                    <a:srgbClr val="00A3B7"/>
                  </a:solidFill>
                  <a:latin typeface="Arial"/>
                  <a:ea typeface="Arial"/>
                  <a:cs typeface="Arial"/>
                  <a:sym typeface="Arial"/>
                </a:rPr>
                <a:t>1,500+</a:t>
              </a:r>
              <a:endParaRPr sz="1500" b="1" i="0" u="none" strike="noStrike" cap="none">
                <a:solidFill>
                  <a:srgbClr val="00A3B7"/>
                </a:solidFill>
                <a:latin typeface="Arial"/>
                <a:ea typeface="Arial"/>
                <a:cs typeface="Arial"/>
                <a:sym typeface="Arial"/>
              </a:endParaRPr>
            </a:p>
          </p:txBody>
        </p:sp>
        <p:sp>
          <p:nvSpPr>
            <p:cNvPr id="577" name="Google Shape;577;p3"/>
            <p:cNvSpPr txBox="1"/>
            <p:nvPr/>
          </p:nvSpPr>
          <p:spPr>
            <a:xfrm>
              <a:off x="1205017" y="1803458"/>
              <a:ext cx="1117800" cy="52318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FFFFFF"/>
                  </a:solidFill>
                  <a:latin typeface="Arial"/>
                  <a:ea typeface="Arial"/>
                  <a:cs typeface="Arial"/>
                  <a:sym typeface="Arial"/>
                </a:rPr>
                <a:t>Total</a:t>
              </a:r>
              <a:br>
                <a:rPr lang="en-US" sz="1050" b="0" i="0" u="none" strike="noStrike" cap="none">
                  <a:solidFill>
                    <a:srgbClr val="FFFFFF"/>
                  </a:solidFill>
                  <a:latin typeface="Arial"/>
                  <a:ea typeface="Arial"/>
                  <a:cs typeface="Arial"/>
                  <a:sym typeface="Arial"/>
                </a:rPr>
              </a:br>
              <a:r>
                <a:rPr lang="en-US" sz="1050" b="0" i="0" u="none" strike="noStrike" cap="none">
                  <a:solidFill>
                    <a:srgbClr val="FFFFFF"/>
                  </a:solidFill>
                  <a:latin typeface="Arial"/>
                  <a:ea typeface="Arial"/>
                  <a:cs typeface="Arial"/>
                  <a:sym typeface="Arial"/>
                </a:rPr>
                <a:t>Customers</a:t>
              </a:r>
              <a:endParaRPr sz="1800" b="0" i="0" u="none" strike="noStrike" cap="none">
                <a:solidFill>
                  <a:srgbClr val="FFFFFF"/>
                </a:solidFill>
                <a:latin typeface="Arial"/>
                <a:ea typeface="Arial"/>
                <a:cs typeface="Arial"/>
                <a:sym typeface="Arial"/>
              </a:endParaRPr>
            </a:p>
          </p:txBody>
        </p:sp>
        <p:sp>
          <p:nvSpPr>
            <p:cNvPr id="578" name="Google Shape;578;p3"/>
            <p:cNvSpPr txBox="1"/>
            <p:nvPr/>
          </p:nvSpPr>
          <p:spPr>
            <a:xfrm>
              <a:off x="-436691" y="3928403"/>
              <a:ext cx="1702200" cy="400069"/>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500"/>
                <a:buFont typeface="Arial"/>
                <a:buNone/>
              </a:pPr>
              <a:r>
                <a:rPr lang="en-US" sz="1500" b="1" i="0" u="none" strike="noStrike" cap="none">
                  <a:solidFill>
                    <a:srgbClr val="00A3B7"/>
                  </a:solidFill>
                  <a:latin typeface="Arial"/>
                  <a:ea typeface="Arial"/>
                  <a:cs typeface="Arial"/>
                  <a:sym typeface="Arial"/>
                </a:rPr>
                <a:t>339K+</a:t>
              </a:r>
              <a:endParaRPr sz="1500" b="1" i="0" u="none" strike="noStrike" cap="none">
                <a:solidFill>
                  <a:srgbClr val="00A3B7"/>
                </a:solidFill>
                <a:latin typeface="Arial"/>
                <a:ea typeface="Arial"/>
                <a:cs typeface="Arial"/>
                <a:sym typeface="Arial"/>
              </a:endParaRPr>
            </a:p>
          </p:txBody>
        </p:sp>
        <p:sp>
          <p:nvSpPr>
            <p:cNvPr id="579" name="Google Shape;579;p3"/>
            <p:cNvSpPr txBox="1"/>
            <p:nvPr/>
          </p:nvSpPr>
          <p:spPr>
            <a:xfrm>
              <a:off x="1205017" y="3883435"/>
              <a:ext cx="1527300" cy="52318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FFFFFF"/>
                  </a:solidFill>
                  <a:latin typeface="Arial"/>
                  <a:ea typeface="Arial"/>
                  <a:cs typeface="Arial"/>
                  <a:sym typeface="Arial"/>
                </a:rPr>
                <a:t>Active Network  Links</a:t>
              </a:r>
              <a:endParaRPr sz="1050" b="0" i="0" u="none" strike="noStrike" cap="none">
                <a:solidFill>
                  <a:srgbClr val="FFFFFF"/>
                </a:solidFill>
                <a:latin typeface="Arial"/>
                <a:ea typeface="Arial"/>
                <a:cs typeface="Arial"/>
                <a:sym typeface="Arial"/>
              </a:endParaRPr>
            </a:p>
          </p:txBody>
        </p:sp>
        <p:sp>
          <p:nvSpPr>
            <p:cNvPr id="580" name="Google Shape;580;p3"/>
            <p:cNvSpPr txBox="1"/>
            <p:nvPr/>
          </p:nvSpPr>
          <p:spPr>
            <a:xfrm>
              <a:off x="-436691" y="4689313"/>
              <a:ext cx="1702200" cy="400069"/>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500"/>
                <a:buFont typeface="Arial"/>
                <a:buNone/>
              </a:pPr>
              <a:r>
                <a:rPr lang="en-US" sz="1500" b="1" i="0" u="none" strike="noStrike" cap="none">
                  <a:solidFill>
                    <a:srgbClr val="00A3B7"/>
                  </a:solidFill>
                  <a:latin typeface="Arial"/>
                  <a:ea typeface="Arial"/>
                  <a:cs typeface="Arial"/>
                  <a:sym typeface="Arial"/>
                </a:rPr>
                <a:t>$4.4B+</a:t>
              </a:r>
              <a:endParaRPr sz="1500" b="1" i="0" u="none" strike="noStrike" cap="none">
                <a:solidFill>
                  <a:srgbClr val="00A3B7"/>
                </a:solidFill>
                <a:latin typeface="Arial"/>
                <a:ea typeface="Arial"/>
                <a:cs typeface="Arial"/>
                <a:sym typeface="Arial"/>
              </a:endParaRPr>
            </a:p>
          </p:txBody>
        </p:sp>
        <p:sp>
          <p:nvSpPr>
            <p:cNvPr id="581" name="Google Shape;581;p3"/>
            <p:cNvSpPr txBox="1"/>
            <p:nvPr/>
          </p:nvSpPr>
          <p:spPr>
            <a:xfrm>
              <a:off x="1205017" y="4646658"/>
              <a:ext cx="1702200" cy="52318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FFFFFF"/>
                  </a:solidFill>
                  <a:latin typeface="Arial"/>
                  <a:ea typeface="Arial"/>
                  <a:cs typeface="Arial"/>
                  <a:sym typeface="Arial"/>
                </a:rPr>
                <a:t>P2P Integration Customer Savings</a:t>
              </a:r>
              <a:endParaRPr sz="1050" b="0" i="0" u="none" strike="noStrike" cap="none">
                <a:solidFill>
                  <a:srgbClr val="000000"/>
                </a:solidFill>
                <a:latin typeface="Arial"/>
                <a:ea typeface="Arial"/>
                <a:cs typeface="Arial"/>
                <a:sym typeface="Arial"/>
              </a:endParaRPr>
            </a:p>
          </p:txBody>
        </p:sp>
      </p:grpSp>
      <p:pic>
        <p:nvPicPr>
          <p:cNvPr id="582" name="Google Shape;582;p3"/>
          <p:cNvPicPr preferRelativeResize="0"/>
          <p:nvPr/>
        </p:nvPicPr>
        <p:blipFill rotWithShape="1">
          <a:blip r:embed="rId3">
            <a:alphaModFix/>
          </a:blip>
          <a:srcRect/>
          <a:stretch/>
        </p:blipFill>
        <p:spPr>
          <a:xfrm>
            <a:off x="4358077" y="2644404"/>
            <a:ext cx="2328050" cy="1965074"/>
          </a:xfrm>
          <a:prstGeom prst="rect">
            <a:avLst/>
          </a:prstGeom>
          <a:noFill/>
          <a:ln>
            <a:noFill/>
          </a:ln>
        </p:spPr>
      </p:pic>
      <p:sp>
        <p:nvSpPr>
          <p:cNvPr id="583" name="Google Shape;583;p3"/>
          <p:cNvSpPr txBox="1"/>
          <p:nvPr/>
        </p:nvSpPr>
        <p:spPr>
          <a:xfrm>
            <a:off x="2208917" y="3941315"/>
            <a:ext cx="1810575" cy="196177"/>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825"/>
              <a:buFont typeface="Arial"/>
              <a:buNone/>
            </a:pPr>
            <a:r>
              <a:rPr lang="en-US" sz="825" b="1" i="0" u="none" strike="noStrike" cap="none">
                <a:solidFill>
                  <a:srgbClr val="E6E51E"/>
                </a:solidFill>
                <a:latin typeface="Arial"/>
                <a:ea typeface="Arial"/>
                <a:cs typeface="Arial"/>
                <a:sym typeface="Arial"/>
              </a:rPr>
              <a:t>Healthcare &amp; Pharmacy</a:t>
            </a:r>
            <a:endParaRPr sz="1050" b="0" i="0" u="none" strike="noStrike" cap="none">
              <a:solidFill>
                <a:srgbClr val="E6E51E"/>
              </a:solidFill>
              <a:latin typeface="Arial"/>
              <a:ea typeface="Arial"/>
              <a:cs typeface="Arial"/>
              <a:sym typeface="Arial"/>
            </a:endParaRPr>
          </a:p>
        </p:txBody>
      </p:sp>
      <p:sp>
        <p:nvSpPr>
          <p:cNvPr id="584" name="Google Shape;584;p3"/>
          <p:cNvSpPr txBox="1"/>
          <p:nvPr/>
        </p:nvSpPr>
        <p:spPr>
          <a:xfrm>
            <a:off x="2259848" y="4102979"/>
            <a:ext cx="1708650" cy="196177"/>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825"/>
              <a:buFont typeface="Arial"/>
              <a:buNone/>
            </a:pPr>
            <a:r>
              <a:rPr lang="en-US" sz="825" b="0" i="0" u="none" strike="noStrike" cap="none">
                <a:solidFill>
                  <a:srgbClr val="FFFFFF"/>
                </a:solidFill>
                <a:latin typeface="Arial"/>
                <a:ea typeface="Arial"/>
                <a:cs typeface="Arial"/>
                <a:sym typeface="Arial"/>
              </a:rPr>
              <a:t>301 Customers | 249K+ Partners</a:t>
            </a:r>
            <a:endParaRPr sz="825" b="0" i="0" u="none" strike="noStrike" cap="none">
              <a:solidFill>
                <a:srgbClr val="000000"/>
              </a:solidFill>
              <a:latin typeface="Arial"/>
              <a:ea typeface="Arial"/>
              <a:cs typeface="Arial"/>
              <a:sym typeface="Arial"/>
            </a:endParaRPr>
          </a:p>
        </p:txBody>
      </p:sp>
      <p:grpSp>
        <p:nvGrpSpPr>
          <p:cNvPr id="585" name="Google Shape;585;p3"/>
          <p:cNvGrpSpPr/>
          <p:nvPr/>
        </p:nvGrpSpPr>
        <p:grpSpPr>
          <a:xfrm>
            <a:off x="2698627" y="3074939"/>
            <a:ext cx="831359" cy="831359"/>
            <a:chOff x="237938" y="4532097"/>
            <a:chExt cx="1179232" cy="1179232"/>
          </a:xfrm>
        </p:grpSpPr>
        <p:pic>
          <p:nvPicPr>
            <p:cNvPr id="586" name="Google Shape;586;p3" descr="Cedars-Sinai"/>
            <p:cNvPicPr preferRelativeResize="0"/>
            <p:nvPr/>
          </p:nvPicPr>
          <p:blipFill rotWithShape="1">
            <a:blip r:embed="rId4">
              <a:alphaModFix/>
            </a:blip>
            <a:srcRect/>
            <a:stretch/>
          </p:blipFill>
          <p:spPr>
            <a:xfrm>
              <a:off x="792645" y="5137415"/>
              <a:ext cx="382467" cy="122585"/>
            </a:xfrm>
            <a:prstGeom prst="rect">
              <a:avLst/>
            </a:prstGeom>
            <a:noFill/>
            <a:ln>
              <a:noFill/>
            </a:ln>
          </p:spPr>
        </p:pic>
        <p:grpSp>
          <p:nvGrpSpPr>
            <p:cNvPr id="587" name="Google Shape;587;p3"/>
            <p:cNvGrpSpPr/>
            <p:nvPr/>
          </p:nvGrpSpPr>
          <p:grpSpPr>
            <a:xfrm>
              <a:off x="237938" y="4532097"/>
              <a:ext cx="1179232" cy="1179232"/>
              <a:chOff x="8997969" y="2412405"/>
              <a:chExt cx="2048700" cy="2048700"/>
            </a:xfrm>
          </p:grpSpPr>
          <p:sp>
            <p:nvSpPr>
              <p:cNvPr id="588" name="Google Shape;588;p3"/>
              <p:cNvSpPr/>
              <p:nvPr/>
            </p:nvSpPr>
            <p:spPr>
              <a:xfrm>
                <a:off x="8997969" y="2412405"/>
                <a:ext cx="2048700" cy="2048700"/>
              </a:xfrm>
              <a:prstGeom prst="ellipse">
                <a:avLst/>
              </a:prstGeom>
              <a:solidFill>
                <a:schemeClr val="lt1"/>
              </a:solidFill>
              <a:ln w="38100" cap="flat" cmpd="sng">
                <a:solidFill>
                  <a:schemeClr val="accent3"/>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FFFFFF"/>
                  </a:solidFill>
                  <a:latin typeface="Arial"/>
                  <a:ea typeface="Arial"/>
                  <a:cs typeface="Arial"/>
                  <a:sym typeface="Arial"/>
                </a:endParaRPr>
              </a:p>
            </p:txBody>
          </p:sp>
          <p:pic>
            <p:nvPicPr>
              <p:cNvPr id="589" name="Google Shape;589;p3" descr="http://www.logodesignlove.com/images/evolution/wegmans-logo-design.gif"/>
              <p:cNvPicPr preferRelativeResize="0"/>
              <p:nvPr/>
            </p:nvPicPr>
            <p:blipFill rotWithShape="1">
              <a:blip r:embed="rId5">
                <a:alphaModFix/>
              </a:blip>
              <a:srcRect l="15818" t="20517" r="16973" b="17362"/>
              <a:stretch/>
            </p:blipFill>
            <p:spPr>
              <a:xfrm>
                <a:off x="9329288" y="2873873"/>
                <a:ext cx="630280" cy="220555"/>
              </a:xfrm>
              <a:prstGeom prst="rect">
                <a:avLst/>
              </a:prstGeom>
              <a:noFill/>
              <a:ln>
                <a:noFill/>
              </a:ln>
            </p:spPr>
          </p:pic>
          <p:pic>
            <p:nvPicPr>
              <p:cNvPr id="590" name="Google Shape;590;p3" descr="http://www.findthatlogo.com/wp-content/uploads/2014/03/albertsons-logo.png"/>
              <p:cNvPicPr preferRelativeResize="0"/>
              <p:nvPr/>
            </p:nvPicPr>
            <p:blipFill rotWithShape="1">
              <a:blip r:embed="rId6">
                <a:alphaModFix/>
              </a:blip>
              <a:srcRect l="5937" t="16527" r="6366" b="17878"/>
              <a:stretch/>
            </p:blipFill>
            <p:spPr>
              <a:xfrm>
                <a:off x="9926547" y="3181822"/>
                <a:ext cx="367543" cy="269596"/>
              </a:xfrm>
              <a:prstGeom prst="rect">
                <a:avLst/>
              </a:prstGeom>
              <a:noFill/>
              <a:ln>
                <a:noFill/>
              </a:ln>
            </p:spPr>
          </p:pic>
          <p:pic>
            <p:nvPicPr>
              <p:cNvPr id="591" name="Google Shape;591;p3" descr="https://pbs.twimg.com/profile_images/444571117227753472/iKF6Y0ic.jpeg"/>
              <p:cNvPicPr preferRelativeResize="0"/>
              <p:nvPr/>
            </p:nvPicPr>
            <p:blipFill rotWithShape="1">
              <a:blip r:embed="rId7">
                <a:alphaModFix/>
              </a:blip>
              <a:srcRect/>
              <a:stretch/>
            </p:blipFill>
            <p:spPr>
              <a:xfrm>
                <a:off x="9763059" y="3991687"/>
                <a:ext cx="615459" cy="148108"/>
              </a:xfrm>
              <a:prstGeom prst="rect">
                <a:avLst/>
              </a:prstGeom>
              <a:noFill/>
              <a:ln>
                <a:noFill/>
              </a:ln>
            </p:spPr>
          </p:pic>
          <p:pic>
            <p:nvPicPr>
              <p:cNvPr id="592" name="Google Shape;592;p3" descr="http://dcprojection.com/wp-content/uploads/2015/11/JHM21.jpg"/>
              <p:cNvPicPr preferRelativeResize="0"/>
              <p:nvPr/>
            </p:nvPicPr>
            <p:blipFill rotWithShape="1">
              <a:blip r:embed="rId8">
                <a:alphaModFix/>
              </a:blip>
              <a:srcRect/>
              <a:stretch/>
            </p:blipFill>
            <p:spPr>
              <a:xfrm>
                <a:off x="9312683" y="3637553"/>
                <a:ext cx="546012" cy="257446"/>
              </a:xfrm>
              <a:prstGeom prst="rect">
                <a:avLst/>
              </a:prstGeom>
              <a:noFill/>
              <a:ln>
                <a:noFill/>
              </a:ln>
            </p:spPr>
          </p:pic>
          <p:pic>
            <p:nvPicPr>
              <p:cNvPr id="593" name="Google Shape;593;p3" descr="Image result for medstar health"/>
              <p:cNvPicPr preferRelativeResize="0"/>
              <p:nvPr/>
            </p:nvPicPr>
            <p:blipFill rotWithShape="1">
              <a:blip r:embed="rId9">
                <a:alphaModFix/>
              </a:blip>
              <a:srcRect/>
              <a:stretch/>
            </p:blipFill>
            <p:spPr>
              <a:xfrm>
                <a:off x="10130735" y="3680766"/>
                <a:ext cx="588929" cy="156357"/>
              </a:xfrm>
              <a:prstGeom prst="rect">
                <a:avLst/>
              </a:prstGeom>
              <a:noFill/>
              <a:ln>
                <a:noFill/>
              </a:ln>
            </p:spPr>
          </p:pic>
          <p:pic>
            <p:nvPicPr>
              <p:cNvPr id="594" name="Google Shape;594;p3" descr="https://cvshealth.com/sites/default/themes/cvs/img/logo-cvs-health-hd.png"/>
              <p:cNvPicPr preferRelativeResize="0"/>
              <p:nvPr/>
            </p:nvPicPr>
            <p:blipFill rotWithShape="1">
              <a:blip r:embed="rId10">
                <a:alphaModFix/>
              </a:blip>
              <a:srcRect/>
              <a:stretch/>
            </p:blipFill>
            <p:spPr>
              <a:xfrm>
                <a:off x="9534661" y="2655569"/>
                <a:ext cx="946830" cy="118974"/>
              </a:xfrm>
              <a:prstGeom prst="rect">
                <a:avLst/>
              </a:prstGeom>
              <a:noFill/>
              <a:ln>
                <a:noFill/>
              </a:ln>
            </p:spPr>
          </p:pic>
          <p:pic>
            <p:nvPicPr>
              <p:cNvPr id="595" name="Google Shape;595;p3"/>
              <p:cNvPicPr preferRelativeResize="0"/>
              <p:nvPr/>
            </p:nvPicPr>
            <p:blipFill rotWithShape="1">
              <a:blip r:embed="rId11">
                <a:alphaModFix/>
              </a:blip>
              <a:srcRect/>
              <a:stretch/>
            </p:blipFill>
            <p:spPr>
              <a:xfrm>
                <a:off x="10406235" y="2921576"/>
                <a:ext cx="367543" cy="302723"/>
              </a:xfrm>
              <a:prstGeom prst="rect">
                <a:avLst/>
              </a:prstGeom>
              <a:noFill/>
              <a:ln>
                <a:noFill/>
              </a:ln>
            </p:spPr>
          </p:pic>
          <p:pic>
            <p:nvPicPr>
              <p:cNvPr id="596" name="Google Shape;596;p3" descr="Cedars-Sinai"/>
              <p:cNvPicPr preferRelativeResize="0"/>
              <p:nvPr/>
            </p:nvPicPr>
            <p:blipFill rotWithShape="1">
              <a:blip r:embed="rId12">
                <a:alphaModFix/>
              </a:blip>
              <a:srcRect/>
              <a:stretch/>
            </p:blipFill>
            <p:spPr>
              <a:xfrm>
                <a:off x="9086959" y="3273742"/>
                <a:ext cx="641618" cy="205647"/>
              </a:xfrm>
              <a:prstGeom prst="rect">
                <a:avLst/>
              </a:prstGeom>
              <a:noFill/>
              <a:ln>
                <a:noFill/>
              </a:ln>
            </p:spPr>
          </p:pic>
        </p:grpSp>
      </p:grpSp>
      <p:sp>
        <p:nvSpPr>
          <p:cNvPr id="597" name="Google Shape;597;p3"/>
          <p:cNvSpPr txBox="1"/>
          <p:nvPr/>
        </p:nvSpPr>
        <p:spPr>
          <a:xfrm>
            <a:off x="2910878" y="2493985"/>
            <a:ext cx="1522575" cy="196177"/>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825"/>
              <a:buFont typeface="Arial"/>
              <a:buNone/>
            </a:pPr>
            <a:r>
              <a:rPr lang="en-US" sz="825" b="1" i="0" u="none" strike="noStrike" cap="none">
                <a:solidFill>
                  <a:srgbClr val="E6E51E"/>
                </a:solidFill>
                <a:latin typeface="Arial"/>
                <a:ea typeface="Arial"/>
                <a:cs typeface="Arial"/>
                <a:sym typeface="Arial"/>
              </a:rPr>
              <a:t>Distribution &amp; Logistics</a:t>
            </a:r>
            <a:endParaRPr sz="1050" b="0" i="0" u="none" strike="noStrike" cap="none">
              <a:solidFill>
                <a:srgbClr val="E6E51E"/>
              </a:solidFill>
              <a:latin typeface="Arial"/>
              <a:ea typeface="Arial"/>
              <a:cs typeface="Arial"/>
              <a:sym typeface="Arial"/>
            </a:endParaRPr>
          </a:p>
        </p:txBody>
      </p:sp>
      <p:sp>
        <p:nvSpPr>
          <p:cNvPr id="598" name="Google Shape;598;p3"/>
          <p:cNvSpPr txBox="1"/>
          <p:nvPr/>
        </p:nvSpPr>
        <p:spPr>
          <a:xfrm>
            <a:off x="2817864" y="2646179"/>
            <a:ext cx="1708650" cy="196177"/>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825"/>
              <a:buFont typeface="Arial"/>
              <a:buNone/>
            </a:pPr>
            <a:r>
              <a:rPr lang="en-US" sz="825" b="0" i="0" u="none" strike="noStrike" cap="none">
                <a:solidFill>
                  <a:srgbClr val="FFFFFF"/>
                </a:solidFill>
                <a:latin typeface="Arial"/>
                <a:ea typeface="Arial"/>
                <a:cs typeface="Arial"/>
                <a:sym typeface="Arial"/>
              </a:rPr>
              <a:t>64 Customers | 870+ Partners</a:t>
            </a:r>
            <a:endParaRPr sz="825" b="0" i="0" u="none" strike="noStrike" cap="none">
              <a:solidFill>
                <a:srgbClr val="000000"/>
              </a:solidFill>
              <a:latin typeface="Arial"/>
              <a:ea typeface="Arial"/>
              <a:cs typeface="Arial"/>
              <a:sym typeface="Arial"/>
            </a:endParaRPr>
          </a:p>
        </p:txBody>
      </p:sp>
      <p:grpSp>
        <p:nvGrpSpPr>
          <p:cNvPr id="599" name="Google Shape;599;p3"/>
          <p:cNvGrpSpPr/>
          <p:nvPr/>
        </p:nvGrpSpPr>
        <p:grpSpPr>
          <a:xfrm>
            <a:off x="3267736" y="1640689"/>
            <a:ext cx="809288" cy="809288"/>
            <a:chOff x="7497760" y="2535043"/>
            <a:chExt cx="2073900" cy="2073900"/>
          </a:xfrm>
        </p:grpSpPr>
        <p:sp>
          <p:nvSpPr>
            <p:cNvPr id="600" name="Google Shape;600;p3"/>
            <p:cNvSpPr/>
            <p:nvPr/>
          </p:nvSpPr>
          <p:spPr>
            <a:xfrm>
              <a:off x="7497760" y="2535043"/>
              <a:ext cx="2073900" cy="2073900"/>
            </a:xfrm>
            <a:prstGeom prst="ellipse">
              <a:avLst/>
            </a:prstGeom>
            <a:solidFill>
              <a:schemeClr val="lt1"/>
            </a:solidFill>
            <a:ln w="38100" cap="flat" cmpd="sng">
              <a:solidFill>
                <a:schemeClr val="accent3"/>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FFFFFF"/>
                </a:solidFill>
                <a:latin typeface="Arial"/>
                <a:ea typeface="Arial"/>
                <a:cs typeface="Arial"/>
                <a:sym typeface="Arial"/>
              </a:endParaRPr>
            </a:p>
          </p:txBody>
        </p:sp>
        <p:pic>
          <p:nvPicPr>
            <p:cNvPr id="601" name="Google Shape;601;p3" descr="http://cdn2.hubspot.net/hub/478521/file-2463127596-png/smart-img/smartfill-logo.png?t=1424457820839"/>
            <p:cNvPicPr preferRelativeResize="0"/>
            <p:nvPr/>
          </p:nvPicPr>
          <p:blipFill rotWithShape="1">
            <a:blip r:embed="rId13">
              <a:alphaModFix/>
            </a:blip>
            <a:srcRect/>
            <a:stretch/>
          </p:blipFill>
          <p:spPr>
            <a:xfrm>
              <a:off x="7822461" y="3892571"/>
              <a:ext cx="807637" cy="172491"/>
            </a:xfrm>
            <a:prstGeom prst="rect">
              <a:avLst/>
            </a:prstGeom>
            <a:noFill/>
            <a:ln>
              <a:noFill/>
            </a:ln>
          </p:spPr>
        </p:pic>
        <p:pic>
          <p:nvPicPr>
            <p:cNvPr id="602" name="Google Shape;602;p3" descr="http://www.nsh.org/sites/default/files/Biocare-Medical-Logo-CMYK.jpg?1274298370"/>
            <p:cNvPicPr preferRelativeResize="0"/>
            <p:nvPr/>
          </p:nvPicPr>
          <p:blipFill rotWithShape="1">
            <a:blip r:embed="rId14">
              <a:alphaModFix/>
            </a:blip>
            <a:srcRect/>
            <a:stretch/>
          </p:blipFill>
          <p:spPr>
            <a:xfrm>
              <a:off x="7706950" y="3496521"/>
              <a:ext cx="626762" cy="175066"/>
            </a:xfrm>
            <a:prstGeom prst="rect">
              <a:avLst/>
            </a:prstGeom>
            <a:noFill/>
            <a:ln>
              <a:noFill/>
            </a:ln>
          </p:spPr>
        </p:pic>
        <p:pic>
          <p:nvPicPr>
            <p:cNvPr id="603" name="Google Shape;603;p3" descr="https://media.licdn.com/media/p/7/005/08c/057/2edcd20.png"/>
            <p:cNvPicPr preferRelativeResize="0"/>
            <p:nvPr/>
          </p:nvPicPr>
          <p:blipFill rotWithShape="1">
            <a:blip r:embed="rId15">
              <a:alphaModFix/>
            </a:blip>
            <a:srcRect/>
            <a:stretch/>
          </p:blipFill>
          <p:spPr>
            <a:xfrm>
              <a:off x="8167526" y="2772490"/>
              <a:ext cx="749183" cy="304484"/>
            </a:xfrm>
            <a:prstGeom prst="rect">
              <a:avLst/>
            </a:prstGeom>
            <a:noFill/>
            <a:ln>
              <a:noFill/>
            </a:ln>
          </p:spPr>
        </p:pic>
        <p:pic>
          <p:nvPicPr>
            <p:cNvPr id="604" name="Google Shape;604;p3" descr="https://www.cap-pharmacists.com/wp-content/uploads/2012/07/johAli_logo.jpg"/>
            <p:cNvPicPr preferRelativeResize="0"/>
            <p:nvPr/>
          </p:nvPicPr>
          <p:blipFill rotWithShape="1">
            <a:blip r:embed="rId16">
              <a:alphaModFix/>
            </a:blip>
            <a:srcRect/>
            <a:stretch/>
          </p:blipFill>
          <p:spPr>
            <a:xfrm>
              <a:off x="8126879" y="4117838"/>
              <a:ext cx="984698" cy="264499"/>
            </a:xfrm>
            <a:prstGeom prst="rect">
              <a:avLst/>
            </a:prstGeom>
            <a:noFill/>
            <a:ln>
              <a:noFill/>
            </a:ln>
          </p:spPr>
        </p:pic>
        <p:pic>
          <p:nvPicPr>
            <p:cNvPr id="605" name="Google Shape;605;p3" descr="Henry-Schein-Logo - Sacramento District Dental Society"/>
            <p:cNvPicPr preferRelativeResize="0"/>
            <p:nvPr/>
          </p:nvPicPr>
          <p:blipFill rotWithShape="1">
            <a:blip r:embed="rId17">
              <a:alphaModFix/>
            </a:blip>
            <a:srcRect/>
            <a:stretch/>
          </p:blipFill>
          <p:spPr>
            <a:xfrm>
              <a:off x="8315613" y="3592949"/>
              <a:ext cx="1138799" cy="264496"/>
            </a:xfrm>
            <a:prstGeom prst="rect">
              <a:avLst/>
            </a:prstGeom>
            <a:noFill/>
            <a:ln>
              <a:noFill/>
            </a:ln>
          </p:spPr>
        </p:pic>
        <p:pic>
          <p:nvPicPr>
            <p:cNvPr id="606" name="Google Shape;606;p3" descr="DHL Logo - PNG and Vector - Logo Download"/>
            <p:cNvPicPr preferRelativeResize="0"/>
            <p:nvPr/>
          </p:nvPicPr>
          <p:blipFill rotWithShape="1">
            <a:blip r:embed="rId18">
              <a:alphaModFix/>
            </a:blip>
            <a:srcRect/>
            <a:stretch/>
          </p:blipFill>
          <p:spPr>
            <a:xfrm>
              <a:off x="8619228" y="3255758"/>
              <a:ext cx="803244" cy="177906"/>
            </a:xfrm>
            <a:prstGeom prst="rect">
              <a:avLst/>
            </a:prstGeom>
            <a:noFill/>
            <a:ln>
              <a:noFill/>
            </a:ln>
          </p:spPr>
        </p:pic>
        <p:pic>
          <p:nvPicPr>
            <p:cNvPr id="607" name="Google Shape;607;p3" descr="McKesson | Medical Supplies, Pharmaceuticals &amp; Healthcare Solutions"/>
            <p:cNvPicPr preferRelativeResize="0"/>
            <p:nvPr/>
          </p:nvPicPr>
          <p:blipFill rotWithShape="1">
            <a:blip r:embed="rId19">
              <a:alphaModFix/>
            </a:blip>
            <a:srcRect/>
            <a:stretch/>
          </p:blipFill>
          <p:spPr>
            <a:xfrm>
              <a:off x="7669927" y="3224759"/>
              <a:ext cx="854801" cy="115398"/>
            </a:xfrm>
            <a:prstGeom prst="rect">
              <a:avLst/>
            </a:prstGeom>
            <a:noFill/>
            <a:ln>
              <a:noFill/>
            </a:ln>
          </p:spPr>
        </p:pic>
      </p:grpSp>
      <p:sp>
        <p:nvSpPr>
          <p:cNvPr id="608" name="Google Shape;608;p3"/>
          <p:cNvSpPr txBox="1"/>
          <p:nvPr/>
        </p:nvSpPr>
        <p:spPr>
          <a:xfrm>
            <a:off x="4645832" y="2249731"/>
            <a:ext cx="1740375" cy="196177"/>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825"/>
              <a:buFont typeface="Arial"/>
              <a:buNone/>
            </a:pPr>
            <a:r>
              <a:rPr lang="en-US" sz="825" b="1" i="0" u="none" strike="noStrike" cap="none">
                <a:solidFill>
                  <a:srgbClr val="E6E51E"/>
                </a:solidFill>
                <a:latin typeface="Arial"/>
                <a:ea typeface="Arial"/>
                <a:cs typeface="Arial"/>
                <a:sym typeface="Arial"/>
              </a:rPr>
              <a:t>Life Sciences Manufacturing</a:t>
            </a:r>
            <a:endParaRPr sz="1050" b="0" i="0" u="none" strike="noStrike" cap="none">
              <a:solidFill>
                <a:srgbClr val="E6E51E"/>
              </a:solidFill>
              <a:latin typeface="Arial"/>
              <a:ea typeface="Arial"/>
              <a:cs typeface="Arial"/>
              <a:sym typeface="Arial"/>
            </a:endParaRPr>
          </a:p>
        </p:txBody>
      </p:sp>
      <p:sp>
        <p:nvSpPr>
          <p:cNvPr id="609" name="Google Shape;609;p3"/>
          <p:cNvSpPr txBox="1"/>
          <p:nvPr/>
        </p:nvSpPr>
        <p:spPr>
          <a:xfrm>
            <a:off x="4661748" y="2398210"/>
            <a:ext cx="1708650" cy="196177"/>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825"/>
              <a:buFont typeface="Arial"/>
              <a:buNone/>
            </a:pPr>
            <a:r>
              <a:rPr lang="en-US" sz="825" b="0" i="0" u="none" strike="noStrike" cap="none">
                <a:solidFill>
                  <a:srgbClr val="FFFFFF"/>
                </a:solidFill>
                <a:latin typeface="Arial"/>
                <a:ea typeface="Arial"/>
                <a:cs typeface="Arial"/>
                <a:sym typeface="Arial"/>
              </a:rPr>
              <a:t>776 Customers | 1,816+ Partners</a:t>
            </a:r>
            <a:endParaRPr sz="825" b="0" i="0" u="none" strike="noStrike" cap="none">
              <a:solidFill>
                <a:srgbClr val="000000"/>
              </a:solidFill>
              <a:latin typeface="Arial"/>
              <a:ea typeface="Arial"/>
              <a:cs typeface="Arial"/>
              <a:sym typeface="Arial"/>
            </a:endParaRPr>
          </a:p>
        </p:txBody>
      </p:sp>
      <p:grpSp>
        <p:nvGrpSpPr>
          <p:cNvPr id="610" name="Google Shape;610;p3"/>
          <p:cNvGrpSpPr/>
          <p:nvPr/>
        </p:nvGrpSpPr>
        <p:grpSpPr>
          <a:xfrm>
            <a:off x="5089979" y="1379603"/>
            <a:ext cx="852080" cy="852080"/>
            <a:chOff x="5116988" y="2536404"/>
            <a:chExt cx="2066400" cy="2066400"/>
          </a:xfrm>
        </p:grpSpPr>
        <p:sp>
          <p:nvSpPr>
            <p:cNvPr id="611" name="Google Shape;611;p3"/>
            <p:cNvSpPr/>
            <p:nvPr/>
          </p:nvSpPr>
          <p:spPr>
            <a:xfrm>
              <a:off x="5116988" y="2536404"/>
              <a:ext cx="2066400" cy="2066400"/>
            </a:xfrm>
            <a:prstGeom prst="ellipse">
              <a:avLst/>
            </a:prstGeom>
            <a:solidFill>
              <a:schemeClr val="lt1"/>
            </a:solidFill>
            <a:ln w="38100" cap="flat" cmpd="sng">
              <a:solidFill>
                <a:schemeClr val="accent3"/>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FFFFFF"/>
                </a:solidFill>
                <a:latin typeface="Arial"/>
                <a:ea typeface="Arial"/>
                <a:cs typeface="Arial"/>
                <a:sym typeface="Arial"/>
              </a:endParaRPr>
            </a:p>
          </p:txBody>
        </p:sp>
        <p:pic>
          <p:nvPicPr>
            <p:cNvPr id="612" name="Google Shape;612;p3"/>
            <p:cNvPicPr preferRelativeResize="0"/>
            <p:nvPr/>
          </p:nvPicPr>
          <p:blipFill rotWithShape="1">
            <a:blip r:embed="rId20">
              <a:alphaModFix/>
            </a:blip>
            <a:srcRect/>
            <a:stretch/>
          </p:blipFill>
          <p:spPr>
            <a:xfrm>
              <a:off x="5914011" y="3187021"/>
              <a:ext cx="397890" cy="244739"/>
            </a:xfrm>
            <a:prstGeom prst="rect">
              <a:avLst/>
            </a:prstGeom>
            <a:noFill/>
            <a:ln>
              <a:noFill/>
            </a:ln>
          </p:spPr>
        </p:pic>
        <p:pic>
          <p:nvPicPr>
            <p:cNvPr id="613" name="Google Shape;613;p3"/>
            <p:cNvPicPr preferRelativeResize="0"/>
            <p:nvPr/>
          </p:nvPicPr>
          <p:blipFill rotWithShape="1">
            <a:blip r:embed="rId21">
              <a:alphaModFix/>
            </a:blip>
            <a:srcRect/>
            <a:stretch/>
          </p:blipFill>
          <p:spPr>
            <a:xfrm>
              <a:off x="5873591" y="2747885"/>
              <a:ext cx="398234" cy="309982"/>
            </a:xfrm>
            <a:prstGeom prst="rect">
              <a:avLst/>
            </a:prstGeom>
            <a:noFill/>
            <a:ln>
              <a:noFill/>
            </a:ln>
          </p:spPr>
        </p:pic>
        <p:pic>
          <p:nvPicPr>
            <p:cNvPr id="614" name="Google Shape;614;p3"/>
            <p:cNvPicPr preferRelativeResize="0"/>
            <p:nvPr/>
          </p:nvPicPr>
          <p:blipFill rotWithShape="1">
            <a:blip r:embed="rId22">
              <a:alphaModFix/>
            </a:blip>
            <a:srcRect/>
            <a:stretch/>
          </p:blipFill>
          <p:spPr>
            <a:xfrm>
              <a:off x="6329877" y="3719919"/>
              <a:ext cx="515784" cy="210612"/>
            </a:xfrm>
            <a:prstGeom prst="rect">
              <a:avLst/>
            </a:prstGeom>
            <a:noFill/>
            <a:ln>
              <a:noFill/>
            </a:ln>
          </p:spPr>
        </p:pic>
        <p:pic>
          <p:nvPicPr>
            <p:cNvPr id="615" name="Google Shape;615;p3" descr="Image result for cipla vector logo"/>
            <p:cNvPicPr preferRelativeResize="0"/>
            <p:nvPr/>
          </p:nvPicPr>
          <p:blipFill rotWithShape="1">
            <a:blip r:embed="rId23">
              <a:alphaModFix/>
            </a:blip>
            <a:srcRect/>
            <a:stretch/>
          </p:blipFill>
          <p:spPr>
            <a:xfrm>
              <a:off x="5311422" y="3164199"/>
              <a:ext cx="475707" cy="163269"/>
            </a:xfrm>
            <a:prstGeom prst="rect">
              <a:avLst/>
            </a:prstGeom>
            <a:noFill/>
            <a:ln>
              <a:noFill/>
            </a:ln>
          </p:spPr>
        </p:pic>
        <p:pic>
          <p:nvPicPr>
            <p:cNvPr id="616" name="Google Shape;616;p3" descr="Image result for Cheplapharm logo"/>
            <p:cNvPicPr preferRelativeResize="0"/>
            <p:nvPr/>
          </p:nvPicPr>
          <p:blipFill rotWithShape="1">
            <a:blip r:embed="rId24">
              <a:alphaModFix/>
            </a:blip>
            <a:srcRect/>
            <a:stretch/>
          </p:blipFill>
          <p:spPr>
            <a:xfrm>
              <a:off x="6195438" y="4031001"/>
              <a:ext cx="341077" cy="255807"/>
            </a:xfrm>
            <a:prstGeom prst="rect">
              <a:avLst/>
            </a:prstGeom>
            <a:noFill/>
            <a:ln>
              <a:noFill/>
            </a:ln>
          </p:spPr>
        </p:pic>
        <p:pic>
          <p:nvPicPr>
            <p:cNvPr id="617" name="Google Shape;617;p3" descr="Image result for merz pharmaceuticals vector logo"/>
            <p:cNvPicPr preferRelativeResize="0"/>
            <p:nvPr/>
          </p:nvPicPr>
          <p:blipFill rotWithShape="1">
            <a:blip r:embed="rId25">
              <a:alphaModFix/>
            </a:blip>
            <a:srcRect/>
            <a:stretch/>
          </p:blipFill>
          <p:spPr>
            <a:xfrm>
              <a:off x="5400949" y="3475714"/>
              <a:ext cx="322893" cy="216679"/>
            </a:xfrm>
            <a:prstGeom prst="rect">
              <a:avLst/>
            </a:prstGeom>
            <a:noFill/>
            <a:ln>
              <a:noFill/>
            </a:ln>
          </p:spPr>
        </p:pic>
        <p:pic>
          <p:nvPicPr>
            <p:cNvPr id="618" name="Google Shape;618;p3" descr="http://upload.wikimedia.org/wikipedia/en/thumb/c/cf/Daiichi_Sankyo_logo.png/150px-Daiichi_Sankyo_logo.png"/>
            <p:cNvPicPr preferRelativeResize="0"/>
            <p:nvPr/>
          </p:nvPicPr>
          <p:blipFill rotWithShape="1">
            <a:blip r:embed="rId26">
              <a:alphaModFix/>
            </a:blip>
            <a:srcRect/>
            <a:stretch/>
          </p:blipFill>
          <p:spPr>
            <a:xfrm>
              <a:off x="5849689" y="3589093"/>
              <a:ext cx="374722" cy="295830"/>
            </a:xfrm>
            <a:prstGeom prst="rect">
              <a:avLst/>
            </a:prstGeom>
            <a:noFill/>
            <a:ln>
              <a:noFill/>
            </a:ln>
          </p:spPr>
        </p:pic>
        <p:pic>
          <p:nvPicPr>
            <p:cNvPr id="619" name="Google Shape;619;p3" descr="Image result for acino pharma logo"/>
            <p:cNvPicPr preferRelativeResize="0"/>
            <p:nvPr/>
          </p:nvPicPr>
          <p:blipFill rotWithShape="1">
            <a:blip r:embed="rId27">
              <a:alphaModFix/>
            </a:blip>
            <a:srcRect/>
            <a:stretch/>
          </p:blipFill>
          <p:spPr>
            <a:xfrm>
              <a:off x="5429594" y="3990573"/>
              <a:ext cx="595460" cy="187647"/>
            </a:xfrm>
            <a:prstGeom prst="rect">
              <a:avLst/>
            </a:prstGeom>
            <a:noFill/>
            <a:ln>
              <a:noFill/>
            </a:ln>
          </p:spPr>
        </p:pic>
        <p:pic>
          <p:nvPicPr>
            <p:cNvPr id="620" name="Google Shape;620;p3"/>
            <p:cNvPicPr preferRelativeResize="0"/>
            <p:nvPr/>
          </p:nvPicPr>
          <p:blipFill rotWithShape="1">
            <a:blip r:embed="rId28">
              <a:alphaModFix/>
            </a:blip>
            <a:srcRect/>
            <a:stretch/>
          </p:blipFill>
          <p:spPr>
            <a:xfrm>
              <a:off x="6396092" y="3315237"/>
              <a:ext cx="570763" cy="353806"/>
            </a:xfrm>
            <a:prstGeom prst="rect">
              <a:avLst/>
            </a:prstGeom>
            <a:noFill/>
            <a:ln>
              <a:noFill/>
            </a:ln>
          </p:spPr>
        </p:pic>
        <p:pic>
          <p:nvPicPr>
            <p:cNvPr id="621" name="Google Shape;621;p3"/>
            <p:cNvPicPr preferRelativeResize="0"/>
            <p:nvPr/>
          </p:nvPicPr>
          <p:blipFill rotWithShape="1">
            <a:blip r:embed="rId29">
              <a:alphaModFix/>
            </a:blip>
            <a:srcRect/>
            <a:stretch/>
          </p:blipFill>
          <p:spPr>
            <a:xfrm>
              <a:off x="6379293" y="2958338"/>
              <a:ext cx="527852" cy="293251"/>
            </a:xfrm>
            <a:prstGeom prst="rect">
              <a:avLst/>
            </a:prstGeom>
            <a:noFill/>
            <a:ln>
              <a:noFill/>
            </a:ln>
          </p:spPr>
        </p:pic>
      </p:grpSp>
      <p:sp>
        <p:nvSpPr>
          <p:cNvPr id="622" name="Google Shape;622;p3"/>
          <p:cNvSpPr txBox="1"/>
          <p:nvPr/>
        </p:nvSpPr>
        <p:spPr>
          <a:xfrm>
            <a:off x="6442488" y="2493985"/>
            <a:ext cx="2190825" cy="196177"/>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825"/>
              <a:buFont typeface="Arial"/>
              <a:buNone/>
            </a:pPr>
            <a:r>
              <a:rPr lang="en-US" sz="825" b="1" i="0" u="none" strike="noStrike" cap="none">
                <a:solidFill>
                  <a:srgbClr val="E6E51E"/>
                </a:solidFill>
                <a:latin typeface="Arial"/>
                <a:ea typeface="Arial"/>
                <a:cs typeface="Arial"/>
                <a:sym typeface="Arial"/>
              </a:rPr>
              <a:t>Contract Manufacturers &amp; Packagers</a:t>
            </a:r>
            <a:endParaRPr sz="1050" b="0" i="0" u="none" strike="noStrike" cap="none">
              <a:solidFill>
                <a:srgbClr val="E6E51E"/>
              </a:solidFill>
              <a:latin typeface="Arial"/>
              <a:ea typeface="Arial"/>
              <a:cs typeface="Arial"/>
              <a:sym typeface="Arial"/>
            </a:endParaRPr>
          </a:p>
        </p:txBody>
      </p:sp>
      <p:sp>
        <p:nvSpPr>
          <p:cNvPr id="623" name="Google Shape;623;p3"/>
          <p:cNvSpPr txBox="1"/>
          <p:nvPr/>
        </p:nvSpPr>
        <p:spPr>
          <a:xfrm>
            <a:off x="6683615" y="2646179"/>
            <a:ext cx="1708650" cy="196177"/>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825"/>
              <a:buFont typeface="Arial"/>
              <a:buNone/>
            </a:pPr>
            <a:r>
              <a:rPr lang="en-US" sz="825" b="0" i="0" u="none" strike="noStrike" cap="none">
                <a:solidFill>
                  <a:srgbClr val="FFFFFF"/>
                </a:solidFill>
                <a:latin typeface="Arial"/>
                <a:ea typeface="Arial"/>
                <a:cs typeface="Arial"/>
                <a:sym typeface="Arial"/>
              </a:rPr>
              <a:t>149 Customers | 850+ Partners</a:t>
            </a:r>
            <a:endParaRPr sz="825" b="0" i="0" u="none" strike="noStrike" cap="none">
              <a:solidFill>
                <a:srgbClr val="000000"/>
              </a:solidFill>
              <a:latin typeface="Arial"/>
              <a:ea typeface="Arial"/>
              <a:cs typeface="Arial"/>
              <a:sym typeface="Arial"/>
            </a:endParaRPr>
          </a:p>
        </p:txBody>
      </p:sp>
      <p:grpSp>
        <p:nvGrpSpPr>
          <p:cNvPr id="624" name="Google Shape;624;p3"/>
          <p:cNvGrpSpPr/>
          <p:nvPr/>
        </p:nvGrpSpPr>
        <p:grpSpPr>
          <a:xfrm>
            <a:off x="7117521" y="1640694"/>
            <a:ext cx="840978" cy="840978"/>
            <a:chOff x="2716420" y="2535043"/>
            <a:chExt cx="2067300" cy="2067300"/>
          </a:xfrm>
        </p:grpSpPr>
        <p:sp>
          <p:nvSpPr>
            <p:cNvPr id="625" name="Google Shape;625;p3"/>
            <p:cNvSpPr/>
            <p:nvPr/>
          </p:nvSpPr>
          <p:spPr>
            <a:xfrm>
              <a:off x="2716420" y="2535043"/>
              <a:ext cx="2067300" cy="2067300"/>
            </a:xfrm>
            <a:prstGeom prst="ellipse">
              <a:avLst/>
            </a:prstGeom>
            <a:solidFill>
              <a:schemeClr val="lt1"/>
            </a:solidFill>
            <a:ln w="38100" cap="flat" cmpd="sng">
              <a:solidFill>
                <a:schemeClr val="accent3"/>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FFFFFF"/>
                </a:solidFill>
                <a:latin typeface="Arial"/>
                <a:ea typeface="Arial"/>
                <a:cs typeface="Arial"/>
                <a:sym typeface="Arial"/>
              </a:endParaRPr>
            </a:p>
          </p:txBody>
        </p:sp>
        <p:pic>
          <p:nvPicPr>
            <p:cNvPr id="626" name="Google Shape;626;p3" descr="https://upload.wikimedia.org/wikipedia/commons/thumb/1/15/3M_wordmark.svg/2000px-3M_wordmark.svg.png"/>
            <p:cNvPicPr preferRelativeResize="0"/>
            <p:nvPr/>
          </p:nvPicPr>
          <p:blipFill rotWithShape="1">
            <a:blip r:embed="rId30">
              <a:alphaModFix/>
            </a:blip>
            <a:srcRect/>
            <a:stretch/>
          </p:blipFill>
          <p:spPr>
            <a:xfrm>
              <a:off x="3370096" y="4170281"/>
              <a:ext cx="450539" cy="245942"/>
            </a:xfrm>
            <a:prstGeom prst="rect">
              <a:avLst/>
            </a:prstGeom>
            <a:noFill/>
            <a:ln>
              <a:noFill/>
            </a:ln>
          </p:spPr>
        </p:pic>
        <p:pic>
          <p:nvPicPr>
            <p:cNvPr id="627" name="Google Shape;627;p3" descr="Image result for recipharm vector logo"/>
            <p:cNvPicPr preferRelativeResize="0"/>
            <p:nvPr/>
          </p:nvPicPr>
          <p:blipFill rotWithShape="1">
            <a:blip r:embed="rId31">
              <a:alphaModFix/>
            </a:blip>
            <a:srcRect/>
            <a:stretch/>
          </p:blipFill>
          <p:spPr>
            <a:xfrm>
              <a:off x="3864506" y="3511006"/>
              <a:ext cx="630865" cy="227937"/>
            </a:xfrm>
            <a:prstGeom prst="rect">
              <a:avLst/>
            </a:prstGeom>
            <a:noFill/>
            <a:ln>
              <a:noFill/>
            </a:ln>
          </p:spPr>
        </p:pic>
        <p:pic>
          <p:nvPicPr>
            <p:cNvPr id="628" name="Google Shape;628;p3" descr="A picture containing text, clipart&#10;&#10;Description automatically generated"/>
            <p:cNvPicPr preferRelativeResize="0"/>
            <p:nvPr/>
          </p:nvPicPr>
          <p:blipFill rotWithShape="1">
            <a:blip r:embed="rId32">
              <a:alphaModFix/>
            </a:blip>
            <a:srcRect/>
            <a:stretch/>
          </p:blipFill>
          <p:spPr>
            <a:xfrm>
              <a:off x="3566263" y="3140480"/>
              <a:ext cx="825080" cy="385890"/>
            </a:xfrm>
            <a:prstGeom prst="rect">
              <a:avLst/>
            </a:prstGeom>
            <a:noFill/>
            <a:ln>
              <a:noFill/>
            </a:ln>
          </p:spPr>
        </p:pic>
        <p:pic>
          <p:nvPicPr>
            <p:cNvPr id="629" name="Google Shape;629;p3" descr="A picture containing logo&#10;&#10;Description automatically generated"/>
            <p:cNvPicPr preferRelativeResize="0"/>
            <p:nvPr/>
          </p:nvPicPr>
          <p:blipFill rotWithShape="1">
            <a:blip r:embed="rId33">
              <a:alphaModFix/>
            </a:blip>
            <a:srcRect/>
            <a:stretch/>
          </p:blipFill>
          <p:spPr>
            <a:xfrm>
              <a:off x="3693106" y="3725069"/>
              <a:ext cx="881613" cy="461704"/>
            </a:xfrm>
            <a:prstGeom prst="rect">
              <a:avLst/>
            </a:prstGeom>
            <a:noFill/>
            <a:ln>
              <a:noFill/>
            </a:ln>
          </p:spPr>
        </p:pic>
        <p:pic>
          <p:nvPicPr>
            <p:cNvPr id="630" name="Google Shape;630;p3"/>
            <p:cNvPicPr preferRelativeResize="0"/>
            <p:nvPr/>
          </p:nvPicPr>
          <p:blipFill rotWithShape="1">
            <a:blip r:embed="rId34">
              <a:alphaModFix/>
            </a:blip>
            <a:srcRect/>
            <a:stretch/>
          </p:blipFill>
          <p:spPr>
            <a:xfrm>
              <a:off x="2871842" y="3704334"/>
              <a:ext cx="833824" cy="198981"/>
            </a:xfrm>
            <a:prstGeom prst="rect">
              <a:avLst/>
            </a:prstGeom>
            <a:noFill/>
            <a:ln>
              <a:noFill/>
            </a:ln>
          </p:spPr>
        </p:pic>
        <p:pic>
          <p:nvPicPr>
            <p:cNvPr id="631" name="Google Shape;631;p3"/>
            <p:cNvPicPr preferRelativeResize="0"/>
            <p:nvPr/>
          </p:nvPicPr>
          <p:blipFill rotWithShape="1">
            <a:blip r:embed="rId35">
              <a:alphaModFix/>
            </a:blip>
            <a:srcRect/>
            <a:stretch/>
          </p:blipFill>
          <p:spPr>
            <a:xfrm>
              <a:off x="3517848" y="2728331"/>
              <a:ext cx="802974" cy="386798"/>
            </a:xfrm>
            <a:prstGeom prst="rect">
              <a:avLst/>
            </a:prstGeom>
            <a:noFill/>
            <a:ln>
              <a:noFill/>
            </a:ln>
          </p:spPr>
        </p:pic>
        <p:pic>
          <p:nvPicPr>
            <p:cNvPr id="632" name="Google Shape;632;p3"/>
            <p:cNvPicPr preferRelativeResize="0"/>
            <p:nvPr/>
          </p:nvPicPr>
          <p:blipFill rotWithShape="1">
            <a:blip r:embed="rId36">
              <a:alphaModFix/>
            </a:blip>
            <a:srcRect/>
            <a:stretch/>
          </p:blipFill>
          <p:spPr>
            <a:xfrm>
              <a:off x="3019455" y="3002520"/>
              <a:ext cx="488950" cy="488950"/>
            </a:xfrm>
            <a:prstGeom prst="rect">
              <a:avLst/>
            </a:prstGeom>
            <a:noFill/>
            <a:ln>
              <a:noFill/>
            </a:ln>
          </p:spPr>
        </p:pic>
      </p:grpSp>
      <p:sp>
        <p:nvSpPr>
          <p:cNvPr id="633" name="Google Shape;633;p3"/>
          <p:cNvSpPr txBox="1"/>
          <p:nvPr/>
        </p:nvSpPr>
        <p:spPr>
          <a:xfrm>
            <a:off x="7308384" y="3941315"/>
            <a:ext cx="1474875" cy="196177"/>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825"/>
              <a:buFont typeface="Arial"/>
              <a:buNone/>
            </a:pPr>
            <a:r>
              <a:rPr lang="en-US" sz="825" b="1" i="0" u="none" strike="noStrike" cap="none">
                <a:solidFill>
                  <a:srgbClr val="E6E51E"/>
                </a:solidFill>
                <a:latin typeface="Arial"/>
                <a:ea typeface="Arial"/>
                <a:cs typeface="Arial"/>
                <a:sym typeface="Arial"/>
              </a:rPr>
              <a:t>Direct Materials Suppliers</a:t>
            </a:r>
            <a:endParaRPr sz="1050" b="0" i="0" u="none" strike="noStrike" cap="none">
              <a:solidFill>
                <a:srgbClr val="E6E51E"/>
              </a:solidFill>
              <a:latin typeface="Arial"/>
              <a:ea typeface="Arial"/>
              <a:cs typeface="Arial"/>
              <a:sym typeface="Arial"/>
            </a:endParaRPr>
          </a:p>
        </p:txBody>
      </p:sp>
      <p:sp>
        <p:nvSpPr>
          <p:cNvPr id="634" name="Google Shape;634;p3"/>
          <p:cNvSpPr txBox="1"/>
          <p:nvPr/>
        </p:nvSpPr>
        <p:spPr>
          <a:xfrm>
            <a:off x="7191518" y="4102979"/>
            <a:ext cx="1708650" cy="196177"/>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825"/>
              <a:buFont typeface="Arial"/>
              <a:buNone/>
            </a:pPr>
            <a:r>
              <a:rPr lang="en-US" sz="825" b="0" i="0" u="none" strike="noStrike" cap="none">
                <a:solidFill>
                  <a:srgbClr val="FFFFFF"/>
                </a:solidFill>
                <a:latin typeface="Arial"/>
                <a:ea typeface="Arial"/>
                <a:cs typeface="Arial"/>
                <a:sym typeface="Arial"/>
              </a:rPr>
              <a:t>1,682+ Partners</a:t>
            </a:r>
            <a:endParaRPr sz="825" b="0" i="0" u="none" strike="noStrike" cap="none">
              <a:solidFill>
                <a:srgbClr val="000000"/>
              </a:solidFill>
              <a:latin typeface="Arial"/>
              <a:ea typeface="Arial"/>
              <a:cs typeface="Arial"/>
              <a:sym typeface="Arial"/>
            </a:endParaRPr>
          </a:p>
        </p:txBody>
      </p:sp>
      <p:grpSp>
        <p:nvGrpSpPr>
          <p:cNvPr id="635" name="Google Shape;635;p3"/>
          <p:cNvGrpSpPr/>
          <p:nvPr/>
        </p:nvGrpSpPr>
        <p:grpSpPr>
          <a:xfrm>
            <a:off x="7642944" y="3074941"/>
            <a:ext cx="805870" cy="805870"/>
            <a:chOff x="331749" y="2485380"/>
            <a:chExt cx="2038500" cy="2038500"/>
          </a:xfrm>
        </p:grpSpPr>
        <p:sp>
          <p:nvSpPr>
            <p:cNvPr id="636" name="Google Shape;636;p3"/>
            <p:cNvSpPr/>
            <p:nvPr/>
          </p:nvSpPr>
          <p:spPr>
            <a:xfrm>
              <a:off x="331749" y="2485380"/>
              <a:ext cx="2038500" cy="2038500"/>
            </a:xfrm>
            <a:prstGeom prst="ellipse">
              <a:avLst/>
            </a:prstGeom>
            <a:solidFill>
              <a:schemeClr val="lt1"/>
            </a:solidFill>
            <a:ln w="38100" cap="flat" cmpd="sng">
              <a:solidFill>
                <a:schemeClr val="accent3"/>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FFFFFF"/>
                </a:solidFill>
                <a:latin typeface="Arial"/>
                <a:ea typeface="Arial"/>
                <a:cs typeface="Arial"/>
                <a:sym typeface="Arial"/>
              </a:endParaRPr>
            </a:p>
          </p:txBody>
        </p:sp>
        <p:pic>
          <p:nvPicPr>
            <p:cNvPr id="637" name="Google Shape;637;p3"/>
            <p:cNvPicPr preferRelativeResize="0"/>
            <p:nvPr/>
          </p:nvPicPr>
          <p:blipFill rotWithShape="1">
            <a:blip r:embed="rId37">
              <a:alphaModFix/>
            </a:blip>
            <a:srcRect/>
            <a:stretch/>
          </p:blipFill>
          <p:spPr>
            <a:xfrm>
              <a:off x="465763" y="3184012"/>
              <a:ext cx="664586" cy="224463"/>
            </a:xfrm>
            <a:prstGeom prst="rect">
              <a:avLst/>
            </a:prstGeom>
            <a:noFill/>
            <a:ln>
              <a:noFill/>
            </a:ln>
          </p:spPr>
        </p:pic>
        <p:pic>
          <p:nvPicPr>
            <p:cNvPr id="638" name="Google Shape;638;p3"/>
            <p:cNvPicPr preferRelativeResize="0"/>
            <p:nvPr/>
          </p:nvPicPr>
          <p:blipFill rotWithShape="1">
            <a:blip r:embed="rId38">
              <a:alphaModFix/>
            </a:blip>
            <a:srcRect/>
            <a:stretch/>
          </p:blipFill>
          <p:spPr>
            <a:xfrm>
              <a:off x="1349084" y="2792209"/>
              <a:ext cx="729765" cy="246477"/>
            </a:xfrm>
            <a:prstGeom prst="rect">
              <a:avLst/>
            </a:prstGeom>
            <a:noFill/>
            <a:ln>
              <a:noFill/>
            </a:ln>
          </p:spPr>
        </p:pic>
        <p:pic>
          <p:nvPicPr>
            <p:cNvPr id="639" name="Google Shape;639;p3"/>
            <p:cNvPicPr preferRelativeResize="0"/>
            <p:nvPr/>
          </p:nvPicPr>
          <p:blipFill rotWithShape="1">
            <a:blip r:embed="rId39">
              <a:alphaModFix/>
            </a:blip>
            <a:srcRect/>
            <a:stretch/>
          </p:blipFill>
          <p:spPr>
            <a:xfrm>
              <a:off x="1941866" y="3311355"/>
              <a:ext cx="327433" cy="384956"/>
            </a:xfrm>
            <a:prstGeom prst="rect">
              <a:avLst/>
            </a:prstGeom>
            <a:noFill/>
            <a:ln>
              <a:noFill/>
            </a:ln>
          </p:spPr>
        </p:pic>
        <p:pic>
          <p:nvPicPr>
            <p:cNvPr id="640" name="Google Shape;640;p3"/>
            <p:cNvPicPr preferRelativeResize="0"/>
            <p:nvPr/>
          </p:nvPicPr>
          <p:blipFill rotWithShape="1">
            <a:blip r:embed="rId40">
              <a:alphaModFix/>
            </a:blip>
            <a:srcRect/>
            <a:stretch/>
          </p:blipFill>
          <p:spPr>
            <a:xfrm>
              <a:off x="1275212" y="3144710"/>
              <a:ext cx="592800" cy="255179"/>
            </a:xfrm>
            <a:prstGeom prst="rect">
              <a:avLst/>
            </a:prstGeom>
            <a:noFill/>
            <a:ln>
              <a:noFill/>
            </a:ln>
          </p:spPr>
        </p:pic>
        <p:pic>
          <p:nvPicPr>
            <p:cNvPr id="641" name="Google Shape;641;p3"/>
            <p:cNvPicPr preferRelativeResize="0"/>
            <p:nvPr/>
          </p:nvPicPr>
          <p:blipFill rotWithShape="1">
            <a:blip r:embed="rId41">
              <a:alphaModFix/>
            </a:blip>
            <a:srcRect/>
            <a:stretch/>
          </p:blipFill>
          <p:spPr>
            <a:xfrm>
              <a:off x="722522" y="2773993"/>
              <a:ext cx="526318" cy="324563"/>
            </a:xfrm>
            <a:prstGeom prst="rect">
              <a:avLst/>
            </a:prstGeom>
            <a:noFill/>
            <a:ln>
              <a:noFill/>
            </a:ln>
          </p:spPr>
        </p:pic>
        <p:pic>
          <p:nvPicPr>
            <p:cNvPr id="642" name="Google Shape;642;p3"/>
            <p:cNvPicPr preferRelativeResize="0"/>
            <p:nvPr/>
          </p:nvPicPr>
          <p:blipFill rotWithShape="1">
            <a:blip r:embed="rId42">
              <a:alphaModFix/>
            </a:blip>
            <a:srcRect/>
            <a:stretch/>
          </p:blipFill>
          <p:spPr>
            <a:xfrm>
              <a:off x="895207" y="4094838"/>
              <a:ext cx="787530" cy="205731"/>
            </a:xfrm>
            <a:prstGeom prst="rect">
              <a:avLst/>
            </a:prstGeom>
            <a:noFill/>
            <a:ln>
              <a:noFill/>
            </a:ln>
          </p:spPr>
        </p:pic>
        <p:pic>
          <p:nvPicPr>
            <p:cNvPr id="643" name="Google Shape;643;p3"/>
            <p:cNvPicPr preferRelativeResize="0"/>
            <p:nvPr/>
          </p:nvPicPr>
          <p:blipFill rotWithShape="1">
            <a:blip r:embed="rId43">
              <a:alphaModFix/>
            </a:blip>
            <a:srcRect/>
            <a:stretch/>
          </p:blipFill>
          <p:spPr>
            <a:xfrm>
              <a:off x="651663" y="3493820"/>
              <a:ext cx="820189" cy="168383"/>
            </a:xfrm>
            <a:prstGeom prst="rect">
              <a:avLst/>
            </a:prstGeom>
            <a:noFill/>
            <a:ln>
              <a:noFill/>
            </a:ln>
          </p:spPr>
        </p:pic>
        <p:pic>
          <p:nvPicPr>
            <p:cNvPr id="644" name="Google Shape;644;p3"/>
            <p:cNvPicPr preferRelativeResize="0"/>
            <p:nvPr/>
          </p:nvPicPr>
          <p:blipFill rotWithShape="1">
            <a:blip r:embed="rId44">
              <a:alphaModFix/>
            </a:blip>
            <a:srcRect/>
            <a:stretch/>
          </p:blipFill>
          <p:spPr>
            <a:xfrm>
              <a:off x="1420644" y="3871615"/>
              <a:ext cx="763293" cy="176922"/>
            </a:xfrm>
            <a:prstGeom prst="rect">
              <a:avLst/>
            </a:prstGeom>
            <a:noFill/>
            <a:ln>
              <a:noFill/>
            </a:ln>
          </p:spPr>
        </p:pic>
        <p:pic>
          <p:nvPicPr>
            <p:cNvPr id="645" name="Google Shape;645;p3"/>
            <p:cNvPicPr preferRelativeResize="0"/>
            <p:nvPr/>
          </p:nvPicPr>
          <p:blipFill rotWithShape="1">
            <a:blip r:embed="rId45">
              <a:alphaModFix/>
            </a:blip>
            <a:srcRect/>
            <a:stretch/>
          </p:blipFill>
          <p:spPr>
            <a:xfrm>
              <a:off x="440021" y="3703419"/>
              <a:ext cx="939347" cy="212111"/>
            </a:xfrm>
            <a:prstGeom prst="rect">
              <a:avLst/>
            </a:prstGeom>
            <a:noFill/>
            <a:ln>
              <a:noFill/>
            </a:ln>
          </p:spPr>
        </p:pic>
      </p:grpSp>
      <p:cxnSp>
        <p:nvCxnSpPr>
          <p:cNvPr id="646" name="Google Shape;646;p3"/>
          <p:cNvCxnSpPr/>
          <p:nvPr/>
        </p:nvCxnSpPr>
        <p:spPr>
          <a:xfrm>
            <a:off x="2226947" y="1456313"/>
            <a:ext cx="0" cy="3296925"/>
          </a:xfrm>
          <a:prstGeom prst="straightConnector1">
            <a:avLst/>
          </a:prstGeom>
          <a:noFill/>
          <a:ln w="9525" cap="flat" cmpd="sng">
            <a:solidFill>
              <a:schemeClr val="lt2"/>
            </a:solidFill>
            <a:prstDash val="solid"/>
            <a:miter lim="800000"/>
            <a:headEnd type="none" w="sm" len="sm"/>
            <a:tailEnd type="none" w="sm" len="sm"/>
          </a:ln>
        </p:spPr>
      </p:cxnSp>
      <p:sp>
        <p:nvSpPr>
          <p:cNvPr id="647" name="Google Shape;647;p3"/>
          <p:cNvSpPr txBox="1">
            <a:spLocks noGrp="1"/>
          </p:cNvSpPr>
          <p:nvPr>
            <p:ph type="title"/>
          </p:nvPr>
        </p:nvSpPr>
        <p:spPr>
          <a:xfrm>
            <a:off x="296437" y="99143"/>
            <a:ext cx="8336925" cy="618975"/>
          </a:xfrm>
          <a:prstGeom prst="rect">
            <a:avLst/>
          </a:prstGeom>
          <a:noFill/>
          <a:ln>
            <a:noFill/>
          </a:ln>
        </p:spPr>
        <p:txBody>
          <a:bodyPr spcFirstLastPara="1" wrap="square" lIns="68550" tIns="34275" rIns="68550" bIns="34275" anchor="ctr" anchorCtr="0">
            <a:noAutofit/>
          </a:bodyPr>
          <a:lstStyle/>
          <a:p>
            <a:pPr marL="0" lvl="0" indent="0" algn="l" rtl="0">
              <a:lnSpc>
                <a:spcPct val="90000"/>
              </a:lnSpc>
              <a:spcBef>
                <a:spcPts val="0"/>
              </a:spcBef>
              <a:spcAft>
                <a:spcPts val="0"/>
              </a:spcAft>
              <a:buClr>
                <a:schemeClr val="lt1"/>
              </a:buClr>
              <a:buSzPts val="2400"/>
              <a:buFont typeface="Arial"/>
              <a:buNone/>
            </a:pPr>
            <a:r>
              <a:rPr lang="en-US" sz="2000"/>
              <a:t>TraceLink is the Largest End-to-End Digital Network for the Healthcare &amp; Life Sciences Industry</a:t>
            </a:r>
            <a:endParaRPr sz="2000"/>
          </a:p>
        </p:txBody>
      </p:sp>
      <p:sp>
        <p:nvSpPr>
          <p:cNvPr id="648" name="Google Shape;648;p3"/>
          <p:cNvSpPr txBox="1"/>
          <p:nvPr/>
        </p:nvSpPr>
        <p:spPr>
          <a:xfrm>
            <a:off x="5209365" y="4560093"/>
            <a:ext cx="1046475" cy="230802"/>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E6E51E"/>
                </a:solidFill>
                <a:latin typeface="Arial"/>
                <a:ea typeface="Arial"/>
                <a:cs typeface="Arial"/>
                <a:sym typeface="Arial"/>
              </a:rPr>
              <a:t>1B+</a:t>
            </a:r>
            <a:endParaRPr sz="1050" b="1" i="0" u="none" strike="noStrike" cap="none">
              <a:solidFill>
                <a:srgbClr val="E6E51E"/>
              </a:solidFill>
              <a:latin typeface="Arial"/>
              <a:ea typeface="Arial"/>
              <a:cs typeface="Arial"/>
              <a:sym typeface="Arial"/>
            </a:endParaRPr>
          </a:p>
        </p:txBody>
      </p:sp>
      <p:sp>
        <p:nvSpPr>
          <p:cNvPr id="649" name="Google Shape;649;p3"/>
          <p:cNvSpPr txBox="1"/>
          <p:nvPr/>
        </p:nvSpPr>
        <p:spPr>
          <a:xfrm>
            <a:off x="5137272" y="4753238"/>
            <a:ext cx="1227825" cy="300052"/>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750"/>
              <a:buFont typeface="Arial"/>
              <a:buNone/>
            </a:pPr>
            <a:r>
              <a:rPr lang="en-US" sz="750" b="0" i="0" u="none" strike="noStrike" cap="none">
                <a:solidFill>
                  <a:srgbClr val="FFFFFF"/>
                </a:solidFill>
                <a:latin typeface="Arial"/>
                <a:ea typeface="Arial"/>
                <a:cs typeface="Arial"/>
                <a:sym typeface="Arial"/>
              </a:rPr>
              <a:t>Advance Shipment Notices Processed</a:t>
            </a:r>
            <a:endParaRPr sz="750" b="0" i="0" u="none" strike="noStrike" cap="none">
              <a:solidFill>
                <a:srgbClr val="000000"/>
              </a:solidFill>
              <a:latin typeface="Arial"/>
              <a:ea typeface="Arial"/>
              <a:cs typeface="Arial"/>
              <a:sym typeface="Arial"/>
            </a:endParaRPr>
          </a:p>
        </p:txBody>
      </p:sp>
      <p:sp>
        <p:nvSpPr>
          <p:cNvPr id="650" name="Google Shape;650;p3"/>
          <p:cNvSpPr txBox="1"/>
          <p:nvPr/>
        </p:nvSpPr>
        <p:spPr>
          <a:xfrm>
            <a:off x="6219763" y="4560093"/>
            <a:ext cx="1046475" cy="230802"/>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E6E51E"/>
                </a:solidFill>
                <a:latin typeface="Arial"/>
                <a:ea typeface="Arial"/>
                <a:cs typeface="Arial"/>
                <a:sym typeface="Arial"/>
              </a:rPr>
              <a:t>47K+</a:t>
            </a:r>
            <a:endParaRPr sz="1050" b="1" i="0" u="none" strike="noStrike" cap="none">
              <a:solidFill>
                <a:srgbClr val="E6E51E"/>
              </a:solidFill>
              <a:latin typeface="Arial"/>
              <a:ea typeface="Arial"/>
              <a:cs typeface="Arial"/>
              <a:sym typeface="Arial"/>
            </a:endParaRPr>
          </a:p>
        </p:txBody>
      </p:sp>
      <p:sp>
        <p:nvSpPr>
          <p:cNvPr id="651" name="Google Shape;651;p3"/>
          <p:cNvSpPr txBox="1"/>
          <p:nvPr/>
        </p:nvSpPr>
        <p:spPr>
          <a:xfrm>
            <a:off x="6286933" y="4753238"/>
            <a:ext cx="912150" cy="300052"/>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750"/>
              <a:buFont typeface="Arial"/>
              <a:buNone/>
            </a:pPr>
            <a:r>
              <a:rPr lang="en-US" sz="750" b="0" i="0" u="none" strike="noStrike" cap="none">
                <a:solidFill>
                  <a:srgbClr val="FFFFFF"/>
                </a:solidFill>
                <a:latin typeface="Arial"/>
                <a:ea typeface="Arial"/>
                <a:cs typeface="Arial"/>
                <a:sym typeface="Arial"/>
              </a:rPr>
              <a:t>Unique Product Codes</a:t>
            </a:r>
            <a:endParaRPr sz="750" b="0" i="0" u="none" strike="noStrike" cap="none">
              <a:solidFill>
                <a:srgbClr val="000000"/>
              </a:solidFill>
              <a:latin typeface="Arial"/>
              <a:ea typeface="Arial"/>
              <a:cs typeface="Arial"/>
              <a:sym typeface="Arial"/>
            </a:endParaRPr>
          </a:p>
        </p:txBody>
      </p:sp>
      <p:sp>
        <p:nvSpPr>
          <p:cNvPr id="652" name="Google Shape;652;p3"/>
          <p:cNvSpPr txBox="1"/>
          <p:nvPr/>
        </p:nvSpPr>
        <p:spPr>
          <a:xfrm>
            <a:off x="4118540" y="4560093"/>
            <a:ext cx="1395411" cy="25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1050" b="1" i="0" u="none" strike="noStrike" cap="none">
                <a:solidFill>
                  <a:srgbClr val="E6E51E"/>
                </a:solidFill>
                <a:latin typeface="Arial"/>
                <a:ea typeface="Arial"/>
                <a:cs typeface="Arial"/>
                <a:sym typeface="Arial"/>
              </a:rPr>
              <a:t>37.6B+</a:t>
            </a:r>
            <a:endParaRPr sz="1050" b="1" i="0" u="none" strike="noStrike" cap="none">
              <a:solidFill>
                <a:srgbClr val="E6E51E"/>
              </a:solidFill>
              <a:latin typeface="Arial"/>
              <a:ea typeface="Arial"/>
              <a:cs typeface="Arial"/>
              <a:sym typeface="Arial"/>
            </a:endParaRPr>
          </a:p>
        </p:txBody>
      </p:sp>
      <p:sp>
        <p:nvSpPr>
          <p:cNvPr id="653" name="Google Shape;653;p3"/>
          <p:cNvSpPr txBox="1"/>
          <p:nvPr/>
        </p:nvSpPr>
        <p:spPr>
          <a:xfrm>
            <a:off x="4117493" y="4753238"/>
            <a:ext cx="1366451" cy="20770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750" b="0" i="0" u="none" strike="noStrike" cap="none">
                <a:solidFill>
                  <a:srgbClr val="FFFFFF"/>
                </a:solidFill>
                <a:latin typeface="Arial"/>
                <a:ea typeface="Arial"/>
                <a:cs typeface="Arial"/>
                <a:sym typeface="Arial"/>
              </a:rPr>
              <a:t>Product Units</a:t>
            </a:r>
            <a:endParaRPr sz="75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pic>
        <p:nvPicPr>
          <p:cNvPr id="659" name="Google Shape;659;p4"/>
          <p:cNvPicPr preferRelativeResize="0"/>
          <p:nvPr/>
        </p:nvPicPr>
        <p:blipFill rotWithShape="1">
          <a:blip r:embed="rId3">
            <a:alphaModFix amt="44000"/>
          </a:blip>
          <a:srcRect/>
          <a:stretch/>
        </p:blipFill>
        <p:spPr>
          <a:xfrm>
            <a:off x="-124010" y="87851"/>
            <a:ext cx="4580063" cy="4580063"/>
          </a:xfrm>
          <a:prstGeom prst="rect">
            <a:avLst/>
          </a:prstGeom>
          <a:noFill/>
          <a:ln>
            <a:noFill/>
          </a:ln>
        </p:spPr>
      </p:pic>
      <p:pic>
        <p:nvPicPr>
          <p:cNvPr id="660" name="Google Shape;660;p4"/>
          <p:cNvPicPr preferRelativeResize="0"/>
          <p:nvPr/>
        </p:nvPicPr>
        <p:blipFill rotWithShape="1">
          <a:blip r:embed="rId4">
            <a:alphaModFix amt="10000"/>
          </a:blip>
          <a:srcRect/>
          <a:stretch/>
        </p:blipFill>
        <p:spPr>
          <a:xfrm>
            <a:off x="166093" y="711702"/>
            <a:ext cx="3980807" cy="3321197"/>
          </a:xfrm>
          <a:prstGeom prst="rect">
            <a:avLst/>
          </a:prstGeom>
          <a:noFill/>
          <a:ln>
            <a:noFill/>
          </a:ln>
        </p:spPr>
      </p:pic>
      <p:grpSp>
        <p:nvGrpSpPr>
          <p:cNvPr id="661" name="Google Shape;661;p4"/>
          <p:cNvGrpSpPr/>
          <p:nvPr/>
        </p:nvGrpSpPr>
        <p:grpSpPr>
          <a:xfrm>
            <a:off x="412042" y="1275316"/>
            <a:ext cx="734663" cy="556781"/>
            <a:chOff x="1839926" y="2769857"/>
            <a:chExt cx="979551" cy="742374"/>
          </a:xfrm>
        </p:grpSpPr>
        <p:pic>
          <p:nvPicPr>
            <p:cNvPr id="662" name="Google Shape;662;p4"/>
            <p:cNvPicPr preferRelativeResize="0"/>
            <p:nvPr/>
          </p:nvPicPr>
          <p:blipFill rotWithShape="1">
            <a:blip r:embed="rId5">
              <a:alphaModFix/>
            </a:blip>
            <a:srcRect/>
            <a:stretch/>
          </p:blipFill>
          <p:spPr>
            <a:xfrm>
              <a:off x="2180448" y="2769857"/>
              <a:ext cx="319124" cy="250738"/>
            </a:xfrm>
            <a:prstGeom prst="rect">
              <a:avLst/>
            </a:prstGeom>
            <a:noFill/>
            <a:ln>
              <a:noFill/>
            </a:ln>
          </p:spPr>
        </p:pic>
        <p:sp>
          <p:nvSpPr>
            <p:cNvPr id="663" name="Google Shape;663;p4"/>
            <p:cNvSpPr/>
            <p:nvPr/>
          </p:nvSpPr>
          <p:spPr>
            <a:xfrm>
              <a:off x="1839926" y="3000823"/>
              <a:ext cx="979551" cy="356338"/>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675"/>
                <a:buFont typeface="Arial"/>
                <a:buNone/>
              </a:pPr>
              <a:r>
                <a:rPr lang="en-US" sz="675" b="1" i="0" u="none" strike="noStrike" cap="none">
                  <a:solidFill>
                    <a:srgbClr val="FFFFFF"/>
                  </a:solidFill>
                  <a:latin typeface="Arial"/>
                  <a:ea typeface="Arial"/>
                  <a:cs typeface="Arial"/>
                  <a:sym typeface="Arial"/>
                </a:rPr>
                <a:t>Wholesale Distributors </a:t>
              </a:r>
              <a:endParaRPr sz="675" b="0" i="0" u="none" strike="noStrike" cap="none">
                <a:solidFill>
                  <a:srgbClr val="FFFFFF"/>
                </a:solidFill>
                <a:latin typeface="Arial"/>
                <a:ea typeface="Arial"/>
                <a:cs typeface="Arial"/>
                <a:sym typeface="Arial"/>
              </a:endParaRPr>
            </a:p>
          </p:txBody>
        </p:sp>
        <p:sp>
          <p:nvSpPr>
            <p:cNvPr id="664" name="Google Shape;664;p4"/>
            <p:cNvSpPr/>
            <p:nvPr/>
          </p:nvSpPr>
          <p:spPr>
            <a:xfrm>
              <a:off x="2275153" y="3418974"/>
              <a:ext cx="93257" cy="93257"/>
            </a:xfrm>
            <a:prstGeom prst="ellipse">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grpSp>
        <p:nvGrpSpPr>
          <p:cNvPr id="665" name="Google Shape;665;p4"/>
          <p:cNvGrpSpPr/>
          <p:nvPr/>
        </p:nvGrpSpPr>
        <p:grpSpPr>
          <a:xfrm>
            <a:off x="807155" y="2373624"/>
            <a:ext cx="1257359" cy="688146"/>
            <a:chOff x="2455638" y="3114257"/>
            <a:chExt cx="1676479" cy="917528"/>
          </a:xfrm>
        </p:grpSpPr>
        <p:sp>
          <p:nvSpPr>
            <p:cNvPr id="666" name="Google Shape;666;p4"/>
            <p:cNvSpPr txBox="1"/>
            <p:nvPr/>
          </p:nvSpPr>
          <p:spPr>
            <a:xfrm>
              <a:off x="2455638" y="3292905"/>
              <a:ext cx="1676479" cy="723752"/>
            </a:xfrm>
            <a:prstGeom prst="rect">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en-US" sz="675" b="1" i="0" u="none" strike="noStrike" cap="none">
                  <a:solidFill>
                    <a:srgbClr val="FFFFFF"/>
                  </a:solidFill>
                  <a:latin typeface="Arial"/>
                  <a:ea typeface="Arial"/>
                  <a:cs typeface="Arial"/>
                  <a:sym typeface="Arial"/>
                </a:rPr>
                <a:t>Contract</a:t>
              </a:r>
              <a:r>
                <a:rPr lang="en-US" sz="675" b="0" i="0" u="none" strike="noStrike" cap="none">
                  <a:solidFill>
                    <a:srgbClr val="FFFFFF"/>
                  </a:solidFill>
                  <a:latin typeface="Arial"/>
                  <a:ea typeface="Arial"/>
                  <a:cs typeface="Arial"/>
                  <a:sym typeface="Arial"/>
                </a:rPr>
                <a:t> </a:t>
              </a:r>
              <a:r>
                <a:rPr lang="en-US" sz="675" b="1" i="0" u="none" strike="noStrike" cap="none">
                  <a:solidFill>
                    <a:srgbClr val="FFFFFF"/>
                  </a:solidFill>
                  <a:latin typeface="Arial"/>
                  <a:ea typeface="Arial"/>
                  <a:cs typeface="Arial"/>
                  <a:sym typeface="Arial"/>
                </a:rPr>
                <a:t>Manufacturing</a:t>
              </a:r>
              <a:endParaRPr sz="675" b="0"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75"/>
                <a:buFont typeface="Arial"/>
                <a:buNone/>
              </a:pPr>
              <a:r>
                <a:rPr lang="en-US" sz="675" b="1" i="0" u="none" strike="noStrike" cap="none">
                  <a:solidFill>
                    <a:srgbClr val="FFFFFF"/>
                  </a:solidFill>
                  <a:latin typeface="Arial"/>
                  <a:ea typeface="Arial"/>
                  <a:cs typeface="Arial"/>
                  <a:sym typeface="Arial"/>
                </a:rPr>
                <a:t>Organizations</a:t>
              </a:r>
              <a:endParaRPr sz="675" b="0" i="0" u="none" strike="noStrike" cap="none">
                <a:solidFill>
                  <a:srgbClr val="FFFFFF"/>
                </a:solidFill>
                <a:latin typeface="Arial"/>
                <a:ea typeface="Arial"/>
                <a:cs typeface="Arial"/>
                <a:sym typeface="Arial"/>
              </a:endParaRPr>
            </a:p>
          </p:txBody>
        </p:sp>
        <p:pic>
          <p:nvPicPr>
            <p:cNvPr id="667" name="Google Shape;667;p4"/>
            <p:cNvPicPr preferRelativeResize="0"/>
            <p:nvPr/>
          </p:nvPicPr>
          <p:blipFill rotWithShape="1">
            <a:blip r:embed="rId6">
              <a:alphaModFix/>
            </a:blip>
            <a:srcRect/>
            <a:stretch/>
          </p:blipFill>
          <p:spPr>
            <a:xfrm>
              <a:off x="3061669" y="3114257"/>
              <a:ext cx="357387" cy="362886"/>
            </a:xfrm>
            <a:prstGeom prst="rect">
              <a:avLst/>
            </a:prstGeom>
            <a:noFill/>
            <a:ln>
              <a:noFill/>
            </a:ln>
          </p:spPr>
        </p:pic>
        <p:sp>
          <p:nvSpPr>
            <p:cNvPr id="668" name="Google Shape;668;p4"/>
            <p:cNvSpPr/>
            <p:nvPr/>
          </p:nvSpPr>
          <p:spPr>
            <a:xfrm>
              <a:off x="3223915" y="3938528"/>
              <a:ext cx="93257" cy="93257"/>
            </a:xfrm>
            <a:prstGeom prst="ellipse">
              <a:avLst/>
            </a:prstGeom>
            <a:solidFill>
              <a:schemeClr val="lt1"/>
            </a:solidFill>
            <a:ln w="12700" cap="flat" cmpd="sng">
              <a:solidFill>
                <a:schemeClr val="lt1"/>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grpSp>
        <p:nvGrpSpPr>
          <p:cNvPr id="669" name="Google Shape;669;p4"/>
          <p:cNvGrpSpPr/>
          <p:nvPr/>
        </p:nvGrpSpPr>
        <p:grpSpPr>
          <a:xfrm>
            <a:off x="1370439" y="844034"/>
            <a:ext cx="665983" cy="431282"/>
            <a:chOff x="3225232" y="1928475"/>
            <a:chExt cx="887977" cy="575042"/>
          </a:xfrm>
        </p:grpSpPr>
        <p:pic>
          <p:nvPicPr>
            <p:cNvPr id="670" name="Google Shape;670;p4"/>
            <p:cNvPicPr preferRelativeResize="0"/>
            <p:nvPr/>
          </p:nvPicPr>
          <p:blipFill rotWithShape="1">
            <a:blip r:embed="rId7">
              <a:alphaModFix/>
            </a:blip>
            <a:srcRect/>
            <a:stretch/>
          </p:blipFill>
          <p:spPr>
            <a:xfrm>
              <a:off x="3501238" y="1928475"/>
              <a:ext cx="353217" cy="184124"/>
            </a:xfrm>
            <a:prstGeom prst="rect">
              <a:avLst/>
            </a:prstGeom>
            <a:noFill/>
            <a:ln>
              <a:noFill/>
            </a:ln>
          </p:spPr>
        </p:pic>
        <p:sp>
          <p:nvSpPr>
            <p:cNvPr id="671" name="Google Shape;671;p4"/>
            <p:cNvSpPr/>
            <p:nvPr/>
          </p:nvSpPr>
          <p:spPr>
            <a:xfrm>
              <a:off x="3225232" y="2105611"/>
              <a:ext cx="887977" cy="264832"/>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675"/>
                <a:buFont typeface="Arial"/>
                <a:buNone/>
              </a:pPr>
              <a:r>
                <a:rPr lang="en-US" sz="675" b="1" i="0" u="none" strike="noStrike" cap="none">
                  <a:solidFill>
                    <a:srgbClr val="FFFFFF"/>
                  </a:solidFill>
                  <a:latin typeface="Arial"/>
                  <a:ea typeface="Arial"/>
                  <a:cs typeface="Arial"/>
                  <a:sym typeface="Arial"/>
                </a:rPr>
                <a:t>Customers</a:t>
              </a:r>
              <a:r>
                <a:rPr lang="en-US" sz="675" b="0" i="0" u="none" strike="noStrike" cap="none">
                  <a:solidFill>
                    <a:srgbClr val="FFFFFF"/>
                  </a:solidFill>
                  <a:latin typeface="Arial"/>
                  <a:ea typeface="Arial"/>
                  <a:cs typeface="Arial"/>
                  <a:sym typeface="Arial"/>
                </a:rPr>
                <a:t> </a:t>
              </a:r>
              <a:endParaRPr sz="675" b="0" i="0" u="none" strike="noStrike" cap="none">
                <a:solidFill>
                  <a:srgbClr val="FFFFFF"/>
                </a:solidFill>
                <a:latin typeface="Arial"/>
                <a:ea typeface="Arial"/>
                <a:cs typeface="Arial"/>
                <a:sym typeface="Arial"/>
              </a:endParaRPr>
            </a:p>
          </p:txBody>
        </p:sp>
        <p:sp>
          <p:nvSpPr>
            <p:cNvPr id="672" name="Google Shape;672;p4"/>
            <p:cNvSpPr/>
            <p:nvPr/>
          </p:nvSpPr>
          <p:spPr>
            <a:xfrm>
              <a:off x="3621815" y="2410260"/>
              <a:ext cx="93257" cy="93257"/>
            </a:xfrm>
            <a:prstGeom prst="ellipse">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grpSp>
        <p:nvGrpSpPr>
          <p:cNvPr id="673" name="Google Shape;673;p4"/>
          <p:cNvGrpSpPr/>
          <p:nvPr/>
        </p:nvGrpSpPr>
        <p:grpSpPr>
          <a:xfrm>
            <a:off x="1597099" y="1621093"/>
            <a:ext cx="532178" cy="522485"/>
            <a:chOff x="3820910" y="4270404"/>
            <a:chExt cx="709571" cy="696646"/>
          </a:xfrm>
        </p:grpSpPr>
        <p:pic>
          <p:nvPicPr>
            <p:cNvPr id="674" name="Google Shape;674;p4"/>
            <p:cNvPicPr preferRelativeResize="0"/>
            <p:nvPr/>
          </p:nvPicPr>
          <p:blipFill rotWithShape="1">
            <a:blip r:embed="rId8">
              <a:alphaModFix/>
            </a:blip>
            <a:srcRect/>
            <a:stretch/>
          </p:blipFill>
          <p:spPr>
            <a:xfrm>
              <a:off x="4028351" y="4270404"/>
              <a:ext cx="319122" cy="303363"/>
            </a:xfrm>
            <a:prstGeom prst="rect">
              <a:avLst/>
            </a:prstGeom>
            <a:noFill/>
            <a:ln>
              <a:noFill/>
            </a:ln>
          </p:spPr>
        </p:pic>
        <p:sp>
          <p:nvSpPr>
            <p:cNvPr id="675" name="Google Shape;675;p4"/>
            <p:cNvSpPr/>
            <p:nvPr/>
          </p:nvSpPr>
          <p:spPr>
            <a:xfrm>
              <a:off x="3820910" y="4553099"/>
              <a:ext cx="709571" cy="295451"/>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675"/>
                <a:buFont typeface="Arial"/>
                <a:buNone/>
              </a:pPr>
              <a:r>
                <a:rPr lang="en-US" sz="675" b="1" i="0" u="none" strike="noStrike" cap="none">
                  <a:solidFill>
                    <a:srgbClr val="FFFFFF"/>
                  </a:solidFill>
                  <a:latin typeface="Arial"/>
                  <a:ea typeface="Arial"/>
                  <a:cs typeface="Arial"/>
                  <a:sym typeface="Arial"/>
                </a:rPr>
                <a:t>3PLs</a:t>
              </a:r>
              <a:endParaRPr sz="675" b="0" i="0" u="none" strike="noStrike" cap="none">
                <a:solidFill>
                  <a:srgbClr val="FFFFFF"/>
                </a:solidFill>
                <a:latin typeface="Arial"/>
                <a:ea typeface="Arial"/>
                <a:cs typeface="Arial"/>
                <a:sym typeface="Arial"/>
              </a:endParaRPr>
            </a:p>
          </p:txBody>
        </p:sp>
        <p:sp>
          <p:nvSpPr>
            <p:cNvPr id="676" name="Google Shape;676;p4"/>
            <p:cNvSpPr/>
            <p:nvPr/>
          </p:nvSpPr>
          <p:spPr>
            <a:xfrm>
              <a:off x="4136519" y="4873793"/>
              <a:ext cx="93257" cy="93257"/>
            </a:xfrm>
            <a:prstGeom prst="ellipse">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grpSp>
        <p:nvGrpSpPr>
          <p:cNvPr id="677" name="Google Shape;677;p4"/>
          <p:cNvGrpSpPr/>
          <p:nvPr/>
        </p:nvGrpSpPr>
        <p:grpSpPr>
          <a:xfrm>
            <a:off x="2129277" y="3050424"/>
            <a:ext cx="945759" cy="510320"/>
            <a:chOff x="4774719" y="4381071"/>
            <a:chExt cx="1261012" cy="680426"/>
          </a:xfrm>
        </p:grpSpPr>
        <p:pic>
          <p:nvPicPr>
            <p:cNvPr id="678" name="Google Shape;678;p4" descr="Building"/>
            <p:cNvPicPr preferRelativeResize="0"/>
            <p:nvPr/>
          </p:nvPicPr>
          <p:blipFill rotWithShape="1">
            <a:blip r:embed="rId9">
              <a:alphaModFix/>
            </a:blip>
            <a:srcRect/>
            <a:stretch/>
          </p:blipFill>
          <p:spPr>
            <a:xfrm>
              <a:off x="5242652" y="4381071"/>
              <a:ext cx="319755" cy="319755"/>
            </a:xfrm>
            <a:prstGeom prst="rect">
              <a:avLst/>
            </a:prstGeom>
            <a:noFill/>
            <a:ln>
              <a:noFill/>
            </a:ln>
          </p:spPr>
        </p:pic>
        <p:sp>
          <p:nvSpPr>
            <p:cNvPr id="679" name="Google Shape;679;p4"/>
            <p:cNvSpPr/>
            <p:nvPr/>
          </p:nvSpPr>
          <p:spPr>
            <a:xfrm>
              <a:off x="4774719" y="4671599"/>
              <a:ext cx="1261012" cy="295451"/>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675"/>
                <a:buFont typeface="Arial"/>
                <a:buNone/>
              </a:pPr>
              <a:r>
                <a:rPr lang="en-US" sz="675" b="1" i="0" u="none" strike="noStrike" cap="none">
                  <a:solidFill>
                    <a:srgbClr val="FFFFFF"/>
                  </a:solidFill>
                  <a:latin typeface="Arial"/>
                  <a:ea typeface="Arial"/>
                  <a:cs typeface="Arial"/>
                  <a:sym typeface="Arial"/>
                </a:rPr>
                <a:t>Manufacturers </a:t>
              </a:r>
              <a:endParaRPr sz="675" b="0" i="0" u="none" strike="noStrike" cap="none">
                <a:solidFill>
                  <a:srgbClr val="FFFFFF"/>
                </a:solidFill>
                <a:latin typeface="Arial"/>
                <a:ea typeface="Arial"/>
                <a:cs typeface="Arial"/>
                <a:sym typeface="Arial"/>
              </a:endParaRPr>
            </a:p>
          </p:txBody>
        </p:sp>
        <p:sp>
          <p:nvSpPr>
            <p:cNvPr id="680" name="Google Shape;680;p4"/>
            <p:cNvSpPr/>
            <p:nvPr/>
          </p:nvSpPr>
          <p:spPr>
            <a:xfrm>
              <a:off x="5350903" y="4968240"/>
              <a:ext cx="93257" cy="93257"/>
            </a:xfrm>
            <a:prstGeom prst="ellipse">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grpSp>
        <p:nvGrpSpPr>
          <p:cNvPr id="681" name="Google Shape;681;p4"/>
          <p:cNvGrpSpPr/>
          <p:nvPr/>
        </p:nvGrpSpPr>
        <p:grpSpPr>
          <a:xfrm>
            <a:off x="3308078" y="2366640"/>
            <a:ext cx="1021790" cy="648361"/>
            <a:chOff x="6299643" y="3480307"/>
            <a:chExt cx="1362386" cy="864481"/>
          </a:xfrm>
        </p:grpSpPr>
        <p:sp>
          <p:nvSpPr>
            <p:cNvPr id="682" name="Google Shape;682;p4"/>
            <p:cNvSpPr txBox="1"/>
            <p:nvPr/>
          </p:nvSpPr>
          <p:spPr>
            <a:xfrm>
              <a:off x="6299643" y="3787121"/>
              <a:ext cx="1362386" cy="502604"/>
            </a:xfrm>
            <a:prstGeom prst="rect">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en-US" sz="675" b="1" i="0" u="none" strike="noStrike" cap="none">
                  <a:solidFill>
                    <a:srgbClr val="FFFFFF"/>
                  </a:solidFill>
                  <a:latin typeface="Arial"/>
                  <a:ea typeface="Arial"/>
                  <a:cs typeface="Arial"/>
                  <a:sym typeface="Arial"/>
                </a:rPr>
                <a:t>Contract Packaging </a:t>
              </a:r>
              <a:endParaRPr sz="675" b="0"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75"/>
                <a:buFont typeface="Arial"/>
                <a:buNone/>
              </a:pPr>
              <a:r>
                <a:rPr lang="en-US" sz="675" b="1" i="0" u="none" strike="noStrike" cap="none">
                  <a:solidFill>
                    <a:srgbClr val="FFFFFF"/>
                  </a:solidFill>
                  <a:latin typeface="Arial"/>
                  <a:ea typeface="Arial"/>
                  <a:cs typeface="Arial"/>
                  <a:sym typeface="Arial"/>
                </a:rPr>
                <a:t>Organizations</a:t>
              </a:r>
              <a:endParaRPr sz="675" b="0" i="0" u="none" strike="noStrike" cap="none">
                <a:solidFill>
                  <a:srgbClr val="FFFFFF"/>
                </a:solidFill>
                <a:latin typeface="Arial"/>
                <a:ea typeface="Arial"/>
                <a:cs typeface="Arial"/>
                <a:sym typeface="Arial"/>
              </a:endParaRPr>
            </a:p>
          </p:txBody>
        </p:sp>
        <p:pic>
          <p:nvPicPr>
            <p:cNvPr id="683" name="Google Shape;683;p4" descr="Gears"/>
            <p:cNvPicPr preferRelativeResize="0"/>
            <p:nvPr/>
          </p:nvPicPr>
          <p:blipFill rotWithShape="1">
            <a:blip r:embed="rId10">
              <a:alphaModFix/>
            </a:blip>
            <a:srcRect/>
            <a:stretch/>
          </p:blipFill>
          <p:spPr>
            <a:xfrm>
              <a:off x="6735569" y="3480307"/>
              <a:ext cx="411587" cy="411588"/>
            </a:xfrm>
            <a:prstGeom prst="rect">
              <a:avLst/>
            </a:prstGeom>
            <a:noFill/>
            <a:ln>
              <a:noFill/>
            </a:ln>
          </p:spPr>
        </p:pic>
        <p:sp>
          <p:nvSpPr>
            <p:cNvPr id="684" name="Google Shape;684;p4"/>
            <p:cNvSpPr/>
            <p:nvPr/>
          </p:nvSpPr>
          <p:spPr>
            <a:xfrm>
              <a:off x="6857965" y="4251531"/>
              <a:ext cx="93257" cy="93257"/>
            </a:xfrm>
            <a:prstGeom prst="ellipse">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grpSp>
        <p:nvGrpSpPr>
          <p:cNvPr id="685" name="Google Shape;685;p4"/>
          <p:cNvGrpSpPr/>
          <p:nvPr/>
        </p:nvGrpSpPr>
        <p:grpSpPr>
          <a:xfrm>
            <a:off x="2521702" y="956189"/>
            <a:ext cx="945758" cy="507178"/>
            <a:chOff x="5257132" y="1823586"/>
            <a:chExt cx="1261011" cy="676237"/>
          </a:xfrm>
        </p:grpSpPr>
        <p:sp>
          <p:nvSpPr>
            <p:cNvPr id="686" name="Google Shape;686;p4"/>
            <p:cNvSpPr/>
            <p:nvPr/>
          </p:nvSpPr>
          <p:spPr>
            <a:xfrm>
              <a:off x="5257132" y="2129487"/>
              <a:ext cx="1261011" cy="356338"/>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675"/>
                <a:buFont typeface="Arial"/>
                <a:buNone/>
              </a:pPr>
              <a:r>
                <a:rPr lang="en-US" sz="675" b="1" i="0" u="none" strike="noStrike" cap="none">
                  <a:solidFill>
                    <a:srgbClr val="FFFFFF"/>
                  </a:solidFill>
                  <a:latin typeface="Arial"/>
                  <a:ea typeface="Arial"/>
                  <a:cs typeface="Arial"/>
                  <a:sym typeface="Arial"/>
                </a:rPr>
                <a:t>Retail &amp; Services</a:t>
              </a:r>
              <a:endParaRPr sz="675" b="0" i="0" u="none" strike="noStrike" cap="none">
                <a:solidFill>
                  <a:srgbClr val="FFFFFF"/>
                </a:solidFill>
                <a:latin typeface="Arial"/>
                <a:ea typeface="Arial"/>
                <a:cs typeface="Arial"/>
                <a:sym typeface="Arial"/>
              </a:endParaRPr>
            </a:p>
          </p:txBody>
        </p:sp>
        <p:pic>
          <p:nvPicPr>
            <p:cNvPr id="687" name="Google Shape;687;p4"/>
            <p:cNvPicPr preferRelativeResize="0"/>
            <p:nvPr/>
          </p:nvPicPr>
          <p:blipFill rotWithShape="1">
            <a:blip r:embed="rId11">
              <a:alphaModFix/>
            </a:blip>
            <a:srcRect/>
            <a:stretch/>
          </p:blipFill>
          <p:spPr>
            <a:xfrm>
              <a:off x="5695594" y="1823586"/>
              <a:ext cx="366238" cy="283317"/>
            </a:xfrm>
            <a:prstGeom prst="rect">
              <a:avLst/>
            </a:prstGeom>
            <a:noFill/>
            <a:ln>
              <a:noFill/>
            </a:ln>
          </p:spPr>
        </p:pic>
        <p:sp>
          <p:nvSpPr>
            <p:cNvPr id="688" name="Google Shape;688;p4"/>
            <p:cNvSpPr/>
            <p:nvPr/>
          </p:nvSpPr>
          <p:spPr>
            <a:xfrm>
              <a:off x="5844887" y="2406566"/>
              <a:ext cx="93257" cy="93257"/>
            </a:xfrm>
            <a:prstGeom prst="ellipse">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grpSp>
        <p:nvGrpSpPr>
          <p:cNvPr id="689" name="Google Shape;689;p4"/>
          <p:cNvGrpSpPr/>
          <p:nvPr/>
        </p:nvGrpSpPr>
        <p:grpSpPr>
          <a:xfrm>
            <a:off x="2342154" y="1931625"/>
            <a:ext cx="1018840" cy="598541"/>
            <a:chOff x="4660026" y="2709026"/>
            <a:chExt cx="1358453" cy="798054"/>
          </a:xfrm>
        </p:grpSpPr>
        <p:sp>
          <p:nvSpPr>
            <p:cNvPr id="690" name="Google Shape;690;p4"/>
            <p:cNvSpPr txBox="1"/>
            <p:nvPr/>
          </p:nvSpPr>
          <p:spPr>
            <a:xfrm>
              <a:off x="4660026" y="2934124"/>
              <a:ext cx="1358453" cy="509524"/>
            </a:xfrm>
            <a:prstGeom prst="rect">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en-US" sz="675" b="1" i="0" u="none" strike="noStrike" cap="none">
                  <a:solidFill>
                    <a:srgbClr val="FFFFFF"/>
                  </a:solidFill>
                  <a:latin typeface="Arial"/>
                  <a:ea typeface="Arial"/>
                  <a:cs typeface="Arial"/>
                  <a:sym typeface="Arial"/>
                </a:rPr>
                <a:t>Material / Component Manufacturers </a:t>
              </a:r>
              <a:endParaRPr sz="675" b="0" i="0" u="none" strike="noStrike" cap="none">
                <a:solidFill>
                  <a:srgbClr val="FFFFFF"/>
                </a:solidFill>
                <a:latin typeface="Arial"/>
                <a:ea typeface="Arial"/>
                <a:cs typeface="Arial"/>
                <a:sym typeface="Arial"/>
              </a:endParaRPr>
            </a:p>
          </p:txBody>
        </p:sp>
        <p:pic>
          <p:nvPicPr>
            <p:cNvPr id="691" name="Google Shape;691;p4" descr="Processor"/>
            <p:cNvPicPr preferRelativeResize="0"/>
            <p:nvPr/>
          </p:nvPicPr>
          <p:blipFill rotWithShape="1">
            <a:blip r:embed="rId12">
              <a:alphaModFix/>
            </a:blip>
            <a:srcRect/>
            <a:stretch/>
          </p:blipFill>
          <p:spPr>
            <a:xfrm>
              <a:off x="5151538" y="2709026"/>
              <a:ext cx="341382" cy="341383"/>
            </a:xfrm>
            <a:prstGeom prst="rect">
              <a:avLst/>
            </a:prstGeom>
            <a:noFill/>
            <a:ln>
              <a:noFill/>
            </a:ln>
          </p:spPr>
        </p:pic>
        <p:sp>
          <p:nvSpPr>
            <p:cNvPr id="692" name="Google Shape;692;p4"/>
            <p:cNvSpPr/>
            <p:nvPr/>
          </p:nvSpPr>
          <p:spPr>
            <a:xfrm>
              <a:off x="5276377" y="3413823"/>
              <a:ext cx="93257" cy="93257"/>
            </a:xfrm>
            <a:prstGeom prst="ellipse">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sp>
        <p:nvSpPr>
          <p:cNvPr id="693" name="Google Shape;693;p4"/>
          <p:cNvSpPr txBox="1">
            <a:spLocks noGrp="1"/>
          </p:cNvSpPr>
          <p:nvPr>
            <p:ph type="title"/>
          </p:nvPr>
        </p:nvSpPr>
        <p:spPr>
          <a:xfrm>
            <a:off x="234706" y="18444"/>
            <a:ext cx="8547494" cy="618900"/>
          </a:xfrm>
          <a:prstGeom prst="rect">
            <a:avLst/>
          </a:prstGeom>
          <a:noFill/>
          <a:ln>
            <a:noFill/>
          </a:ln>
        </p:spPr>
        <p:txBody>
          <a:bodyPr spcFirstLastPara="1" wrap="square" lIns="68550" tIns="34275" rIns="68550" bIns="34275" anchor="ctr" anchorCtr="0">
            <a:noAutofit/>
          </a:bodyPr>
          <a:lstStyle/>
          <a:p>
            <a:pPr marL="0" lvl="0" indent="0" algn="l" rtl="0">
              <a:lnSpc>
                <a:spcPct val="90000"/>
              </a:lnSpc>
              <a:spcBef>
                <a:spcPts val="0"/>
              </a:spcBef>
              <a:spcAft>
                <a:spcPts val="0"/>
              </a:spcAft>
              <a:buClr>
                <a:schemeClr val="lt1"/>
              </a:buClr>
              <a:buSzPts val="2400"/>
              <a:buFont typeface="Arial"/>
              <a:buNone/>
            </a:pPr>
            <a:r>
              <a:rPr lang="en-US" sz="2000"/>
              <a:t>End-to-End Digitalization on an Intelligent Industry Network</a:t>
            </a:r>
            <a:endParaRPr sz="2000"/>
          </a:p>
        </p:txBody>
      </p:sp>
      <p:grpSp>
        <p:nvGrpSpPr>
          <p:cNvPr id="694" name="Google Shape;694;p4"/>
          <p:cNvGrpSpPr/>
          <p:nvPr/>
        </p:nvGrpSpPr>
        <p:grpSpPr>
          <a:xfrm>
            <a:off x="14900069" y="175918"/>
            <a:ext cx="1154472" cy="848330"/>
            <a:chOff x="8517226" y="1617567"/>
            <a:chExt cx="1539296" cy="1131107"/>
          </a:xfrm>
        </p:grpSpPr>
        <p:sp>
          <p:nvSpPr>
            <p:cNvPr id="695" name="Google Shape;695;p4"/>
            <p:cNvSpPr/>
            <p:nvPr/>
          </p:nvSpPr>
          <p:spPr>
            <a:xfrm>
              <a:off x="9056746" y="1617567"/>
              <a:ext cx="477603" cy="477603"/>
            </a:xfrm>
            <a:prstGeom prst="ellipse">
              <a:avLst/>
            </a:prstGeom>
            <a:solidFill>
              <a:schemeClr val="accent4"/>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nvGrpSpPr>
            <p:cNvPr id="696" name="Google Shape;696;p4"/>
            <p:cNvGrpSpPr/>
            <p:nvPr/>
          </p:nvGrpSpPr>
          <p:grpSpPr>
            <a:xfrm>
              <a:off x="8517226" y="2065718"/>
              <a:ext cx="1539296" cy="682956"/>
              <a:chOff x="512047" y="3694905"/>
              <a:chExt cx="1539296" cy="682956"/>
            </a:xfrm>
          </p:grpSpPr>
          <p:sp>
            <p:nvSpPr>
              <p:cNvPr id="697" name="Google Shape;697;p4"/>
              <p:cNvSpPr txBox="1"/>
              <p:nvPr/>
            </p:nvSpPr>
            <p:spPr>
              <a:xfrm>
                <a:off x="628290" y="3694905"/>
                <a:ext cx="1308007" cy="292348"/>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975"/>
                  <a:buFont typeface="Arial"/>
                  <a:buNone/>
                </a:pPr>
                <a:r>
                  <a:rPr lang="en-US" sz="975" b="1" i="0" u="none" strike="noStrike" cap="none">
                    <a:solidFill>
                      <a:srgbClr val="FFFFFF"/>
                    </a:solidFill>
                    <a:latin typeface="Arial"/>
                    <a:ea typeface="Arial"/>
                    <a:cs typeface="Arial"/>
                    <a:sym typeface="Arial"/>
                  </a:rPr>
                  <a:t>Transparency</a:t>
                </a:r>
                <a:endParaRPr sz="1050" b="0" i="0" u="none" strike="noStrike" cap="none">
                  <a:solidFill>
                    <a:srgbClr val="FFFFFF"/>
                  </a:solidFill>
                  <a:latin typeface="Arial"/>
                  <a:ea typeface="Arial"/>
                  <a:cs typeface="Arial"/>
                  <a:sym typeface="Arial"/>
                </a:endParaRPr>
              </a:p>
            </p:txBody>
          </p:sp>
          <p:sp>
            <p:nvSpPr>
              <p:cNvPr id="698" name="Google Shape;698;p4"/>
              <p:cNvSpPr txBox="1"/>
              <p:nvPr/>
            </p:nvSpPr>
            <p:spPr>
              <a:xfrm>
                <a:off x="512047" y="3951712"/>
                <a:ext cx="1539296" cy="426149"/>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1" u="none" strike="noStrike" cap="none">
                    <a:solidFill>
                      <a:srgbClr val="FFFFFF"/>
                    </a:solidFill>
                    <a:latin typeface="Arial"/>
                    <a:ea typeface="Arial"/>
                    <a:cs typeface="Arial"/>
                    <a:sym typeface="Arial"/>
                  </a:rPr>
                  <a:t>Product Availability &amp; Recalls</a:t>
                </a:r>
                <a:endParaRPr sz="1050" b="0" i="0" u="none" strike="noStrike" cap="none">
                  <a:solidFill>
                    <a:srgbClr val="000000"/>
                  </a:solidFill>
                  <a:latin typeface="Arial"/>
                  <a:ea typeface="Arial"/>
                  <a:cs typeface="Arial"/>
                  <a:sym typeface="Arial"/>
                </a:endParaRPr>
              </a:p>
            </p:txBody>
          </p:sp>
        </p:grpSp>
        <p:pic>
          <p:nvPicPr>
            <p:cNvPr id="699" name="Google Shape;699;p4" descr="A white circle with a black background&#10;&#10;Description automatically generated with low confidence"/>
            <p:cNvPicPr preferRelativeResize="0"/>
            <p:nvPr/>
          </p:nvPicPr>
          <p:blipFill rotWithShape="1">
            <a:blip r:embed="rId13">
              <a:alphaModFix/>
            </a:blip>
            <a:srcRect/>
            <a:stretch/>
          </p:blipFill>
          <p:spPr>
            <a:xfrm>
              <a:off x="9138846" y="1781540"/>
              <a:ext cx="326175" cy="171374"/>
            </a:xfrm>
            <a:prstGeom prst="rect">
              <a:avLst/>
            </a:prstGeom>
            <a:noFill/>
            <a:ln>
              <a:noFill/>
            </a:ln>
          </p:spPr>
        </p:pic>
        <p:sp>
          <p:nvSpPr>
            <p:cNvPr id="700" name="Google Shape;700;p4"/>
            <p:cNvSpPr/>
            <p:nvPr/>
          </p:nvSpPr>
          <p:spPr>
            <a:xfrm>
              <a:off x="9255834" y="1829896"/>
              <a:ext cx="84321" cy="84321"/>
            </a:xfrm>
            <a:prstGeom prst="ellipse">
              <a:avLst/>
            </a:prstGeom>
            <a:solidFill>
              <a:schemeClr val="accent4"/>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grpSp>
        <p:nvGrpSpPr>
          <p:cNvPr id="701" name="Google Shape;701;p4"/>
          <p:cNvGrpSpPr/>
          <p:nvPr/>
        </p:nvGrpSpPr>
        <p:grpSpPr>
          <a:xfrm>
            <a:off x="1" y="4477483"/>
            <a:ext cx="9143999" cy="361881"/>
            <a:chOff x="1" y="5969977"/>
            <a:chExt cx="12191999" cy="482508"/>
          </a:xfrm>
        </p:grpSpPr>
        <p:sp>
          <p:nvSpPr>
            <p:cNvPr id="702" name="Google Shape;702;p4"/>
            <p:cNvSpPr/>
            <p:nvPr/>
          </p:nvSpPr>
          <p:spPr>
            <a:xfrm>
              <a:off x="1" y="5969977"/>
              <a:ext cx="12191999" cy="482508"/>
            </a:xfrm>
            <a:prstGeom prst="rect">
              <a:avLst/>
            </a:prstGeom>
            <a:solidFill>
              <a:schemeClr val="accent4"/>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sp>
          <p:nvSpPr>
            <p:cNvPr id="703" name="Google Shape;703;p4"/>
            <p:cNvSpPr txBox="1"/>
            <p:nvPr/>
          </p:nvSpPr>
          <p:spPr>
            <a:xfrm>
              <a:off x="1267994" y="6036806"/>
              <a:ext cx="2333100" cy="3693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US" sz="1350" b="1" i="0" u="none" strike="noStrike" cap="none">
                  <a:solidFill>
                    <a:srgbClr val="FFFFFF"/>
                  </a:solidFill>
                  <a:latin typeface="Arial"/>
                  <a:ea typeface="Arial"/>
                  <a:cs typeface="Arial"/>
                  <a:sym typeface="Arial"/>
                </a:rPr>
                <a:t>Collective Platform</a:t>
              </a:r>
              <a:endParaRPr sz="1350" b="1" i="0" u="none" strike="noStrike" cap="none">
                <a:solidFill>
                  <a:srgbClr val="000000"/>
                </a:solidFill>
                <a:latin typeface="Arial"/>
                <a:ea typeface="Arial"/>
                <a:cs typeface="Arial"/>
                <a:sym typeface="Arial"/>
              </a:endParaRPr>
            </a:p>
          </p:txBody>
        </p:sp>
        <p:sp>
          <p:nvSpPr>
            <p:cNvPr id="704" name="Google Shape;704;p4"/>
            <p:cNvSpPr txBox="1"/>
            <p:nvPr/>
          </p:nvSpPr>
          <p:spPr>
            <a:xfrm>
              <a:off x="8740548" y="6036806"/>
              <a:ext cx="2598757" cy="36929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US" sz="1350" b="1" i="0" u="none" strike="noStrike" cap="none">
                  <a:solidFill>
                    <a:srgbClr val="FFFFFF"/>
                  </a:solidFill>
                  <a:latin typeface="Arial"/>
                  <a:ea typeface="Arial"/>
                  <a:cs typeface="Arial"/>
                  <a:sym typeface="Arial"/>
                </a:rPr>
                <a:t>Collective Intelligence</a:t>
              </a:r>
              <a:endParaRPr sz="1350" b="1" i="0" u="none" strike="noStrike" cap="none">
                <a:solidFill>
                  <a:srgbClr val="000000"/>
                </a:solidFill>
                <a:latin typeface="Arial"/>
                <a:ea typeface="Arial"/>
                <a:cs typeface="Arial"/>
                <a:sym typeface="Arial"/>
              </a:endParaRPr>
            </a:p>
          </p:txBody>
        </p:sp>
        <p:pic>
          <p:nvPicPr>
            <p:cNvPr id="705" name="Google Shape;705;p4"/>
            <p:cNvPicPr preferRelativeResize="0"/>
            <p:nvPr/>
          </p:nvPicPr>
          <p:blipFill rotWithShape="1">
            <a:blip r:embed="rId14">
              <a:alphaModFix/>
            </a:blip>
            <a:srcRect/>
            <a:stretch/>
          </p:blipFill>
          <p:spPr>
            <a:xfrm>
              <a:off x="941287" y="6045877"/>
              <a:ext cx="342519" cy="330708"/>
            </a:xfrm>
            <a:prstGeom prst="rect">
              <a:avLst/>
            </a:prstGeom>
            <a:noFill/>
            <a:ln>
              <a:noFill/>
            </a:ln>
          </p:spPr>
        </p:pic>
        <p:sp>
          <p:nvSpPr>
            <p:cNvPr id="706" name="Google Shape;706;p4"/>
            <p:cNvSpPr txBox="1"/>
            <p:nvPr/>
          </p:nvSpPr>
          <p:spPr>
            <a:xfrm>
              <a:off x="4839300" y="6038533"/>
              <a:ext cx="2859900" cy="3693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US" sz="1350" b="1" i="0" u="none" strike="noStrike" cap="none">
                  <a:solidFill>
                    <a:srgbClr val="FFFFFF"/>
                  </a:solidFill>
                  <a:latin typeface="Arial"/>
                  <a:ea typeface="Arial"/>
                  <a:cs typeface="Arial"/>
                  <a:sym typeface="Arial"/>
                </a:rPr>
                <a:t>Collective Orchestration</a:t>
              </a:r>
              <a:endParaRPr sz="1350" b="1" i="0" u="none" strike="noStrike" cap="none">
                <a:solidFill>
                  <a:srgbClr val="000000"/>
                </a:solidFill>
                <a:latin typeface="Arial"/>
                <a:ea typeface="Arial"/>
                <a:cs typeface="Arial"/>
                <a:sym typeface="Arial"/>
              </a:endParaRPr>
            </a:p>
          </p:txBody>
        </p:sp>
        <p:pic>
          <p:nvPicPr>
            <p:cNvPr id="707" name="Google Shape;707;p4" descr="Social network with solid fill"/>
            <p:cNvPicPr preferRelativeResize="0"/>
            <p:nvPr/>
          </p:nvPicPr>
          <p:blipFill rotWithShape="1">
            <a:blip r:embed="rId15">
              <a:alphaModFix/>
            </a:blip>
            <a:srcRect/>
            <a:stretch/>
          </p:blipFill>
          <p:spPr>
            <a:xfrm>
              <a:off x="4492803" y="6014638"/>
              <a:ext cx="393192" cy="393192"/>
            </a:xfrm>
            <a:prstGeom prst="rect">
              <a:avLst/>
            </a:prstGeom>
            <a:noFill/>
            <a:ln>
              <a:noFill/>
            </a:ln>
          </p:spPr>
        </p:pic>
        <p:pic>
          <p:nvPicPr>
            <p:cNvPr id="708" name="Google Shape;708;p4"/>
            <p:cNvPicPr preferRelativeResize="0"/>
            <p:nvPr/>
          </p:nvPicPr>
          <p:blipFill rotWithShape="1">
            <a:blip r:embed="rId16">
              <a:alphaModFix/>
            </a:blip>
            <a:srcRect/>
            <a:stretch/>
          </p:blipFill>
          <p:spPr>
            <a:xfrm>
              <a:off x="8399934" y="6045877"/>
              <a:ext cx="360220" cy="360220"/>
            </a:xfrm>
            <a:prstGeom prst="rect">
              <a:avLst/>
            </a:prstGeom>
            <a:noFill/>
            <a:ln>
              <a:noFill/>
            </a:ln>
          </p:spPr>
        </p:pic>
      </p:grpSp>
      <p:pic>
        <p:nvPicPr>
          <p:cNvPr id="709" name="Google Shape;709;p4"/>
          <p:cNvPicPr preferRelativeResize="0"/>
          <p:nvPr/>
        </p:nvPicPr>
        <p:blipFill rotWithShape="1">
          <a:blip r:embed="rId17">
            <a:alphaModFix/>
          </a:blip>
          <a:srcRect/>
          <a:stretch/>
        </p:blipFill>
        <p:spPr>
          <a:xfrm>
            <a:off x="3721744" y="1252452"/>
            <a:ext cx="983319" cy="2320287"/>
          </a:xfrm>
          <a:prstGeom prst="rect">
            <a:avLst/>
          </a:prstGeom>
          <a:noFill/>
          <a:ln>
            <a:noFill/>
          </a:ln>
          <a:effectLst>
            <a:outerShdw blurRad="50800" dist="38100" dir="2700000" algn="tl" rotWithShape="0">
              <a:srgbClr val="000000">
                <a:alpha val="40000"/>
              </a:srgbClr>
            </a:outerShdw>
          </a:effectLst>
        </p:spPr>
      </p:pic>
      <p:grpSp>
        <p:nvGrpSpPr>
          <p:cNvPr id="710" name="Google Shape;710;p4"/>
          <p:cNvGrpSpPr/>
          <p:nvPr/>
        </p:nvGrpSpPr>
        <p:grpSpPr>
          <a:xfrm>
            <a:off x="3634272" y="473039"/>
            <a:ext cx="5167158" cy="990886"/>
            <a:chOff x="4845696" y="630718"/>
            <a:chExt cx="6889544" cy="1321181"/>
          </a:xfrm>
        </p:grpSpPr>
        <p:grpSp>
          <p:nvGrpSpPr>
            <p:cNvPr id="711" name="Google Shape;711;p4"/>
            <p:cNvGrpSpPr/>
            <p:nvPr/>
          </p:nvGrpSpPr>
          <p:grpSpPr>
            <a:xfrm>
              <a:off x="4845696" y="630718"/>
              <a:ext cx="989038" cy="996692"/>
              <a:chOff x="4845696" y="630718"/>
              <a:chExt cx="989038" cy="996692"/>
            </a:xfrm>
          </p:grpSpPr>
          <p:pic>
            <p:nvPicPr>
              <p:cNvPr id="712" name="Google Shape;712;p4"/>
              <p:cNvPicPr preferRelativeResize="0"/>
              <p:nvPr/>
            </p:nvPicPr>
            <p:blipFill rotWithShape="1">
              <a:blip r:embed="rId18">
                <a:alphaModFix/>
              </a:blip>
              <a:srcRect/>
              <a:stretch/>
            </p:blipFill>
            <p:spPr>
              <a:xfrm rot="-1332544">
                <a:off x="4962949" y="744812"/>
                <a:ext cx="754531" cy="768504"/>
              </a:xfrm>
              <a:prstGeom prst="rect">
                <a:avLst/>
              </a:prstGeom>
              <a:noFill/>
              <a:ln>
                <a:noFill/>
              </a:ln>
              <a:effectLst>
                <a:outerShdw blurRad="50800" dist="38100" dir="2700000" algn="tl" rotWithShape="0">
                  <a:srgbClr val="000000">
                    <a:alpha val="40000"/>
                  </a:srgbClr>
                </a:outerShdw>
              </a:effectLst>
            </p:spPr>
          </p:pic>
          <p:grpSp>
            <p:nvGrpSpPr>
              <p:cNvPr id="713" name="Google Shape;713;p4"/>
              <p:cNvGrpSpPr/>
              <p:nvPr/>
            </p:nvGrpSpPr>
            <p:grpSpPr>
              <a:xfrm>
                <a:off x="5110181" y="876458"/>
                <a:ext cx="474437" cy="474437"/>
                <a:chOff x="6216520" y="969164"/>
                <a:chExt cx="477603" cy="477603"/>
              </a:xfrm>
            </p:grpSpPr>
            <p:sp>
              <p:nvSpPr>
                <p:cNvPr id="714" name="Google Shape;714;p4"/>
                <p:cNvSpPr/>
                <p:nvPr/>
              </p:nvSpPr>
              <p:spPr>
                <a:xfrm>
                  <a:off x="6216520" y="969164"/>
                  <a:ext cx="477603" cy="477603"/>
                </a:xfrm>
                <a:prstGeom prst="ellipse">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pic>
              <p:nvPicPr>
                <p:cNvPr id="715" name="Google Shape;715;p4"/>
                <p:cNvPicPr preferRelativeResize="0"/>
                <p:nvPr/>
              </p:nvPicPr>
              <p:blipFill rotWithShape="1">
                <a:blip r:embed="rId19">
                  <a:alphaModFix/>
                </a:blip>
                <a:srcRect/>
                <a:stretch/>
              </p:blipFill>
              <p:spPr>
                <a:xfrm>
                  <a:off x="6334221" y="1041818"/>
                  <a:ext cx="242201" cy="308687"/>
                </a:xfrm>
                <a:prstGeom prst="rect">
                  <a:avLst/>
                </a:prstGeom>
                <a:noFill/>
                <a:ln>
                  <a:noFill/>
                </a:ln>
              </p:spPr>
            </p:pic>
          </p:grpSp>
        </p:grpSp>
        <p:sp>
          <p:nvSpPr>
            <p:cNvPr id="716" name="Google Shape;716;p4"/>
            <p:cNvSpPr txBox="1"/>
            <p:nvPr/>
          </p:nvSpPr>
          <p:spPr>
            <a:xfrm>
              <a:off x="5710463" y="797383"/>
              <a:ext cx="2234235" cy="29234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75"/>
                <a:buFont typeface="Arial"/>
                <a:buNone/>
              </a:pPr>
              <a:r>
                <a:rPr lang="en-US" sz="975" b="1" i="0" u="none" strike="noStrike" cap="none">
                  <a:solidFill>
                    <a:srgbClr val="E6E51E"/>
                  </a:solidFill>
                  <a:latin typeface="Arial"/>
                  <a:ea typeface="Arial"/>
                  <a:cs typeface="Arial"/>
                  <a:sym typeface="Arial"/>
                </a:rPr>
                <a:t>Collective Intelligence</a:t>
              </a:r>
              <a:endParaRPr sz="1050" b="0" i="0" u="none" strike="noStrike" cap="none">
                <a:solidFill>
                  <a:srgbClr val="E6E51E"/>
                </a:solidFill>
                <a:latin typeface="Arial"/>
                <a:ea typeface="Arial"/>
                <a:cs typeface="Arial"/>
                <a:sym typeface="Arial"/>
              </a:endParaRPr>
            </a:p>
          </p:txBody>
        </p:sp>
        <p:sp>
          <p:nvSpPr>
            <p:cNvPr id="717" name="Google Shape;717;p4"/>
            <p:cNvSpPr txBox="1"/>
            <p:nvPr/>
          </p:nvSpPr>
          <p:spPr>
            <a:xfrm>
              <a:off x="5710462" y="1033841"/>
              <a:ext cx="6024778" cy="429866"/>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050"/>
                <a:buFont typeface="Arial"/>
                <a:buNone/>
              </a:pPr>
              <a:r>
                <a:rPr lang="en-US" sz="1050" b="0" i="1" u="none" strike="noStrike" cap="none">
                  <a:solidFill>
                    <a:srgbClr val="FFFFFF"/>
                  </a:solidFill>
                  <a:latin typeface="Arial"/>
                  <a:ea typeface="Arial"/>
                  <a:cs typeface="Arial"/>
                  <a:sym typeface="Arial"/>
                </a:rPr>
                <a:t>Predict Drug Shortages 90 days in Advance with 90%+ Confidence</a:t>
              </a:r>
              <a:endParaRPr sz="1050" b="0" i="0" u="none" strike="noStrike" cap="none">
                <a:solidFill>
                  <a:srgbClr val="000000"/>
                </a:solidFill>
                <a:latin typeface="Arial"/>
                <a:ea typeface="Arial"/>
                <a:cs typeface="Arial"/>
                <a:sym typeface="Arial"/>
              </a:endParaRPr>
            </a:p>
          </p:txBody>
        </p:sp>
        <p:sp>
          <p:nvSpPr>
            <p:cNvPr id="718" name="Google Shape;718;p4"/>
            <p:cNvSpPr/>
            <p:nvPr/>
          </p:nvSpPr>
          <p:spPr>
            <a:xfrm>
              <a:off x="4984269" y="1693890"/>
              <a:ext cx="258009" cy="258009"/>
            </a:xfrm>
            <a:prstGeom prst="ellipse">
              <a:avLst/>
            </a:prstGeom>
            <a:noFill/>
            <a:ln w="57150" cap="flat" cmpd="sng">
              <a:solidFill>
                <a:schemeClr val="accent1"/>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grpSp>
        <p:nvGrpSpPr>
          <p:cNvPr id="719" name="Google Shape;719;p4"/>
          <p:cNvGrpSpPr/>
          <p:nvPr/>
        </p:nvGrpSpPr>
        <p:grpSpPr>
          <a:xfrm>
            <a:off x="4281720" y="1178198"/>
            <a:ext cx="4328126" cy="684116"/>
            <a:chOff x="5708959" y="1570931"/>
            <a:chExt cx="5770835" cy="912154"/>
          </a:xfrm>
        </p:grpSpPr>
        <p:sp>
          <p:nvSpPr>
            <p:cNvPr id="720" name="Google Shape;720;p4"/>
            <p:cNvSpPr txBox="1"/>
            <p:nvPr/>
          </p:nvSpPr>
          <p:spPr>
            <a:xfrm>
              <a:off x="6802684" y="1598752"/>
              <a:ext cx="2493071" cy="429865"/>
            </a:xfrm>
            <a:prstGeom prst="rect">
              <a:avLst/>
            </a:prstGeom>
            <a:noFill/>
            <a:ln>
              <a:noFill/>
            </a:ln>
          </p:spPr>
          <p:txBody>
            <a:bodyPr spcFirstLastPara="1" wrap="square" lIns="68550" tIns="34275" rIns="68550" bIns="34275" anchor="ctr" anchorCtr="0">
              <a:noAutofit/>
            </a:bodyPr>
            <a:lstStyle/>
            <a:p>
              <a:pPr marL="0" marR="0" lvl="0" indent="0" algn="l" rtl="0">
                <a:lnSpc>
                  <a:spcPct val="100000"/>
                </a:lnSpc>
                <a:spcBef>
                  <a:spcPts val="0"/>
                </a:spcBef>
                <a:spcAft>
                  <a:spcPts val="0"/>
                </a:spcAft>
                <a:buClr>
                  <a:srgbClr val="000000"/>
                </a:buClr>
                <a:buSzPts val="975"/>
                <a:buFont typeface="Arial"/>
                <a:buNone/>
              </a:pPr>
              <a:r>
                <a:rPr lang="en-US" sz="975" b="1" i="0" u="none" strike="noStrike" cap="none">
                  <a:solidFill>
                    <a:srgbClr val="E6E51E"/>
                  </a:solidFill>
                  <a:latin typeface="Arial"/>
                  <a:ea typeface="Arial"/>
                  <a:cs typeface="Arial"/>
                  <a:sym typeface="Arial"/>
                </a:rPr>
                <a:t>End-to-End Orchestration</a:t>
              </a:r>
              <a:endParaRPr sz="1050" b="0" i="0" u="none" strike="noStrike" cap="none">
                <a:solidFill>
                  <a:srgbClr val="E6E51E"/>
                </a:solidFill>
                <a:latin typeface="Arial"/>
                <a:ea typeface="Arial"/>
                <a:cs typeface="Arial"/>
                <a:sym typeface="Arial"/>
              </a:endParaRPr>
            </a:p>
          </p:txBody>
        </p:sp>
        <p:sp>
          <p:nvSpPr>
            <p:cNvPr id="721" name="Google Shape;721;p4"/>
            <p:cNvSpPr txBox="1"/>
            <p:nvPr/>
          </p:nvSpPr>
          <p:spPr>
            <a:xfrm>
              <a:off x="6802684" y="1916891"/>
              <a:ext cx="4677110" cy="429866"/>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050"/>
                <a:buFont typeface="Arial"/>
                <a:buNone/>
              </a:pPr>
              <a:r>
                <a:rPr lang="en-US" sz="1050" b="0" i="1" u="none" strike="noStrike" cap="none">
                  <a:solidFill>
                    <a:srgbClr val="FFFFFF"/>
                  </a:solidFill>
                  <a:latin typeface="Arial"/>
                  <a:ea typeface="Arial"/>
                  <a:cs typeface="Arial"/>
                  <a:sym typeface="Arial"/>
                </a:rPr>
                <a:t>Orchestrate Cell &amp; Gene Therapy, Digital Recalls,  Product Supply, and Trading Partner Work Management</a:t>
              </a:r>
              <a:endParaRPr sz="1050" b="0" i="0" u="none" strike="noStrike" cap="none">
                <a:solidFill>
                  <a:srgbClr val="000000"/>
                </a:solidFill>
                <a:latin typeface="Arial"/>
                <a:ea typeface="Arial"/>
                <a:cs typeface="Arial"/>
                <a:sym typeface="Arial"/>
              </a:endParaRPr>
            </a:p>
          </p:txBody>
        </p:sp>
        <p:grpSp>
          <p:nvGrpSpPr>
            <p:cNvPr id="722" name="Google Shape;722;p4"/>
            <p:cNvGrpSpPr/>
            <p:nvPr/>
          </p:nvGrpSpPr>
          <p:grpSpPr>
            <a:xfrm>
              <a:off x="6032212" y="1570931"/>
              <a:ext cx="756021" cy="729020"/>
              <a:chOff x="6032212" y="1570931"/>
              <a:chExt cx="756021" cy="729020"/>
            </a:xfrm>
          </p:grpSpPr>
          <p:pic>
            <p:nvPicPr>
              <p:cNvPr id="723" name="Google Shape;723;p4"/>
              <p:cNvPicPr preferRelativeResize="0"/>
              <p:nvPr/>
            </p:nvPicPr>
            <p:blipFill rotWithShape="1">
              <a:blip r:embed="rId20">
                <a:alphaModFix/>
              </a:blip>
              <a:srcRect/>
              <a:stretch/>
            </p:blipFill>
            <p:spPr>
              <a:xfrm>
                <a:off x="6032212" y="1570931"/>
                <a:ext cx="756021" cy="729020"/>
              </a:xfrm>
              <a:prstGeom prst="rect">
                <a:avLst/>
              </a:prstGeom>
              <a:noFill/>
              <a:ln>
                <a:noFill/>
              </a:ln>
              <a:effectLst>
                <a:outerShdw blurRad="50800" dist="38100" dir="2700000" algn="tl" rotWithShape="0">
                  <a:srgbClr val="000000">
                    <a:alpha val="40000"/>
                  </a:srgbClr>
                </a:outerShdw>
              </a:effectLst>
            </p:spPr>
          </p:pic>
          <p:grpSp>
            <p:nvGrpSpPr>
              <p:cNvPr id="724" name="Google Shape;724;p4"/>
              <p:cNvGrpSpPr/>
              <p:nvPr/>
            </p:nvGrpSpPr>
            <p:grpSpPr>
              <a:xfrm>
                <a:off x="6192138" y="1690517"/>
                <a:ext cx="474437" cy="474437"/>
                <a:chOff x="6234459" y="1905284"/>
                <a:chExt cx="477603" cy="477603"/>
              </a:xfrm>
            </p:grpSpPr>
            <p:sp>
              <p:nvSpPr>
                <p:cNvPr id="725" name="Google Shape;725;p4"/>
                <p:cNvSpPr/>
                <p:nvPr/>
              </p:nvSpPr>
              <p:spPr>
                <a:xfrm>
                  <a:off x="6234459" y="1905284"/>
                  <a:ext cx="477603" cy="477603"/>
                </a:xfrm>
                <a:prstGeom prst="ellipse">
                  <a:avLst/>
                </a:prstGeom>
                <a:solidFill>
                  <a:schemeClr val="lt1"/>
                </a:solidFill>
                <a:ln>
                  <a:noFill/>
                </a:ln>
                <a:effectLst>
                  <a:outerShdw blurRad="50800" dist="38100" dir="2700000" algn="tl" rotWithShape="0">
                    <a:srgbClr val="000000">
                      <a:alpha val="40000"/>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pic>
              <p:nvPicPr>
                <p:cNvPr id="726" name="Google Shape;726;p4"/>
                <p:cNvPicPr preferRelativeResize="0"/>
                <p:nvPr/>
              </p:nvPicPr>
              <p:blipFill rotWithShape="1">
                <a:blip r:embed="rId21">
                  <a:alphaModFix/>
                </a:blip>
                <a:srcRect/>
                <a:stretch/>
              </p:blipFill>
              <p:spPr>
                <a:xfrm>
                  <a:off x="6257210" y="1955152"/>
                  <a:ext cx="432100" cy="378239"/>
                </a:xfrm>
                <a:prstGeom prst="rect">
                  <a:avLst/>
                </a:prstGeom>
                <a:noFill/>
                <a:ln>
                  <a:noFill/>
                </a:ln>
              </p:spPr>
            </p:pic>
          </p:grpSp>
        </p:grpSp>
        <p:sp>
          <p:nvSpPr>
            <p:cNvPr id="727" name="Google Shape;727;p4"/>
            <p:cNvSpPr/>
            <p:nvPr/>
          </p:nvSpPr>
          <p:spPr>
            <a:xfrm>
              <a:off x="5708959" y="2225076"/>
              <a:ext cx="258009" cy="258009"/>
            </a:xfrm>
            <a:prstGeom prst="ellipse">
              <a:avLst/>
            </a:prstGeom>
            <a:noFill/>
            <a:ln w="57150" cap="flat" cmpd="sng">
              <a:solidFill>
                <a:schemeClr val="accent2"/>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grpSp>
        <p:nvGrpSpPr>
          <p:cNvPr id="728" name="Google Shape;728;p4"/>
          <p:cNvGrpSpPr/>
          <p:nvPr/>
        </p:nvGrpSpPr>
        <p:grpSpPr>
          <a:xfrm>
            <a:off x="4493964" y="2133966"/>
            <a:ext cx="4431248" cy="561323"/>
            <a:chOff x="5991951" y="2845287"/>
            <a:chExt cx="5908331" cy="748431"/>
          </a:xfrm>
        </p:grpSpPr>
        <p:sp>
          <p:nvSpPr>
            <p:cNvPr id="729" name="Google Shape;729;p4"/>
            <p:cNvSpPr txBox="1"/>
            <p:nvPr/>
          </p:nvSpPr>
          <p:spPr>
            <a:xfrm>
              <a:off x="7248866" y="2911668"/>
              <a:ext cx="4230928" cy="29234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75"/>
                <a:buFont typeface="Arial"/>
                <a:buNone/>
              </a:pPr>
              <a:r>
                <a:rPr lang="en-US" sz="975" b="1" i="0" u="none" strike="noStrike" cap="none">
                  <a:solidFill>
                    <a:srgbClr val="E6E51E"/>
                  </a:solidFill>
                  <a:latin typeface="Arial"/>
                  <a:ea typeface="Arial"/>
                  <a:cs typeface="Arial"/>
                  <a:sym typeface="Arial"/>
                </a:rPr>
                <a:t>End-to-End Supply Chain Information &amp; Visibility</a:t>
              </a:r>
              <a:endParaRPr sz="1050" b="0" i="0" u="none" strike="noStrike" cap="none">
                <a:solidFill>
                  <a:srgbClr val="E6E51E"/>
                </a:solidFill>
                <a:latin typeface="Arial"/>
                <a:ea typeface="Arial"/>
                <a:cs typeface="Arial"/>
                <a:sym typeface="Arial"/>
              </a:endParaRPr>
            </a:p>
          </p:txBody>
        </p:sp>
        <p:sp>
          <p:nvSpPr>
            <p:cNvPr id="730" name="Google Shape;730;p4"/>
            <p:cNvSpPr txBox="1"/>
            <p:nvPr/>
          </p:nvSpPr>
          <p:spPr>
            <a:xfrm>
              <a:off x="7248865" y="3157218"/>
              <a:ext cx="4651417" cy="4365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050"/>
                <a:buFont typeface="Arial"/>
                <a:buNone/>
              </a:pPr>
              <a:r>
                <a:rPr lang="en-US" sz="1050" b="0" i="1" u="none" strike="noStrike" cap="none">
                  <a:solidFill>
                    <a:srgbClr val="FFFFFF"/>
                  </a:solidFill>
                  <a:latin typeface="Arial"/>
                  <a:ea typeface="Arial"/>
                  <a:cs typeface="Arial"/>
                  <a:sym typeface="Arial"/>
                </a:rPr>
                <a:t>Integrated Visibility Across All Trading Partners and All Transactions (Commerce, Logistics, Inventory, etc.)</a:t>
              </a:r>
              <a:endParaRPr sz="1050" b="0" i="0" u="none" strike="noStrike" cap="none">
                <a:solidFill>
                  <a:srgbClr val="000000"/>
                </a:solidFill>
                <a:latin typeface="Arial"/>
                <a:ea typeface="Arial"/>
                <a:cs typeface="Arial"/>
                <a:sym typeface="Arial"/>
              </a:endParaRPr>
            </a:p>
          </p:txBody>
        </p:sp>
        <p:grpSp>
          <p:nvGrpSpPr>
            <p:cNvPr id="731" name="Google Shape;731;p4"/>
            <p:cNvGrpSpPr/>
            <p:nvPr/>
          </p:nvGrpSpPr>
          <p:grpSpPr>
            <a:xfrm>
              <a:off x="6359368" y="2845287"/>
              <a:ext cx="873169" cy="748431"/>
              <a:chOff x="6359368" y="2845287"/>
              <a:chExt cx="873169" cy="748431"/>
            </a:xfrm>
          </p:grpSpPr>
          <p:pic>
            <p:nvPicPr>
              <p:cNvPr id="732" name="Google Shape;732;p4"/>
              <p:cNvPicPr preferRelativeResize="0"/>
              <p:nvPr/>
            </p:nvPicPr>
            <p:blipFill rotWithShape="1">
              <a:blip r:embed="rId22">
                <a:alphaModFix/>
              </a:blip>
              <a:srcRect/>
              <a:stretch/>
            </p:blipFill>
            <p:spPr>
              <a:xfrm>
                <a:off x="6359368" y="2845287"/>
                <a:ext cx="873169" cy="748431"/>
              </a:xfrm>
              <a:prstGeom prst="rect">
                <a:avLst/>
              </a:prstGeom>
              <a:noFill/>
              <a:ln>
                <a:noFill/>
              </a:ln>
              <a:effectLst>
                <a:outerShdw blurRad="50800" dist="38100" dir="2700000" algn="tl" rotWithShape="0">
                  <a:srgbClr val="000000">
                    <a:alpha val="40000"/>
                  </a:srgbClr>
                </a:outerShdw>
              </a:effectLst>
            </p:spPr>
          </p:pic>
          <p:grpSp>
            <p:nvGrpSpPr>
              <p:cNvPr id="733" name="Google Shape;733;p4"/>
              <p:cNvGrpSpPr/>
              <p:nvPr/>
            </p:nvGrpSpPr>
            <p:grpSpPr>
              <a:xfrm>
                <a:off x="6621516" y="2970937"/>
                <a:ext cx="474437" cy="474437"/>
                <a:chOff x="6226829" y="2896655"/>
                <a:chExt cx="477603" cy="477603"/>
              </a:xfrm>
            </p:grpSpPr>
            <p:sp>
              <p:nvSpPr>
                <p:cNvPr id="734" name="Google Shape;734;p4"/>
                <p:cNvSpPr/>
                <p:nvPr/>
              </p:nvSpPr>
              <p:spPr>
                <a:xfrm>
                  <a:off x="6226829" y="2896655"/>
                  <a:ext cx="477603" cy="477603"/>
                </a:xfrm>
                <a:prstGeom prst="ellipse">
                  <a:avLst/>
                </a:prstGeom>
                <a:solidFill>
                  <a:schemeClr val="lt1"/>
                </a:solidFill>
                <a:ln>
                  <a:noFill/>
                </a:ln>
                <a:effectLst>
                  <a:outerShdw blurRad="50800" dist="38100" dir="2700000" algn="tl" rotWithShape="0">
                    <a:srgbClr val="000000">
                      <a:alpha val="40000"/>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pic>
              <p:nvPicPr>
                <p:cNvPr id="735" name="Google Shape;735;p4"/>
                <p:cNvPicPr preferRelativeResize="0"/>
                <p:nvPr/>
              </p:nvPicPr>
              <p:blipFill rotWithShape="1">
                <a:blip r:embed="rId23">
                  <a:alphaModFix/>
                </a:blip>
                <a:srcRect/>
                <a:stretch/>
              </p:blipFill>
              <p:spPr>
                <a:xfrm>
                  <a:off x="6316785" y="2980297"/>
                  <a:ext cx="297692" cy="297692"/>
                </a:xfrm>
                <a:prstGeom prst="rect">
                  <a:avLst/>
                </a:prstGeom>
                <a:noFill/>
                <a:ln>
                  <a:noFill/>
                </a:ln>
              </p:spPr>
            </p:pic>
          </p:grpSp>
        </p:grpSp>
        <p:sp>
          <p:nvSpPr>
            <p:cNvPr id="736" name="Google Shape;736;p4"/>
            <p:cNvSpPr/>
            <p:nvPr/>
          </p:nvSpPr>
          <p:spPr>
            <a:xfrm>
              <a:off x="5991951" y="3090152"/>
              <a:ext cx="258009" cy="258009"/>
            </a:xfrm>
            <a:prstGeom prst="ellipse">
              <a:avLst/>
            </a:prstGeom>
            <a:noFill/>
            <a:ln w="57150" cap="flat" cmpd="sng">
              <a:solidFill>
                <a:schemeClr val="accent5"/>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grpSp>
        <p:nvGrpSpPr>
          <p:cNvPr id="737" name="Google Shape;737;p4"/>
          <p:cNvGrpSpPr/>
          <p:nvPr/>
        </p:nvGrpSpPr>
        <p:grpSpPr>
          <a:xfrm>
            <a:off x="4281719" y="2960730"/>
            <a:ext cx="4643493" cy="745273"/>
            <a:chOff x="5708959" y="3947639"/>
            <a:chExt cx="6191324" cy="993697"/>
          </a:xfrm>
        </p:grpSpPr>
        <p:sp>
          <p:nvSpPr>
            <p:cNvPr id="738" name="Google Shape;738;p4"/>
            <p:cNvSpPr txBox="1"/>
            <p:nvPr/>
          </p:nvSpPr>
          <p:spPr>
            <a:xfrm>
              <a:off x="6802684" y="4167856"/>
              <a:ext cx="3491349" cy="429866"/>
            </a:xfrm>
            <a:prstGeom prst="rect">
              <a:avLst/>
            </a:prstGeom>
            <a:noFill/>
            <a:ln>
              <a:noFill/>
            </a:ln>
          </p:spPr>
          <p:txBody>
            <a:bodyPr spcFirstLastPara="1" wrap="square" lIns="68550" tIns="34275" rIns="68550" bIns="34275" anchor="ctr" anchorCtr="0">
              <a:noAutofit/>
            </a:bodyPr>
            <a:lstStyle/>
            <a:p>
              <a:pPr marL="0" marR="0" lvl="0" indent="0" algn="l" rtl="0">
                <a:lnSpc>
                  <a:spcPct val="100000"/>
                </a:lnSpc>
                <a:spcBef>
                  <a:spcPts val="0"/>
                </a:spcBef>
                <a:spcAft>
                  <a:spcPts val="0"/>
                </a:spcAft>
                <a:buClr>
                  <a:srgbClr val="000000"/>
                </a:buClr>
                <a:buSzPts val="975"/>
                <a:buFont typeface="Arial"/>
                <a:buNone/>
              </a:pPr>
              <a:r>
                <a:rPr lang="en-US" sz="975" b="1" i="0" u="none" strike="noStrike" cap="none">
                  <a:solidFill>
                    <a:srgbClr val="E6E51E"/>
                  </a:solidFill>
                  <a:latin typeface="Arial"/>
                  <a:ea typeface="Arial"/>
                  <a:cs typeface="Arial"/>
                  <a:sym typeface="Arial"/>
                </a:rPr>
                <a:t>End-to-End Track &amp; Trace</a:t>
              </a:r>
              <a:endParaRPr sz="1050" b="0" i="0" u="none" strike="noStrike" cap="none">
                <a:solidFill>
                  <a:srgbClr val="E6E51E"/>
                </a:solidFill>
                <a:latin typeface="Arial"/>
                <a:ea typeface="Arial"/>
                <a:cs typeface="Arial"/>
                <a:sym typeface="Arial"/>
              </a:endParaRPr>
            </a:p>
          </p:txBody>
        </p:sp>
        <p:sp>
          <p:nvSpPr>
            <p:cNvPr id="739" name="Google Shape;739;p4"/>
            <p:cNvSpPr txBox="1"/>
            <p:nvPr/>
          </p:nvSpPr>
          <p:spPr>
            <a:xfrm>
              <a:off x="6802684" y="4459830"/>
              <a:ext cx="5097599" cy="429866"/>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050"/>
                <a:buFont typeface="Arial"/>
                <a:buNone/>
              </a:pPr>
              <a:r>
                <a:rPr lang="en-US" sz="1050" b="0" i="1" u="none" strike="noStrike" cap="none">
                  <a:solidFill>
                    <a:srgbClr val="FFFFFF"/>
                  </a:solidFill>
                  <a:latin typeface="Arial"/>
                  <a:ea typeface="Arial"/>
                  <a:cs typeface="Arial"/>
                  <a:sym typeface="Arial"/>
                </a:rPr>
                <a:t>Guaranteed Support for All Global Compliance Mandates</a:t>
              </a:r>
              <a:endParaRPr sz="1050" b="0" i="0" u="none" strike="noStrike" cap="none">
                <a:solidFill>
                  <a:srgbClr val="000000"/>
                </a:solidFill>
                <a:latin typeface="Arial"/>
                <a:ea typeface="Arial"/>
                <a:cs typeface="Arial"/>
                <a:sym typeface="Arial"/>
              </a:endParaRPr>
            </a:p>
          </p:txBody>
        </p:sp>
        <p:grpSp>
          <p:nvGrpSpPr>
            <p:cNvPr id="740" name="Google Shape;740;p4"/>
            <p:cNvGrpSpPr/>
            <p:nvPr/>
          </p:nvGrpSpPr>
          <p:grpSpPr>
            <a:xfrm>
              <a:off x="5937168" y="4092569"/>
              <a:ext cx="912962" cy="848767"/>
              <a:chOff x="5937168" y="4092569"/>
              <a:chExt cx="912962" cy="848767"/>
            </a:xfrm>
          </p:grpSpPr>
          <p:pic>
            <p:nvPicPr>
              <p:cNvPr id="741" name="Google Shape;741;p4"/>
              <p:cNvPicPr preferRelativeResize="0"/>
              <p:nvPr/>
            </p:nvPicPr>
            <p:blipFill rotWithShape="1">
              <a:blip r:embed="rId24">
                <a:alphaModFix/>
              </a:blip>
              <a:srcRect/>
              <a:stretch/>
            </p:blipFill>
            <p:spPr>
              <a:xfrm rot="618218">
                <a:off x="5994924" y="4158100"/>
                <a:ext cx="797450" cy="717705"/>
              </a:xfrm>
              <a:prstGeom prst="rect">
                <a:avLst/>
              </a:prstGeom>
              <a:noFill/>
              <a:ln>
                <a:noFill/>
              </a:ln>
            </p:spPr>
          </p:pic>
          <p:grpSp>
            <p:nvGrpSpPr>
              <p:cNvPr id="742" name="Google Shape;742;p4"/>
              <p:cNvGrpSpPr/>
              <p:nvPr/>
            </p:nvGrpSpPr>
            <p:grpSpPr>
              <a:xfrm>
                <a:off x="6185875" y="4282952"/>
                <a:ext cx="474437" cy="474437"/>
                <a:chOff x="6750578" y="3833303"/>
                <a:chExt cx="477603" cy="477603"/>
              </a:xfrm>
            </p:grpSpPr>
            <p:sp>
              <p:nvSpPr>
                <p:cNvPr id="743" name="Google Shape;743;p4"/>
                <p:cNvSpPr/>
                <p:nvPr/>
              </p:nvSpPr>
              <p:spPr>
                <a:xfrm>
                  <a:off x="6750578" y="3833303"/>
                  <a:ext cx="477603" cy="477603"/>
                </a:xfrm>
                <a:prstGeom prst="ellipse">
                  <a:avLst/>
                </a:prstGeom>
                <a:solidFill>
                  <a:schemeClr val="lt1"/>
                </a:solidFill>
                <a:ln>
                  <a:noFill/>
                </a:ln>
                <a:effectLst>
                  <a:outerShdw blurRad="50800" dist="38100" dir="2700000" algn="tl" rotWithShape="0">
                    <a:srgbClr val="000000">
                      <a:alpha val="40000"/>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pic>
              <p:nvPicPr>
                <p:cNvPr id="744" name="Google Shape;744;p4"/>
                <p:cNvPicPr preferRelativeResize="0"/>
                <p:nvPr/>
              </p:nvPicPr>
              <p:blipFill rotWithShape="1">
                <a:blip r:embed="rId25">
                  <a:alphaModFix/>
                </a:blip>
                <a:srcRect/>
                <a:stretch/>
              </p:blipFill>
              <p:spPr>
                <a:xfrm>
                  <a:off x="6853454" y="3928010"/>
                  <a:ext cx="279187" cy="270727"/>
                </a:xfrm>
                <a:prstGeom prst="rect">
                  <a:avLst/>
                </a:prstGeom>
                <a:noFill/>
                <a:ln>
                  <a:noFill/>
                </a:ln>
              </p:spPr>
            </p:pic>
          </p:grpSp>
        </p:grpSp>
        <p:sp>
          <p:nvSpPr>
            <p:cNvPr id="745" name="Google Shape;745;p4"/>
            <p:cNvSpPr/>
            <p:nvPr/>
          </p:nvSpPr>
          <p:spPr>
            <a:xfrm>
              <a:off x="5708959" y="3947639"/>
              <a:ext cx="258009" cy="258009"/>
            </a:xfrm>
            <a:prstGeom prst="ellipse">
              <a:avLst/>
            </a:prstGeom>
            <a:noFill/>
            <a:ln w="57150" cap="flat" cmpd="sng">
              <a:solidFill>
                <a:schemeClr val="accent4"/>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grpSp>
        <p:nvGrpSpPr>
          <p:cNvPr id="746" name="Google Shape;746;p4"/>
          <p:cNvGrpSpPr/>
          <p:nvPr/>
        </p:nvGrpSpPr>
        <p:grpSpPr>
          <a:xfrm>
            <a:off x="3587940" y="3361965"/>
            <a:ext cx="5556061" cy="1012952"/>
            <a:chOff x="4783919" y="4482620"/>
            <a:chExt cx="7408081" cy="1350602"/>
          </a:xfrm>
        </p:grpSpPr>
        <p:sp>
          <p:nvSpPr>
            <p:cNvPr id="747" name="Google Shape;747;p4"/>
            <p:cNvSpPr txBox="1"/>
            <p:nvPr/>
          </p:nvSpPr>
          <p:spPr>
            <a:xfrm>
              <a:off x="5707239" y="5019075"/>
              <a:ext cx="2853825" cy="453174"/>
            </a:xfrm>
            <a:prstGeom prst="rect">
              <a:avLst/>
            </a:prstGeom>
            <a:noFill/>
            <a:ln>
              <a:noFill/>
            </a:ln>
          </p:spPr>
          <p:txBody>
            <a:bodyPr spcFirstLastPara="1" wrap="square" lIns="68550" tIns="34275" rIns="68550" bIns="34275" anchor="ctr" anchorCtr="0">
              <a:noAutofit/>
            </a:bodyPr>
            <a:lstStyle/>
            <a:p>
              <a:pPr marL="0" marR="0" lvl="0" indent="0" algn="l" rtl="0">
                <a:lnSpc>
                  <a:spcPct val="100000"/>
                </a:lnSpc>
                <a:spcBef>
                  <a:spcPts val="0"/>
                </a:spcBef>
                <a:spcAft>
                  <a:spcPts val="0"/>
                </a:spcAft>
                <a:buClr>
                  <a:srgbClr val="000000"/>
                </a:buClr>
                <a:buSzPts val="975"/>
                <a:buFont typeface="Arial"/>
                <a:buNone/>
              </a:pPr>
              <a:r>
                <a:rPr lang="en-US" sz="975" b="1" i="0" u="none" strike="noStrike" cap="none">
                  <a:solidFill>
                    <a:srgbClr val="E6E51E"/>
                  </a:solidFill>
                  <a:latin typeface="Arial"/>
                  <a:ea typeface="Arial"/>
                  <a:cs typeface="Arial"/>
                  <a:sym typeface="Arial"/>
                </a:rPr>
                <a:t>End-to-End Network</a:t>
              </a:r>
              <a:endParaRPr sz="1050" b="0" i="0" u="none" strike="noStrike" cap="none">
                <a:solidFill>
                  <a:srgbClr val="E6E51E"/>
                </a:solidFill>
                <a:latin typeface="Arial"/>
                <a:ea typeface="Arial"/>
                <a:cs typeface="Arial"/>
                <a:sym typeface="Arial"/>
              </a:endParaRPr>
            </a:p>
          </p:txBody>
        </p:sp>
        <p:sp>
          <p:nvSpPr>
            <p:cNvPr id="748" name="Google Shape;748;p4"/>
            <p:cNvSpPr txBox="1"/>
            <p:nvPr/>
          </p:nvSpPr>
          <p:spPr>
            <a:xfrm>
              <a:off x="5707239" y="5328696"/>
              <a:ext cx="6484761" cy="429866"/>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050"/>
                <a:buFont typeface="Arial"/>
                <a:buNone/>
              </a:pPr>
              <a:r>
                <a:rPr lang="en-US" sz="1050" b="0" i="1" u="none" strike="noStrike" cap="none">
                  <a:solidFill>
                    <a:srgbClr val="FFFFFF"/>
                  </a:solidFill>
                  <a:latin typeface="Arial"/>
                  <a:ea typeface="Arial"/>
                  <a:cs typeface="Arial"/>
                  <a:sym typeface="Arial"/>
                </a:rPr>
                <a:t>Integrate-Once Network Managed by TraceLink Reduces Time and Cost by 10x</a:t>
              </a:r>
              <a:endParaRPr sz="1050" b="0" i="0" u="none" strike="noStrike" cap="none">
                <a:solidFill>
                  <a:srgbClr val="000000"/>
                </a:solidFill>
                <a:latin typeface="Arial"/>
                <a:ea typeface="Arial"/>
                <a:cs typeface="Arial"/>
                <a:sym typeface="Arial"/>
              </a:endParaRPr>
            </a:p>
          </p:txBody>
        </p:sp>
        <p:grpSp>
          <p:nvGrpSpPr>
            <p:cNvPr id="749" name="Google Shape;749;p4"/>
            <p:cNvGrpSpPr/>
            <p:nvPr/>
          </p:nvGrpSpPr>
          <p:grpSpPr>
            <a:xfrm>
              <a:off x="4783919" y="4749146"/>
              <a:ext cx="1090632" cy="1084077"/>
              <a:chOff x="4783919" y="4749146"/>
              <a:chExt cx="1090632" cy="1084077"/>
            </a:xfrm>
          </p:grpSpPr>
          <p:pic>
            <p:nvPicPr>
              <p:cNvPr id="750" name="Google Shape;750;p4"/>
              <p:cNvPicPr preferRelativeResize="0"/>
              <p:nvPr/>
            </p:nvPicPr>
            <p:blipFill rotWithShape="1">
              <a:blip r:embed="rId26">
                <a:alphaModFix/>
              </a:blip>
              <a:srcRect/>
              <a:stretch/>
            </p:blipFill>
            <p:spPr>
              <a:xfrm rot="2318142">
                <a:off x="4931959" y="4914817"/>
                <a:ext cx="794553" cy="752734"/>
              </a:xfrm>
              <a:prstGeom prst="rect">
                <a:avLst/>
              </a:prstGeom>
              <a:noFill/>
              <a:ln>
                <a:noFill/>
              </a:ln>
              <a:effectLst>
                <a:outerShdw blurRad="50800" dist="38100" dir="2700000" algn="tl" rotWithShape="0">
                  <a:srgbClr val="000000">
                    <a:alpha val="40000"/>
                  </a:srgbClr>
                </a:outerShdw>
              </a:effectLst>
            </p:spPr>
          </p:pic>
          <p:grpSp>
            <p:nvGrpSpPr>
              <p:cNvPr id="751" name="Google Shape;751;p4"/>
              <p:cNvGrpSpPr/>
              <p:nvPr/>
            </p:nvGrpSpPr>
            <p:grpSpPr>
              <a:xfrm>
                <a:off x="5098281" y="5066712"/>
                <a:ext cx="474437" cy="474437"/>
                <a:chOff x="6738488" y="4967193"/>
                <a:chExt cx="477603" cy="477603"/>
              </a:xfrm>
            </p:grpSpPr>
            <p:sp>
              <p:nvSpPr>
                <p:cNvPr id="752" name="Google Shape;752;p4"/>
                <p:cNvSpPr/>
                <p:nvPr/>
              </p:nvSpPr>
              <p:spPr>
                <a:xfrm>
                  <a:off x="6738488" y="4967193"/>
                  <a:ext cx="477603" cy="477603"/>
                </a:xfrm>
                <a:prstGeom prst="ellipse">
                  <a:avLst/>
                </a:prstGeom>
                <a:solidFill>
                  <a:schemeClr val="lt1"/>
                </a:solidFill>
                <a:ln>
                  <a:noFill/>
                </a:ln>
                <a:effectLst>
                  <a:outerShdw blurRad="50800" dist="38100" dir="2700000" algn="tl" rotWithShape="0">
                    <a:srgbClr val="000000">
                      <a:alpha val="40000"/>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pic>
              <p:nvPicPr>
                <p:cNvPr id="753" name="Google Shape;753;p4"/>
                <p:cNvPicPr preferRelativeResize="0"/>
                <p:nvPr/>
              </p:nvPicPr>
              <p:blipFill rotWithShape="1">
                <a:blip r:embed="rId27">
                  <a:alphaModFix/>
                </a:blip>
                <a:srcRect/>
                <a:stretch/>
              </p:blipFill>
              <p:spPr>
                <a:xfrm>
                  <a:off x="6869378" y="5059425"/>
                  <a:ext cx="241151" cy="303672"/>
                </a:xfrm>
                <a:prstGeom prst="rect">
                  <a:avLst/>
                </a:prstGeom>
                <a:noFill/>
                <a:ln>
                  <a:noFill/>
                </a:ln>
              </p:spPr>
            </p:pic>
          </p:grpSp>
        </p:grpSp>
        <p:sp>
          <p:nvSpPr>
            <p:cNvPr id="754" name="Google Shape;754;p4"/>
            <p:cNvSpPr/>
            <p:nvPr/>
          </p:nvSpPr>
          <p:spPr>
            <a:xfrm>
              <a:off x="4980224" y="4482620"/>
              <a:ext cx="258009" cy="258009"/>
            </a:xfrm>
            <a:prstGeom prst="ellipse">
              <a:avLst/>
            </a:prstGeom>
            <a:noFill/>
            <a:ln w="57150" cap="flat" cmpd="sng">
              <a:solidFill>
                <a:srgbClr val="666666"/>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7"/>
                                        </p:tgtEl>
                                        <p:attrNameLst>
                                          <p:attrName>style.visibility</p:attrName>
                                        </p:attrNameLst>
                                      </p:cBhvr>
                                      <p:to>
                                        <p:strVal val="visible"/>
                                      </p:to>
                                    </p:set>
                                    <p:animEffect transition="in" filter="fade">
                                      <p:cBhvr>
                                        <p:cTn id="7" dur="500"/>
                                        <p:tgtEl>
                                          <p:spTgt spid="67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65"/>
                                        </p:tgtEl>
                                        <p:attrNameLst>
                                          <p:attrName>style.visibility</p:attrName>
                                        </p:attrNameLst>
                                      </p:cBhvr>
                                      <p:to>
                                        <p:strVal val="visible"/>
                                      </p:to>
                                    </p:set>
                                    <p:animEffect transition="in" filter="fade">
                                      <p:cBhvr>
                                        <p:cTn id="11" dur="500"/>
                                        <p:tgtEl>
                                          <p:spTgt spid="66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89"/>
                                        </p:tgtEl>
                                        <p:attrNameLst>
                                          <p:attrName>style.visibility</p:attrName>
                                        </p:attrNameLst>
                                      </p:cBhvr>
                                      <p:to>
                                        <p:strVal val="visible"/>
                                      </p:to>
                                    </p:set>
                                    <p:animEffect transition="in" filter="fade">
                                      <p:cBhvr>
                                        <p:cTn id="15" dur="500"/>
                                        <p:tgtEl>
                                          <p:spTgt spid="68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81"/>
                                        </p:tgtEl>
                                        <p:attrNameLst>
                                          <p:attrName>style.visibility</p:attrName>
                                        </p:attrNameLst>
                                      </p:cBhvr>
                                      <p:to>
                                        <p:strVal val="visible"/>
                                      </p:to>
                                    </p:set>
                                    <p:animEffect transition="in" filter="fade">
                                      <p:cBhvr>
                                        <p:cTn id="19" dur="500"/>
                                        <p:tgtEl>
                                          <p:spTgt spid="681"/>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673"/>
                                        </p:tgtEl>
                                        <p:attrNameLst>
                                          <p:attrName>style.visibility</p:attrName>
                                        </p:attrNameLst>
                                      </p:cBhvr>
                                      <p:to>
                                        <p:strVal val="visible"/>
                                      </p:to>
                                    </p:set>
                                    <p:animEffect transition="in" filter="fade">
                                      <p:cBhvr>
                                        <p:cTn id="23" dur="500"/>
                                        <p:tgtEl>
                                          <p:spTgt spid="673"/>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661"/>
                                        </p:tgtEl>
                                        <p:attrNameLst>
                                          <p:attrName>style.visibility</p:attrName>
                                        </p:attrNameLst>
                                      </p:cBhvr>
                                      <p:to>
                                        <p:strVal val="visible"/>
                                      </p:to>
                                    </p:set>
                                    <p:animEffect transition="in" filter="fade">
                                      <p:cBhvr>
                                        <p:cTn id="27" dur="500"/>
                                        <p:tgtEl>
                                          <p:spTgt spid="661"/>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685"/>
                                        </p:tgtEl>
                                        <p:attrNameLst>
                                          <p:attrName>style.visibility</p:attrName>
                                        </p:attrNameLst>
                                      </p:cBhvr>
                                      <p:to>
                                        <p:strVal val="visible"/>
                                      </p:to>
                                    </p:set>
                                    <p:animEffect transition="in" filter="fade">
                                      <p:cBhvr>
                                        <p:cTn id="31" dur="500"/>
                                        <p:tgtEl>
                                          <p:spTgt spid="685"/>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669"/>
                                        </p:tgtEl>
                                        <p:attrNameLst>
                                          <p:attrName>style.visibility</p:attrName>
                                        </p:attrNameLst>
                                      </p:cBhvr>
                                      <p:to>
                                        <p:strVal val="visible"/>
                                      </p:to>
                                    </p:set>
                                    <p:animEffect transition="in" filter="fade">
                                      <p:cBhvr>
                                        <p:cTn id="35" dur="500"/>
                                        <p:tgtEl>
                                          <p:spTgt spid="669"/>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694"/>
                                        </p:tgtEl>
                                        <p:attrNameLst>
                                          <p:attrName>style.visibility</p:attrName>
                                        </p:attrNameLst>
                                      </p:cBhvr>
                                      <p:to>
                                        <p:strVal val="visible"/>
                                      </p:to>
                                    </p:set>
                                    <p:animEffect transition="in" filter="fade">
                                      <p:cBhvr>
                                        <p:cTn id="39" dur="500"/>
                                        <p:tgtEl>
                                          <p:spTgt spid="694"/>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709"/>
                                        </p:tgtEl>
                                        <p:attrNameLst>
                                          <p:attrName>style.visibility</p:attrName>
                                        </p:attrNameLst>
                                      </p:cBhvr>
                                      <p:to>
                                        <p:strVal val="visible"/>
                                      </p:to>
                                    </p:set>
                                    <p:animEffect transition="in" filter="fade">
                                      <p:cBhvr>
                                        <p:cTn id="43" dur="500"/>
                                        <p:tgtEl>
                                          <p:spTgt spid="709"/>
                                        </p:tgtEl>
                                      </p:cBhvr>
                                    </p:animEffect>
                                  </p:childTnLst>
                                </p:cTn>
                              </p:par>
                            </p:childTnLst>
                          </p:cTn>
                        </p:par>
                        <p:par>
                          <p:cTn id="44" fill="hold">
                            <p:stCondLst>
                              <p:cond delay="5000"/>
                            </p:stCondLst>
                            <p:childTnLst>
                              <p:par>
                                <p:cTn id="45" presetID="10" presetClass="entr" presetSubtype="0" fill="hold" nodeType="afterEffect">
                                  <p:stCondLst>
                                    <p:cond delay="0"/>
                                  </p:stCondLst>
                                  <p:childTnLst>
                                    <p:set>
                                      <p:cBhvr>
                                        <p:cTn id="46" dur="1" fill="hold">
                                          <p:stCondLst>
                                            <p:cond delay="0"/>
                                          </p:stCondLst>
                                        </p:cTn>
                                        <p:tgtEl>
                                          <p:spTgt spid="746"/>
                                        </p:tgtEl>
                                        <p:attrNameLst>
                                          <p:attrName>style.visibility</p:attrName>
                                        </p:attrNameLst>
                                      </p:cBhvr>
                                      <p:to>
                                        <p:strVal val="visible"/>
                                      </p:to>
                                    </p:set>
                                    <p:animEffect transition="in" filter="fade">
                                      <p:cBhvr>
                                        <p:cTn id="47" dur="500"/>
                                        <p:tgtEl>
                                          <p:spTgt spid="746"/>
                                        </p:tgtEl>
                                      </p:cBhvr>
                                    </p:animEffect>
                                  </p:childTnLst>
                                </p:cTn>
                              </p:par>
                            </p:childTnLst>
                          </p:cTn>
                        </p:par>
                        <p:par>
                          <p:cTn id="48" fill="hold">
                            <p:stCondLst>
                              <p:cond delay="5500"/>
                            </p:stCondLst>
                            <p:childTnLst>
                              <p:par>
                                <p:cTn id="49" presetID="10" presetClass="entr" presetSubtype="0" fill="hold" nodeType="afterEffect">
                                  <p:stCondLst>
                                    <p:cond delay="0"/>
                                  </p:stCondLst>
                                  <p:childTnLst>
                                    <p:set>
                                      <p:cBhvr>
                                        <p:cTn id="50" dur="1" fill="hold">
                                          <p:stCondLst>
                                            <p:cond delay="0"/>
                                          </p:stCondLst>
                                        </p:cTn>
                                        <p:tgtEl>
                                          <p:spTgt spid="737"/>
                                        </p:tgtEl>
                                        <p:attrNameLst>
                                          <p:attrName>style.visibility</p:attrName>
                                        </p:attrNameLst>
                                      </p:cBhvr>
                                      <p:to>
                                        <p:strVal val="visible"/>
                                      </p:to>
                                    </p:set>
                                    <p:animEffect transition="in" filter="fade">
                                      <p:cBhvr>
                                        <p:cTn id="51" dur="500"/>
                                        <p:tgtEl>
                                          <p:spTgt spid="737"/>
                                        </p:tgtEl>
                                      </p:cBhvr>
                                    </p:animEffect>
                                  </p:childTnLst>
                                </p:cTn>
                              </p:par>
                            </p:childTnLst>
                          </p:cTn>
                        </p:par>
                        <p:par>
                          <p:cTn id="52" fill="hold">
                            <p:stCondLst>
                              <p:cond delay="6000"/>
                            </p:stCondLst>
                            <p:childTnLst>
                              <p:par>
                                <p:cTn id="53" presetID="10" presetClass="entr" presetSubtype="0" fill="hold" nodeType="afterEffect">
                                  <p:stCondLst>
                                    <p:cond delay="0"/>
                                  </p:stCondLst>
                                  <p:childTnLst>
                                    <p:set>
                                      <p:cBhvr>
                                        <p:cTn id="54" dur="1" fill="hold">
                                          <p:stCondLst>
                                            <p:cond delay="0"/>
                                          </p:stCondLst>
                                        </p:cTn>
                                        <p:tgtEl>
                                          <p:spTgt spid="728"/>
                                        </p:tgtEl>
                                        <p:attrNameLst>
                                          <p:attrName>style.visibility</p:attrName>
                                        </p:attrNameLst>
                                      </p:cBhvr>
                                      <p:to>
                                        <p:strVal val="visible"/>
                                      </p:to>
                                    </p:set>
                                    <p:animEffect transition="in" filter="fade">
                                      <p:cBhvr>
                                        <p:cTn id="55" dur="500"/>
                                        <p:tgtEl>
                                          <p:spTgt spid="728"/>
                                        </p:tgtEl>
                                      </p:cBhvr>
                                    </p:animEffect>
                                  </p:childTnLst>
                                </p:cTn>
                              </p:par>
                            </p:childTnLst>
                          </p:cTn>
                        </p:par>
                        <p:par>
                          <p:cTn id="56" fill="hold">
                            <p:stCondLst>
                              <p:cond delay="6500"/>
                            </p:stCondLst>
                            <p:childTnLst>
                              <p:par>
                                <p:cTn id="57" presetID="10" presetClass="entr" presetSubtype="0" fill="hold" nodeType="afterEffect">
                                  <p:stCondLst>
                                    <p:cond delay="0"/>
                                  </p:stCondLst>
                                  <p:childTnLst>
                                    <p:set>
                                      <p:cBhvr>
                                        <p:cTn id="58" dur="1" fill="hold">
                                          <p:stCondLst>
                                            <p:cond delay="0"/>
                                          </p:stCondLst>
                                        </p:cTn>
                                        <p:tgtEl>
                                          <p:spTgt spid="719"/>
                                        </p:tgtEl>
                                        <p:attrNameLst>
                                          <p:attrName>style.visibility</p:attrName>
                                        </p:attrNameLst>
                                      </p:cBhvr>
                                      <p:to>
                                        <p:strVal val="visible"/>
                                      </p:to>
                                    </p:set>
                                    <p:animEffect transition="in" filter="fade">
                                      <p:cBhvr>
                                        <p:cTn id="59" dur="500"/>
                                        <p:tgtEl>
                                          <p:spTgt spid="719"/>
                                        </p:tgtEl>
                                      </p:cBhvr>
                                    </p:animEffect>
                                  </p:childTnLst>
                                </p:cTn>
                              </p:par>
                            </p:childTnLst>
                          </p:cTn>
                        </p:par>
                        <p:par>
                          <p:cTn id="60" fill="hold">
                            <p:stCondLst>
                              <p:cond delay="7000"/>
                            </p:stCondLst>
                            <p:childTnLst>
                              <p:par>
                                <p:cTn id="61" presetID="10" presetClass="entr" presetSubtype="0" fill="hold" nodeType="afterEffect">
                                  <p:stCondLst>
                                    <p:cond delay="0"/>
                                  </p:stCondLst>
                                  <p:childTnLst>
                                    <p:set>
                                      <p:cBhvr>
                                        <p:cTn id="62" dur="1" fill="hold">
                                          <p:stCondLst>
                                            <p:cond delay="0"/>
                                          </p:stCondLst>
                                        </p:cTn>
                                        <p:tgtEl>
                                          <p:spTgt spid="710"/>
                                        </p:tgtEl>
                                        <p:attrNameLst>
                                          <p:attrName>style.visibility</p:attrName>
                                        </p:attrNameLst>
                                      </p:cBhvr>
                                      <p:to>
                                        <p:strVal val="visible"/>
                                      </p:to>
                                    </p:set>
                                    <p:animEffect transition="in" filter="fade">
                                      <p:cBhvr>
                                        <p:cTn id="63" dur="500"/>
                                        <p:tgtEl>
                                          <p:spTgt spid="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5"/>
          <p:cNvSpPr txBox="1">
            <a:spLocks noGrp="1"/>
          </p:cNvSpPr>
          <p:nvPr>
            <p:ph type="title"/>
          </p:nvPr>
        </p:nvSpPr>
        <p:spPr>
          <a:xfrm>
            <a:off x="297202" y="207426"/>
            <a:ext cx="8551126" cy="618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accent6"/>
              </a:buClr>
              <a:buSzPts val="2100"/>
              <a:buFont typeface="Arial"/>
              <a:buNone/>
            </a:pPr>
            <a:r>
              <a:rPr lang="en-US" sz="2200">
                <a:solidFill>
                  <a:schemeClr val="dk2"/>
                </a:solidFill>
              </a:rPr>
              <a:t>Why digitalizing the recall management process is essential for pharmacy and supply chain leaders</a:t>
            </a:r>
            <a:endParaRPr sz="2200"/>
          </a:p>
        </p:txBody>
      </p:sp>
      <p:sp>
        <p:nvSpPr>
          <p:cNvPr id="761" name="Google Shape;761;p5"/>
          <p:cNvSpPr txBox="1"/>
          <p:nvPr/>
        </p:nvSpPr>
        <p:spPr>
          <a:xfrm>
            <a:off x="1110411" y="1358805"/>
            <a:ext cx="3041922" cy="469970"/>
          </a:xfrm>
          <a:prstGeom prst="rect">
            <a:avLst/>
          </a:prstGeom>
          <a:noFill/>
          <a:ln>
            <a:noFill/>
          </a:ln>
        </p:spPr>
        <p:txBody>
          <a:bodyPr spcFirstLastPara="1" wrap="square" lIns="68550" tIns="34275" rIns="68550" bIns="34275" anchor="t" anchorCtr="0">
            <a:spAutoFit/>
          </a:bodyPr>
          <a:lstStyle/>
          <a:p>
            <a:pPr marL="47625" marR="0" lvl="0" indent="0" algn="l" rtl="0">
              <a:lnSpc>
                <a:spcPct val="93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Recalled drugs can reach your patients and threaten their wellbeing</a:t>
            </a:r>
            <a:endParaRPr sz="1400" b="0" i="0" u="none" strike="noStrike" cap="none">
              <a:solidFill>
                <a:srgbClr val="000000"/>
              </a:solidFill>
              <a:latin typeface="Arial"/>
              <a:ea typeface="Arial"/>
              <a:cs typeface="Arial"/>
              <a:sym typeface="Arial"/>
            </a:endParaRPr>
          </a:p>
        </p:txBody>
      </p:sp>
      <p:sp>
        <p:nvSpPr>
          <p:cNvPr id="762" name="Google Shape;762;p5"/>
          <p:cNvSpPr txBox="1"/>
          <p:nvPr/>
        </p:nvSpPr>
        <p:spPr>
          <a:xfrm>
            <a:off x="1110411" y="2331997"/>
            <a:ext cx="3379464" cy="469970"/>
          </a:xfrm>
          <a:prstGeom prst="rect">
            <a:avLst/>
          </a:prstGeom>
          <a:noFill/>
          <a:ln>
            <a:noFill/>
          </a:ln>
        </p:spPr>
        <p:txBody>
          <a:bodyPr spcFirstLastPara="1" wrap="square" lIns="68550" tIns="34275" rIns="68550" bIns="34275" anchor="t" anchorCtr="0">
            <a:spAutoFit/>
          </a:bodyPr>
          <a:lstStyle/>
          <a:p>
            <a:pPr marL="47625" marR="0" lvl="0" indent="0" algn="l" rtl="0">
              <a:lnSpc>
                <a:spcPct val="93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Recalls disrupt operations by creating work that warrants immediate attention</a:t>
            </a:r>
            <a:endParaRPr sz="1400" b="0" i="0" u="none" strike="noStrike" cap="none">
              <a:solidFill>
                <a:srgbClr val="000000"/>
              </a:solidFill>
              <a:latin typeface="Arial"/>
              <a:ea typeface="Arial"/>
              <a:cs typeface="Arial"/>
              <a:sym typeface="Arial"/>
            </a:endParaRPr>
          </a:p>
        </p:txBody>
      </p:sp>
      <p:sp>
        <p:nvSpPr>
          <p:cNvPr id="763" name="Google Shape;763;p5"/>
          <p:cNvSpPr txBox="1"/>
          <p:nvPr/>
        </p:nvSpPr>
        <p:spPr>
          <a:xfrm>
            <a:off x="1110411" y="3241034"/>
            <a:ext cx="3071728" cy="670346"/>
          </a:xfrm>
          <a:prstGeom prst="rect">
            <a:avLst/>
          </a:prstGeom>
          <a:noFill/>
          <a:ln>
            <a:noFill/>
          </a:ln>
        </p:spPr>
        <p:txBody>
          <a:bodyPr spcFirstLastPara="1" wrap="square" lIns="68550" tIns="34275" rIns="68550" bIns="34275" anchor="t" anchorCtr="0">
            <a:spAutoFit/>
          </a:bodyPr>
          <a:lstStyle/>
          <a:p>
            <a:pPr marL="47625" marR="0" lvl="0" indent="0" algn="l" rtl="0">
              <a:lnSpc>
                <a:spcPct val="93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Recalls create drug shortage risks due to drugs being removed from the supply chain</a:t>
            </a:r>
            <a:endParaRPr sz="1400" b="0" i="0" u="none" strike="noStrike" cap="none">
              <a:solidFill>
                <a:srgbClr val="000000"/>
              </a:solidFill>
              <a:latin typeface="Arial"/>
              <a:ea typeface="Arial"/>
              <a:cs typeface="Arial"/>
              <a:sym typeface="Arial"/>
            </a:endParaRPr>
          </a:p>
        </p:txBody>
      </p:sp>
      <p:sp>
        <p:nvSpPr>
          <p:cNvPr id="764" name="Google Shape;764;p5"/>
          <p:cNvSpPr txBox="1"/>
          <p:nvPr/>
        </p:nvSpPr>
        <p:spPr>
          <a:xfrm>
            <a:off x="5468864" y="1275461"/>
            <a:ext cx="2954329" cy="670346"/>
          </a:xfrm>
          <a:prstGeom prst="rect">
            <a:avLst/>
          </a:prstGeom>
          <a:noFill/>
          <a:ln>
            <a:noFill/>
          </a:ln>
        </p:spPr>
        <p:txBody>
          <a:bodyPr spcFirstLastPara="1" wrap="square" lIns="68550" tIns="34275" rIns="68550" bIns="34275" anchor="t" anchorCtr="0">
            <a:spAutoFit/>
          </a:bodyPr>
          <a:lstStyle/>
          <a:p>
            <a:pPr marL="47625" marR="0" lvl="0" indent="0" algn="l" rtl="0">
              <a:lnSpc>
                <a:spcPct val="93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Organizations need standardized operating processes to maintain compliance</a:t>
            </a:r>
            <a:endParaRPr sz="1400" b="0" i="0" u="none" strike="noStrike" cap="none">
              <a:solidFill>
                <a:srgbClr val="000000"/>
              </a:solidFill>
              <a:latin typeface="Arial"/>
              <a:ea typeface="Arial"/>
              <a:cs typeface="Arial"/>
              <a:sym typeface="Arial"/>
            </a:endParaRPr>
          </a:p>
        </p:txBody>
      </p:sp>
      <p:sp>
        <p:nvSpPr>
          <p:cNvPr id="765" name="Google Shape;765;p5"/>
          <p:cNvSpPr txBox="1"/>
          <p:nvPr/>
        </p:nvSpPr>
        <p:spPr>
          <a:xfrm>
            <a:off x="5468864" y="2331997"/>
            <a:ext cx="3379464" cy="469970"/>
          </a:xfrm>
          <a:prstGeom prst="rect">
            <a:avLst/>
          </a:prstGeom>
          <a:noFill/>
          <a:ln>
            <a:noFill/>
          </a:ln>
        </p:spPr>
        <p:txBody>
          <a:bodyPr spcFirstLastPara="1" wrap="square" lIns="68550" tIns="34275" rIns="68550" bIns="34275" anchor="t" anchorCtr="0">
            <a:spAutoFit/>
          </a:bodyPr>
          <a:lstStyle/>
          <a:p>
            <a:pPr marL="47625" marR="0" lvl="0" indent="0" algn="l" rtl="0">
              <a:lnSpc>
                <a:spcPct val="93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The process for receiving returned product credits is opaque</a:t>
            </a:r>
            <a:endParaRPr sz="1400" b="0" i="0" u="none" strike="noStrike" cap="none">
              <a:solidFill>
                <a:srgbClr val="000000"/>
              </a:solidFill>
              <a:latin typeface="Arial"/>
              <a:ea typeface="Arial"/>
              <a:cs typeface="Arial"/>
              <a:sym typeface="Arial"/>
            </a:endParaRPr>
          </a:p>
        </p:txBody>
      </p:sp>
      <p:cxnSp>
        <p:nvCxnSpPr>
          <p:cNvPr id="766" name="Google Shape;766;p5"/>
          <p:cNvCxnSpPr/>
          <p:nvPr/>
        </p:nvCxnSpPr>
        <p:spPr>
          <a:xfrm>
            <a:off x="520168" y="2143113"/>
            <a:ext cx="7791564" cy="0"/>
          </a:xfrm>
          <a:prstGeom prst="straightConnector1">
            <a:avLst/>
          </a:prstGeom>
          <a:noFill/>
          <a:ln w="22225" cap="rnd" cmpd="sng">
            <a:solidFill>
              <a:srgbClr val="AEABAB"/>
            </a:solidFill>
            <a:prstDash val="dot"/>
            <a:miter lim="800000"/>
            <a:headEnd type="none" w="sm" len="sm"/>
            <a:tailEnd type="none" w="sm" len="sm"/>
          </a:ln>
        </p:spPr>
      </p:cxnSp>
      <p:sp>
        <p:nvSpPr>
          <p:cNvPr id="767" name="Google Shape;767;p5"/>
          <p:cNvSpPr/>
          <p:nvPr/>
        </p:nvSpPr>
        <p:spPr>
          <a:xfrm>
            <a:off x="4910374" y="2354612"/>
            <a:ext cx="481840" cy="481840"/>
          </a:xfrm>
          <a:prstGeom prst="ellipse">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cxnSp>
        <p:nvCxnSpPr>
          <p:cNvPr id="768" name="Google Shape;768;p5"/>
          <p:cNvCxnSpPr/>
          <p:nvPr/>
        </p:nvCxnSpPr>
        <p:spPr>
          <a:xfrm>
            <a:off x="520168" y="3073017"/>
            <a:ext cx="7791564" cy="0"/>
          </a:xfrm>
          <a:prstGeom prst="straightConnector1">
            <a:avLst/>
          </a:prstGeom>
          <a:noFill/>
          <a:ln w="22225" cap="rnd" cmpd="sng">
            <a:solidFill>
              <a:srgbClr val="AEABAB"/>
            </a:solidFill>
            <a:prstDash val="dot"/>
            <a:miter lim="800000"/>
            <a:headEnd type="none" w="sm" len="sm"/>
            <a:tailEnd type="none" w="sm" len="sm"/>
          </a:ln>
        </p:spPr>
      </p:cxnSp>
      <p:cxnSp>
        <p:nvCxnSpPr>
          <p:cNvPr id="769" name="Google Shape;769;p5"/>
          <p:cNvCxnSpPr/>
          <p:nvPr/>
        </p:nvCxnSpPr>
        <p:spPr>
          <a:xfrm>
            <a:off x="4541099" y="1358805"/>
            <a:ext cx="0" cy="2556142"/>
          </a:xfrm>
          <a:prstGeom prst="straightConnector1">
            <a:avLst/>
          </a:prstGeom>
          <a:noFill/>
          <a:ln w="22225" cap="rnd" cmpd="sng">
            <a:solidFill>
              <a:srgbClr val="AEABAB"/>
            </a:solidFill>
            <a:prstDash val="dot"/>
            <a:miter lim="800000"/>
            <a:headEnd type="none" w="sm" len="sm"/>
            <a:tailEnd type="none" w="sm" len="sm"/>
          </a:ln>
        </p:spPr>
      </p:cxnSp>
      <p:grpSp>
        <p:nvGrpSpPr>
          <p:cNvPr id="770" name="Google Shape;770;p5"/>
          <p:cNvGrpSpPr/>
          <p:nvPr/>
        </p:nvGrpSpPr>
        <p:grpSpPr>
          <a:xfrm>
            <a:off x="546439" y="2354612"/>
            <a:ext cx="481840" cy="481840"/>
            <a:chOff x="546439" y="2152023"/>
            <a:chExt cx="481840" cy="481840"/>
          </a:xfrm>
        </p:grpSpPr>
        <p:sp>
          <p:nvSpPr>
            <p:cNvPr id="771" name="Google Shape;771;p5"/>
            <p:cNvSpPr/>
            <p:nvPr/>
          </p:nvSpPr>
          <p:spPr>
            <a:xfrm>
              <a:off x="546439" y="2152023"/>
              <a:ext cx="481840" cy="481840"/>
            </a:xfrm>
            <a:prstGeom prst="ellipse">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772" name="Google Shape;772;p5"/>
            <p:cNvPicPr preferRelativeResize="0"/>
            <p:nvPr/>
          </p:nvPicPr>
          <p:blipFill rotWithShape="1">
            <a:blip r:embed="rId3">
              <a:alphaModFix/>
            </a:blip>
            <a:srcRect/>
            <a:stretch/>
          </p:blipFill>
          <p:spPr>
            <a:xfrm>
              <a:off x="617200" y="2222784"/>
              <a:ext cx="340319" cy="340319"/>
            </a:xfrm>
            <a:prstGeom prst="rect">
              <a:avLst/>
            </a:prstGeom>
            <a:noFill/>
            <a:ln>
              <a:noFill/>
            </a:ln>
          </p:spPr>
        </p:pic>
      </p:grpSp>
      <p:grpSp>
        <p:nvGrpSpPr>
          <p:cNvPr id="773" name="Google Shape;773;p5"/>
          <p:cNvGrpSpPr/>
          <p:nvPr/>
        </p:nvGrpSpPr>
        <p:grpSpPr>
          <a:xfrm>
            <a:off x="546439" y="1351269"/>
            <a:ext cx="481840" cy="481840"/>
            <a:chOff x="546439" y="1187005"/>
            <a:chExt cx="481840" cy="481840"/>
          </a:xfrm>
        </p:grpSpPr>
        <p:sp>
          <p:nvSpPr>
            <p:cNvPr id="774" name="Google Shape;774;p5"/>
            <p:cNvSpPr/>
            <p:nvPr/>
          </p:nvSpPr>
          <p:spPr>
            <a:xfrm>
              <a:off x="546439" y="1187005"/>
              <a:ext cx="481840" cy="481840"/>
            </a:xfrm>
            <a:prstGeom prst="ellipse">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775" name="Google Shape;775;p5"/>
            <p:cNvPicPr preferRelativeResize="0"/>
            <p:nvPr/>
          </p:nvPicPr>
          <p:blipFill rotWithShape="1">
            <a:blip r:embed="rId4">
              <a:alphaModFix/>
            </a:blip>
            <a:srcRect/>
            <a:stretch/>
          </p:blipFill>
          <p:spPr>
            <a:xfrm>
              <a:off x="638982" y="1263123"/>
              <a:ext cx="296754" cy="296754"/>
            </a:xfrm>
            <a:prstGeom prst="rect">
              <a:avLst/>
            </a:prstGeom>
            <a:noFill/>
            <a:ln>
              <a:noFill/>
            </a:ln>
          </p:spPr>
        </p:pic>
      </p:grpSp>
      <p:grpSp>
        <p:nvGrpSpPr>
          <p:cNvPr id="776" name="Google Shape;776;p5"/>
          <p:cNvGrpSpPr/>
          <p:nvPr/>
        </p:nvGrpSpPr>
        <p:grpSpPr>
          <a:xfrm>
            <a:off x="546439" y="3327829"/>
            <a:ext cx="481840" cy="481840"/>
            <a:chOff x="546439" y="3054065"/>
            <a:chExt cx="481840" cy="481840"/>
          </a:xfrm>
        </p:grpSpPr>
        <p:sp>
          <p:nvSpPr>
            <p:cNvPr id="777" name="Google Shape;777;p5"/>
            <p:cNvSpPr/>
            <p:nvPr/>
          </p:nvSpPr>
          <p:spPr>
            <a:xfrm>
              <a:off x="546439" y="3054065"/>
              <a:ext cx="481840" cy="481840"/>
            </a:xfrm>
            <a:prstGeom prst="ellipse">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778" name="Google Shape;778;p5"/>
            <p:cNvPicPr preferRelativeResize="0"/>
            <p:nvPr/>
          </p:nvPicPr>
          <p:blipFill rotWithShape="1">
            <a:blip r:embed="rId5">
              <a:alphaModFix/>
            </a:blip>
            <a:srcRect/>
            <a:stretch/>
          </p:blipFill>
          <p:spPr>
            <a:xfrm>
              <a:off x="646780" y="3154406"/>
              <a:ext cx="281158" cy="281158"/>
            </a:xfrm>
            <a:prstGeom prst="rect">
              <a:avLst/>
            </a:prstGeom>
            <a:noFill/>
            <a:ln>
              <a:noFill/>
            </a:ln>
          </p:spPr>
        </p:pic>
      </p:grpSp>
      <p:grpSp>
        <p:nvGrpSpPr>
          <p:cNvPr id="779" name="Google Shape;779;p5"/>
          <p:cNvGrpSpPr/>
          <p:nvPr/>
        </p:nvGrpSpPr>
        <p:grpSpPr>
          <a:xfrm>
            <a:off x="4910374" y="1351269"/>
            <a:ext cx="481840" cy="481840"/>
            <a:chOff x="4910374" y="1187005"/>
            <a:chExt cx="481840" cy="481840"/>
          </a:xfrm>
        </p:grpSpPr>
        <p:sp>
          <p:nvSpPr>
            <p:cNvPr id="780" name="Google Shape;780;p5"/>
            <p:cNvSpPr/>
            <p:nvPr/>
          </p:nvSpPr>
          <p:spPr>
            <a:xfrm>
              <a:off x="4910374" y="1187005"/>
              <a:ext cx="481840" cy="481840"/>
            </a:xfrm>
            <a:prstGeom prst="ellipse">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781" name="Google Shape;781;p5"/>
            <p:cNvPicPr preferRelativeResize="0"/>
            <p:nvPr/>
          </p:nvPicPr>
          <p:blipFill rotWithShape="1">
            <a:blip r:embed="rId6">
              <a:alphaModFix/>
            </a:blip>
            <a:srcRect/>
            <a:stretch/>
          </p:blipFill>
          <p:spPr>
            <a:xfrm>
              <a:off x="5015433" y="1285486"/>
              <a:ext cx="284879" cy="284879"/>
            </a:xfrm>
            <a:prstGeom prst="rect">
              <a:avLst/>
            </a:prstGeom>
            <a:noFill/>
            <a:ln>
              <a:noFill/>
            </a:ln>
          </p:spPr>
        </p:pic>
      </p:grpSp>
      <p:pic>
        <p:nvPicPr>
          <p:cNvPr id="782" name="Google Shape;782;p5"/>
          <p:cNvPicPr preferRelativeResize="0"/>
          <p:nvPr/>
        </p:nvPicPr>
        <p:blipFill rotWithShape="1">
          <a:blip r:embed="rId7">
            <a:alphaModFix/>
          </a:blip>
          <a:srcRect/>
          <a:stretch/>
        </p:blipFill>
        <p:spPr>
          <a:xfrm>
            <a:off x="5003221" y="2462457"/>
            <a:ext cx="284879" cy="284879"/>
          </a:xfrm>
          <a:prstGeom prst="rect">
            <a:avLst/>
          </a:prstGeom>
          <a:noFill/>
          <a:ln>
            <a:noFill/>
          </a:ln>
        </p:spPr>
      </p:pic>
      <p:sp>
        <p:nvSpPr>
          <p:cNvPr id="783" name="Google Shape;783;p5"/>
          <p:cNvSpPr/>
          <p:nvPr/>
        </p:nvSpPr>
        <p:spPr>
          <a:xfrm flipH="1">
            <a:off x="4521618" y="3058900"/>
            <a:ext cx="4035406" cy="1138501"/>
          </a:xfrm>
          <a:prstGeom prst="rect">
            <a:avLst/>
          </a:prstGeom>
          <a:solidFill>
            <a:schemeClr val="accent4"/>
          </a:solidFill>
          <a:ln>
            <a:noFill/>
          </a:ln>
        </p:spPr>
        <p:txBody>
          <a:bodyPr spcFirstLastPara="1" wrap="square" lIns="91425" tIns="45700" rIns="91425" bIns="45700" anchor="ctr" anchorCtr="0">
            <a:noAutofit/>
          </a:bodyPr>
          <a:lstStyle/>
          <a:p>
            <a:pPr marL="274320" marR="0" lvl="1" indent="0" algn="l" rtl="0">
              <a:lnSpc>
                <a:spcPct val="100000"/>
              </a:lnSpc>
              <a:spcBef>
                <a:spcPts val="0"/>
              </a:spcBef>
              <a:spcAft>
                <a:spcPts val="0"/>
              </a:spcAft>
              <a:buClr>
                <a:srgbClr val="000000"/>
              </a:buClr>
              <a:buSzPts val="1400"/>
              <a:buFont typeface="Arial"/>
              <a:buNone/>
            </a:pPr>
            <a:r>
              <a:rPr lang="en-US" sz="1400" b="1" i="0" u="none" strike="noStrike" cap="none">
                <a:solidFill>
                  <a:schemeClr val="lt1"/>
                </a:solidFill>
                <a:latin typeface="Arial"/>
                <a:ea typeface="Arial"/>
                <a:cs typeface="Arial"/>
                <a:sym typeface="Arial"/>
              </a:rPr>
              <a:t>Drug recalls aren’t your fault, but they have big implications that warrant a modern solution.</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6"/>
          <p:cNvSpPr txBox="1">
            <a:spLocks noGrp="1"/>
          </p:cNvSpPr>
          <p:nvPr>
            <p:ph type="title"/>
          </p:nvPr>
        </p:nvSpPr>
        <p:spPr>
          <a:xfrm>
            <a:off x="296436" y="134342"/>
            <a:ext cx="8551126" cy="618900"/>
          </a:xfrm>
          <a:prstGeom prst="rect">
            <a:avLst/>
          </a:prstGeom>
          <a:noFill/>
          <a:ln>
            <a:noFill/>
          </a:ln>
        </p:spPr>
        <p:txBody>
          <a:bodyPr spcFirstLastPara="1" wrap="square" lIns="68550" tIns="34275" rIns="68550" bIns="34275" anchor="ctr" anchorCtr="0">
            <a:noAutofit/>
          </a:bodyPr>
          <a:lstStyle/>
          <a:p>
            <a:pPr marL="0" lvl="0" indent="0" algn="l" rtl="0">
              <a:lnSpc>
                <a:spcPct val="90000"/>
              </a:lnSpc>
              <a:spcBef>
                <a:spcPts val="0"/>
              </a:spcBef>
              <a:spcAft>
                <a:spcPts val="0"/>
              </a:spcAft>
              <a:buClr>
                <a:schemeClr val="dk2"/>
              </a:buClr>
              <a:buSzPts val="2800"/>
              <a:buFont typeface="Arial"/>
              <a:buNone/>
            </a:pPr>
            <a:r>
              <a:rPr lang="en-US" sz="2200">
                <a:solidFill>
                  <a:schemeClr val="dk2"/>
                </a:solidFill>
              </a:rPr>
              <a:t>The current recall management process is manual, time consuming, labor intensive, and prone to human error</a:t>
            </a:r>
            <a:endParaRPr sz="2200">
              <a:solidFill>
                <a:schemeClr val="dk2"/>
              </a:solidFill>
            </a:endParaRPr>
          </a:p>
        </p:txBody>
      </p:sp>
      <p:grpSp>
        <p:nvGrpSpPr>
          <p:cNvPr id="790" name="Google Shape;790;p6"/>
          <p:cNvGrpSpPr/>
          <p:nvPr/>
        </p:nvGrpSpPr>
        <p:grpSpPr>
          <a:xfrm>
            <a:off x="6510134" y="856442"/>
            <a:ext cx="2316477" cy="3430615"/>
            <a:chOff x="7018562" y="1076345"/>
            <a:chExt cx="1953506" cy="2893069"/>
          </a:xfrm>
        </p:grpSpPr>
        <p:grpSp>
          <p:nvGrpSpPr>
            <p:cNvPr id="791" name="Google Shape;791;p6"/>
            <p:cNvGrpSpPr/>
            <p:nvPr/>
          </p:nvGrpSpPr>
          <p:grpSpPr>
            <a:xfrm>
              <a:off x="7018562" y="1174086"/>
              <a:ext cx="1828999" cy="2795328"/>
              <a:chOff x="7102505" y="1235735"/>
              <a:chExt cx="1639101" cy="2795328"/>
            </a:xfrm>
          </p:grpSpPr>
          <p:sp>
            <p:nvSpPr>
              <p:cNvPr id="792" name="Google Shape;792;p6"/>
              <p:cNvSpPr/>
              <p:nvPr/>
            </p:nvSpPr>
            <p:spPr>
              <a:xfrm>
                <a:off x="7102505" y="1235735"/>
                <a:ext cx="1639101" cy="2795328"/>
              </a:xfrm>
              <a:prstGeom prst="rect">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93" name="Google Shape;793;p6"/>
              <p:cNvSpPr/>
              <p:nvPr/>
            </p:nvSpPr>
            <p:spPr>
              <a:xfrm>
                <a:off x="7106992" y="1235735"/>
                <a:ext cx="1311071" cy="348739"/>
              </a:xfrm>
              <a:prstGeom prst="rect">
                <a:avLst/>
              </a:prstGeom>
              <a:solidFill>
                <a:schemeClr val="accent5"/>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lt1"/>
                    </a:solidFill>
                    <a:latin typeface="Arial"/>
                    <a:ea typeface="Arial"/>
                    <a:cs typeface="Arial"/>
                    <a:sym typeface="Arial"/>
                  </a:rPr>
                  <a:t>What we heard from our Pilot program:</a:t>
                </a:r>
                <a:endParaRPr sz="1400" b="0" i="0" u="none" strike="noStrike" cap="none">
                  <a:solidFill>
                    <a:srgbClr val="000000"/>
                  </a:solidFill>
                  <a:latin typeface="Arial"/>
                  <a:ea typeface="Arial"/>
                  <a:cs typeface="Arial"/>
                  <a:sym typeface="Arial"/>
                </a:endParaRPr>
              </a:p>
            </p:txBody>
          </p:sp>
        </p:grpSp>
        <p:sp>
          <p:nvSpPr>
            <p:cNvPr id="794" name="Google Shape;794;p6"/>
            <p:cNvSpPr txBox="1"/>
            <p:nvPr/>
          </p:nvSpPr>
          <p:spPr>
            <a:xfrm>
              <a:off x="7123896" y="1642876"/>
              <a:ext cx="1675452" cy="5450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1" u="none" strike="noStrike" cap="none">
                  <a:solidFill>
                    <a:schemeClr val="dk2"/>
                  </a:solidFill>
                  <a:latin typeface="Arial"/>
                  <a:ea typeface="Arial"/>
                  <a:cs typeface="Arial"/>
                  <a:sym typeface="Arial"/>
                </a:rPr>
                <a:t>Too much time and effort filtering recall “noise”</a:t>
              </a:r>
              <a:endParaRPr sz="1200" b="1" i="0" u="none" strike="noStrike" cap="none">
                <a:solidFill>
                  <a:schemeClr val="dk2"/>
                </a:solidFill>
                <a:latin typeface="Arial"/>
                <a:ea typeface="Arial"/>
                <a:cs typeface="Arial"/>
                <a:sym typeface="Arial"/>
              </a:endParaRPr>
            </a:p>
          </p:txBody>
        </p:sp>
        <p:sp>
          <p:nvSpPr>
            <p:cNvPr id="795" name="Google Shape;795;p6"/>
            <p:cNvSpPr txBox="1"/>
            <p:nvPr/>
          </p:nvSpPr>
          <p:spPr>
            <a:xfrm>
              <a:off x="7106222" y="2413335"/>
              <a:ext cx="1675452" cy="5450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1" u="none" strike="noStrike" cap="none">
                  <a:solidFill>
                    <a:schemeClr val="dk2"/>
                  </a:solidFill>
                  <a:latin typeface="Arial"/>
                  <a:ea typeface="Arial"/>
                  <a:cs typeface="Arial"/>
                  <a:sym typeface="Arial"/>
                </a:rPr>
                <a:t>Too much time and effort coordinating and organizing responses</a:t>
              </a:r>
              <a:endParaRPr sz="1200" b="1" i="0" u="none" strike="noStrike" cap="none">
                <a:solidFill>
                  <a:schemeClr val="dk2"/>
                </a:solidFill>
                <a:latin typeface="Arial"/>
                <a:ea typeface="Arial"/>
                <a:cs typeface="Arial"/>
                <a:sym typeface="Arial"/>
              </a:endParaRPr>
            </a:p>
          </p:txBody>
        </p:sp>
        <p:sp>
          <p:nvSpPr>
            <p:cNvPr id="796" name="Google Shape;796;p6"/>
            <p:cNvSpPr txBox="1"/>
            <p:nvPr/>
          </p:nvSpPr>
          <p:spPr>
            <a:xfrm>
              <a:off x="7106222" y="3236711"/>
              <a:ext cx="1719376" cy="3892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1" u="none" strike="noStrike" cap="none">
                  <a:solidFill>
                    <a:schemeClr val="dk2"/>
                  </a:solidFill>
                  <a:latin typeface="Arial"/>
                  <a:ea typeface="Arial"/>
                  <a:cs typeface="Arial"/>
                  <a:sym typeface="Arial"/>
                </a:rPr>
                <a:t>Too much time and effort tracking effectiveness</a:t>
              </a:r>
              <a:endParaRPr sz="1200" b="1" i="0" u="none" strike="noStrike" cap="none">
                <a:solidFill>
                  <a:schemeClr val="dk2"/>
                </a:solidFill>
                <a:latin typeface="Arial"/>
                <a:ea typeface="Arial"/>
                <a:cs typeface="Arial"/>
                <a:sym typeface="Arial"/>
              </a:endParaRPr>
            </a:p>
          </p:txBody>
        </p:sp>
        <p:grpSp>
          <p:nvGrpSpPr>
            <p:cNvPr id="797" name="Google Shape;797;p6"/>
            <p:cNvGrpSpPr/>
            <p:nvPr/>
          </p:nvGrpSpPr>
          <p:grpSpPr>
            <a:xfrm>
              <a:off x="8435240" y="1076345"/>
              <a:ext cx="536828" cy="536828"/>
              <a:chOff x="7840396" y="3581296"/>
              <a:chExt cx="536828" cy="536828"/>
            </a:xfrm>
          </p:grpSpPr>
          <p:sp>
            <p:nvSpPr>
              <p:cNvPr id="798" name="Google Shape;798;p6"/>
              <p:cNvSpPr/>
              <p:nvPr/>
            </p:nvSpPr>
            <p:spPr>
              <a:xfrm>
                <a:off x="7840396" y="3581296"/>
                <a:ext cx="536828" cy="536828"/>
              </a:xfrm>
              <a:prstGeom prst="ellipse">
                <a:avLst/>
              </a:prstGeom>
              <a:solidFill>
                <a:schemeClr val="accent5"/>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799" name="Google Shape;799;p6"/>
              <p:cNvPicPr preferRelativeResize="0"/>
              <p:nvPr/>
            </p:nvPicPr>
            <p:blipFill rotWithShape="1">
              <a:blip r:embed="rId3">
                <a:alphaModFix/>
              </a:blip>
              <a:srcRect/>
              <a:stretch/>
            </p:blipFill>
            <p:spPr>
              <a:xfrm>
                <a:off x="7934441" y="3675341"/>
                <a:ext cx="348739" cy="348739"/>
              </a:xfrm>
              <a:prstGeom prst="rect">
                <a:avLst/>
              </a:prstGeom>
              <a:noFill/>
              <a:ln>
                <a:noFill/>
              </a:ln>
            </p:spPr>
          </p:pic>
        </p:grpSp>
        <p:cxnSp>
          <p:nvCxnSpPr>
            <p:cNvPr id="800" name="Google Shape;800;p6"/>
            <p:cNvCxnSpPr/>
            <p:nvPr/>
          </p:nvCxnSpPr>
          <p:spPr>
            <a:xfrm>
              <a:off x="7189265" y="2316500"/>
              <a:ext cx="1483847" cy="0"/>
            </a:xfrm>
            <a:prstGeom prst="straightConnector1">
              <a:avLst/>
            </a:prstGeom>
            <a:noFill/>
            <a:ln w="15875" cap="rnd" cmpd="sng">
              <a:solidFill>
                <a:schemeClr val="accent5"/>
              </a:solidFill>
              <a:prstDash val="dot"/>
              <a:miter lim="800000"/>
              <a:headEnd type="none" w="sm" len="sm"/>
              <a:tailEnd type="none" w="sm" len="sm"/>
            </a:ln>
          </p:spPr>
        </p:cxnSp>
        <p:cxnSp>
          <p:nvCxnSpPr>
            <p:cNvPr id="801" name="Google Shape;801;p6"/>
            <p:cNvCxnSpPr/>
            <p:nvPr/>
          </p:nvCxnSpPr>
          <p:spPr>
            <a:xfrm>
              <a:off x="7189265" y="3132333"/>
              <a:ext cx="1483847" cy="0"/>
            </a:xfrm>
            <a:prstGeom prst="straightConnector1">
              <a:avLst/>
            </a:prstGeom>
            <a:noFill/>
            <a:ln w="15875" cap="rnd" cmpd="sng">
              <a:solidFill>
                <a:schemeClr val="accent5"/>
              </a:solidFill>
              <a:prstDash val="dot"/>
              <a:miter lim="800000"/>
              <a:headEnd type="none" w="sm" len="sm"/>
              <a:tailEnd type="none" w="sm" len="sm"/>
            </a:ln>
          </p:spPr>
        </p:cxnSp>
      </p:grpSp>
      <p:sp>
        <p:nvSpPr>
          <p:cNvPr id="802" name="Google Shape;802;p6"/>
          <p:cNvSpPr txBox="1"/>
          <p:nvPr/>
        </p:nvSpPr>
        <p:spPr>
          <a:xfrm>
            <a:off x="928366" y="1004808"/>
            <a:ext cx="168686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400" b="0" i="0" u="none" strike="noStrike" cap="none">
                <a:solidFill>
                  <a:srgbClr val="000000"/>
                </a:solidFill>
                <a:latin typeface="Arial"/>
                <a:ea typeface="Arial"/>
                <a:cs typeface="Arial"/>
                <a:sym typeface="Arial"/>
              </a:rPr>
              <a:t>Tight deadlines to contact patients</a:t>
            </a:r>
            <a:endParaRPr sz="1400" b="0" i="0" u="none" strike="noStrike" cap="none">
              <a:solidFill>
                <a:srgbClr val="000000"/>
              </a:solidFill>
              <a:latin typeface="Arial"/>
              <a:ea typeface="Arial"/>
              <a:cs typeface="Arial"/>
              <a:sym typeface="Arial"/>
            </a:endParaRPr>
          </a:p>
        </p:txBody>
      </p:sp>
      <p:sp>
        <p:nvSpPr>
          <p:cNvPr id="803" name="Google Shape;803;p6"/>
          <p:cNvSpPr txBox="1"/>
          <p:nvPr/>
        </p:nvSpPr>
        <p:spPr>
          <a:xfrm>
            <a:off x="923869" y="1833270"/>
            <a:ext cx="21615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400" b="0" i="0" u="none" strike="noStrike" cap="none">
                <a:solidFill>
                  <a:srgbClr val="000000"/>
                </a:solidFill>
                <a:latin typeface="Arial"/>
                <a:ea typeface="Arial"/>
                <a:cs typeface="Arial"/>
                <a:sym typeface="Arial"/>
              </a:rPr>
              <a:t>Need to determine which recalls impact the organization</a:t>
            </a:r>
            <a:endParaRPr sz="1400" b="0" i="0" u="none" strike="noStrike" cap="none">
              <a:solidFill>
                <a:srgbClr val="000000"/>
              </a:solidFill>
              <a:latin typeface="Arial"/>
              <a:ea typeface="Arial"/>
              <a:cs typeface="Arial"/>
              <a:sym typeface="Arial"/>
            </a:endParaRPr>
          </a:p>
        </p:txBody>
      </p:sp>
      <p:sp>
        <p:nvSpPr>
          <p:cNvPr id="804" name="Google Shape;804;p6"/>
          <p:cNvSpPr txBox="1"/>
          <p:nvPr/>
        </p:nvSpPr>
        <p:spPr>
          <a:xfrm>
            <a:off x="929580" y="2895034"/>
            <a:ext cx="21687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400" b="0" i="0" u="none" strike="noStrike" cap="none">
                <a:solidFill>
                  <a:srgbClr val="000000"/>
                </a:solidFill>
                <a:latin typeface="Arial"/>
                <a:ea typeface="Arial"/>
                <a:cs typeface="Arial"/>
                <a:sym typeface="Arial"/>
              </a:rPr>
              <a:t>Overloaded recall backlog every single day</a:t>
            </a:r>
            <a:endParaRPr sz="1400" b="0" i="0" u="none" strike="noStrike" cap="none">
              <a:solidFill>
                <a:srgbClr val="000000"/>
              </a:solidFill>
              <a:latin typeface="Arial"/>
              <a:ea typeface="Arial"/>
              <a:cs typeface="Arial"/>
              <a:sym typeface="Arial"/>
            </a:endParaRPr>
          </a:p>
        </p:txBody>
      </p:sp>
      <p:sp>
        <p:nvSpPr>
          <p:cNvPr id="805" name="Google Shape;805;p6"/>
          <p:cNvSpPr txBox="1"/>
          <p:nvPr/>
        </p:nvSpPr>
        <p:spPr>
          <a:xfrm>
            <a:off x="4043042" y="974292"/>
            <a:ext cx="172327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400" b="0" i="0" u="none" strike="noStrike" cap="none">
                <a:solidFill>
                  <a:srgbClr val="000000"/>
                </a:solidFill>
                <a:latin typeface="Arial"/>
                <a:ea typeface="Arial"/>
                <a:cs typeface="Arial"/>
                <a:sym typeface="Arial"/>
              </a:rPr>
              <a:t>Vulnerability to notification delays</a:t>
            </a:r>
            <a:endParaRPr sz="1400" b="0" i="0" u="none" strike="noStrike" cap="none">
              <a:solidFill>
                <a:srgbClr val="000000"/>
              </a:solidFill>
              <a:latin typeface="Arial"/>
              <a:ea typeface="Arial"/>
              <a:cs typeface="Arial"/>
              <a:sym typeface="Arial"/>
            </a:endParaRPr>
          </a:p>
        </p:txBody>
      </p:sp>
      <p:sp>
        <p:nvSpPr>
          <p:cNvPr id="806" name="Google Shape;806;p6"/>
          <p:cNvSpPr txBox="1"/>
          <p:nvPr/>
        </p:nvSpPr>
        <p:spPr>
          <a:xfrm>
            <a:off x="4016149" y="2837504"/>
            <a:ext cx="1985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400" b="0" i="0" u="none" strike="noStrike" cap="none">
                <a:solidFill>
                  <a:srgbClr val="000000"/>
                </a:solidFill>
                <a:latin typeface="Arial"/>
                <a:ea typeface="Arial"/>
                <a:cs typeface="Arial"/>
                <a:sym typeface="Arial"/>
              </a:rPr>
              <a:t>Siloed communication between corporate and sites</a:t>
            </a:r>
            <a:endParaRPr sz="1400" b="0" i="0" u="none" strike="noStrike" cap="none">
              <a:solidFill>
                <a:srgbClr val="000000"/>
              </a:solidFill>
              <a:latin typeface="Arial"/>
              <a:ea typeface="Arial"/>
              <a:cs typeface="Arial"/>
              <a:sym typeface="Arial"/>
            </a:endParaRPr>
          </a:p>
        </p:txBody>
      </p:sp>
      <p:sp>
        <p:nvSpPr>
          <p:cNvPr id="807" name="Google Shape;807;p6"/>
          <p:cNvSpPr txBox="1"/>
          <p:nvPr/>
        </p:nvSpPr>
        <p:spPr>
          <a:xfrm>
            <a:off x="910086" y="3717320"/>
            <a:ext cx="23508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400" b="0" i="0" u="none" strike="noStrike" cap="none">
                <a:solidFill>
                  <a:srgbClr val="000000"/>
                </a:solidFill>
                <a:latin typeface="Arial"/>
                <a:ea typeface="Arial"/>
                <a:cs typeface="Arial"/>
                <a:sym typeface="Arial"/>
              </a:rPr>
              <a:t>Lack of visibility into monitoring recall response progress company-wide</a:t>
            </a:r>
            <a:endParaRPr sz="1400" b="0" i="0" u="none" strike="noStrike" cap="none">
              <a:solidFill>
                <a:srgbClr val="000000"/>
              </a:solidFill>
              <a:latin typeface="Arial"/>
              <a:ea typeface="Arial"/>
              <a:cs typeface="Arial"/>
              <a:sym typeface="Arial"/>
            </a:endParaRPr>
          </a:p>
        </p:txBody>
      </p:sp>
      <p:sp>
        <p:nvSpPr>
          <p:cNvPr id="808" name="Google Shape;808;p6"/>
          <p:cNvSpPr txBox="1"/>
          <p:nvPr/>
        </p:nvSpPr>
        <p:spPr>
          <a:xfrm>
            <a:off x="4043042" y="1921156"/>
            <a:ext cx="2319451"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400" b="0" i="0" u="none" strike="noStrike" cap="none">
                <a:solidFill>
                  <a:srgbClr val="000000"/>
                </a:solidFill>
                <a:latin typeface="Arial"/>
                <a:ea typeface="Arial"/>
                <a:cs typeface="Arial"/>
                <a:sym typeface="Arial"/>
              </a:rPr>
              <a:t>Manual response tracking to maintain compliance</a:t>
            </a:r>
            <a:endParaRPr sz="1400" b="0" i="0" u="none" strike="noStrike" cap="none">
              <a:solidFill>
                <a:srgbClr val="000000"/>
              </a:solidFill>
              <a:latin typeface="Arial"/>
              <a:ea typeface="Arial"/>
              <a:cs typeface="Arial"/>
              <a:sym typeface="Arial"/>
            </a:endParaRPr>
          </a:p>
        </p:txBody>
      </p:sp>
      <p:grpSp>
        <p:nvGrpSpPr>
          <p:cNvPr id="809" name="Google Shape;809;p6"/>
          <p:cNvGrpSpPr/>
          <p:nvPr/>
        </p:nvGrpSpPr>
        <p:grpSpPr>
          <a:xfrm>
            <a:off x="416035" y="970311"/>
            <a:ext cx="503030" cy="503030"/>
            <a:chOff x="1681696" y="909236"/>
            <a:chExt cx="503030" cy="503030"/>
          </a:xfrm>
        </p:grpSpPr>
        <p:sp>
          <p:nvSpPr>
            <p:cNvPr id="810" name="Google Shape;810;p6"/>
            <p:cNvSpPr/>
            <p:nvPr/>
          </p:nvSpPr>
          <p:spPr>
            <a:xfrm>
              <a:off x="1681696" y="909236"/>
              <a:ext cx="503030" cy="503030"/>
            </a:xfrm>
            <a:prstGeom prst="ellipse">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11" name="Google Shape;811;p6"/>
            <p:cNvPicPr preferRelativeResize="0"/>
            <p:nvPr/>
          </p:nvPicPr>
          <p:blipFill rotWithShape="1">
            <a:blip r:embed="rId4">
              <a:alphaModFix/>
            </a:blip>
            <a:srcRect/>
            <a:stretch/>
          </p:blipFill>
          <p:spPr>
            <a:xfrm>
              <a:off x="1772278" y="988245"/>
              <a:ext cx="321029" cy="321029"/>
            </a:xfrm>
            <a:prstGeom prst="rect">
              <a:avLst/>
            </a:prstGeom>
            <a:noFill/>
            <a:ln>
              <a:noFill/>
            </a:ln>
          </p:spPr>
        </p:pic>
      </p:grpSp>
      <p:grpSp>
        <p:nvGrpSpPr>
          <p:cNvPr id="812" name="Google Shape;812;p6"/>
          <p:cNvGrpSpPr/>
          <p:nvPr/>
        </p:nvGrpSpPr>
        <p:grpSpPr>
          <a:xfrm>
            <a:off x="3502603" y="970311"/>
            <a:ext cx="503030" cy="503030"/>
            <a:chOff x="4216051" y="909236"/>
            <a:chExt cx="503030" cy="503030"/>
          </a:xfrm>
        </p:grpSpPr>
        <p:sp>
          <p:nvSpPr>
            <p:cNvPr id="813" name="Google Shape;813;p6"/>
            <p:cNvSpPr/>
            <p:nvPr/>
          </p:nvSpPr>
          <p:spPr>
            <a:xfrm>
              <a:off x="4216051" y="909236"/>
              <a:ext cx="503030" cy="503030"/>
            </a:xfrm>
            <a:prstGeom prst="ellipse">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14" name="Google Shape;814;p6"/>
            <p:cNvPicPr preferRelativeResize="0"/>
            <p:nvPr/>
          </p:nvPicPr>
          <p:blipFill rotWithShape="1">
            <a:blip r:embed="rId5">
              <a:alphaModFix/>
            </a:blip>
            <a:srcRect/>
            <a:stretch/>
          </p:blipFill>
          <p:spPr>
            <a:xfrm>
              <a:off x="4303918" y="968903"/>
              <a:ext cx="334114" cy="334114"/>
            </a:xfrm>
            <a:prstGeom prst="rect">
              <a:avLst/>
            </a:prstGeom>
            <a:noFill/>
            <a:ln>
              <a:noFill/>
            </a:ln>
          </p:spPr>
        </p:pic>
      </p:grpSp>
      <p:grpSp>
        <p:nvGrpSpPr>
          <p:cNvPr id="815" name="Google Shape;815;p6"/>
          <p:cNvGrpSpPr/>
          <p:nvPr/>
        </p:nvGrpSpPr>
        <p:grpSpPr>
          <a:xfrm>
            <a:off x="3502603" y="2964212"/>
            <a:ext cx="503030" cy="503030"/>
            <a:chOff x="731269" y="2144003"/>
            <a:chExt cx="503030" cy="503030"/>
          </a:xfrm>
        </p:grpSpPr>
        <p:sp>
          <p:nvSpPr>
            <p:cNvPr id="816" name="Google Shape;816;p6"/>
            <p:cNvSpPr/>
            <p:nvPr/>
          </p:nvSpPr>
          <p:spPr>
            <a:xfrm>
              <a:off x="731269" y="2144003"/>
              <a:ext cx="503030" cy="503030"/>
            </a:xfrm>
            <a:prstGeom prst="ellipse">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17" name="Google Shape;817;p6"/>
            <p:cNvPicPr preferRelativeResize="0"/>
            <p:nvPr/>
          </p:nvPicPr>
          <p:blipFill rotWithShape="1">
            <a:blip r:embed="rId6">
              <a:alphaModFix/>
            </a:blip>
            <a:srcRect/>
            <a:stretch/>
          </p:blipFill>
          <p:spPr>
            <a:xfrm>
              <a:off x="814626" y="2230142"/>
              <a:ext cx="323110" cy="323110"/>
            </a:xfrm>
            <a:prstGeom prst="rect">
              <a:avLst/>
            </a:prstGeom>
            <a:noFill/>
            <a:ln>
              <a:noFill/>
            </a:ln>
          </p:spPr>
        </p:pic>
      </p:grpSp>
      <p:grpSp>
        <p:nvGrpSpPr>
          <p:cNvPr id="818" name="Google Shape;818;p6"/>
          <p:cNvGrpSpPr/>
          <p:nvPr/>
        </p:nvGrpSpPr>
        <p:grpSpPr>
          <a:xfrm>
            <a:off x="3502603" y="1927726"/>
            <a:ext cx="503030" cy="503030"/>
            <a:chOff x="3003493" y="2144003"/>
            <a:chExt cx="503030" cy="503030"/>
          </a:xfrm>
        </p:grpSpPr>
        <p:sp>
          <p:nvSpPr>
            <p:cNvPr id="819" name="Google Shape;819;p6"/>
            <p:cNvSpPr/>
            <p:nvPr/>
          </p:nvSpPr>
          <p:spPr>
            <a:xfrm>
              <a:off x="3003493" y="2144003"/>
              <a:ext cx="503030" cy="503030"/>
            </a:xfrm>
            <a:prstGeom prst="ellipse">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20" name="Google Shape;820;p6"/>
            <p:cNvPicPr preferRelativeResize="0"/>
            <p:nvPr/>
          </p:nvPicPr>
          <p:blipFill rotWithShape="1">
            <a:blip r:embed="rId7">
              <a:alphaModFix/>
            </a:blip>
            <a:srcRect/>
            <a:stretch/>
          </p:blipFill>
          <p:spPr>
            <a:xfrm>
              <a:off x="3124458" y="2241345"/>
              <a:ext cx="300703" cy="300703"/>
            </a:xfrm>
            <a:prstGeom prst="rect">
              <a:avLst/>
            </a:prstGeom>
            <a:noFill/>
            <a:ln>
              <a:noFill/>
            </a:ln>
          </p:spPr>
        </p:pic>
      </p:grpSp>
      <p:grpSp>
        <p:nvGrpSpPr>
          <p:cNvPr id="821" name="Google Shape;821;p6"/>
          <p:cNvGrpSpPr/>
          <p:nvPr/>
        </p:nvGrpSpPr>
        <p:grpSpPr>
          <a:xfrm>
            <a:off x="416035" y="2884117"/>
            <a:ext cx="503030" cy="503030"/>
            <a:chOff x="5504348" y="2144003"/>
            <a:chExt cx="503030" cy="503030"/>
          </a:xfrm>
        </p:grpSpPr>
        <p:sp>
          <p:nvSpPr>
            <p:cNvPr id="822" name="Google Shape;822;p6"/>
            <p:cNvSpPr/>
            <p:nvPr/>
          </p:nvSpPr>
          <p:spPr>
            <a:xfrm>
              <a:off x="5504348" y="2144003"/>
              <a:ext cx="503030" cy="503030"/>
            </a:xfrm>
            <a:prstGeom prst="ellipse">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23" name="Google Shape;823;p6"/>
            <p:cNvPicPr preferRelativeResize="0"/>
            <p:nvPr/>
          </p:nvPicPr>
          <p:blipFill rotWithShape="1">
            <a:blip r:embed="rId8">
              <a:alphaModFix/>
            </a:blip>
            <a:srcRect/>
            <a:stretch/>
          </p:blipFill>
          <p:spPr>
            <a:xfrm>
              <a:off x="5610791" y="2241345"/>
              <a:ext cx="300703" cy="300703"/>
            </a:xfrm>
            <a:prstGeom prst="rect">
              <a:avLst/>
            </a:prstGeom>
            <a:noFill/>
            <a:ln>
              <a:noFill/>
            </a:ln>
          </p:spPr>
        </p:pic>
      </p:grpSp>
      <p:grpSp>
        <p:nvGrpSpPr>
          <p:cNvPr id="824" name="Google Shape;824;p6"/>
          <p:cNvGrpSpPr/>
          <p:nvPr/>
        </p:nvGrpSpPr>
        <p:grpSpPr>
          <a:xfrm>
            <a:off x="412569" y="1914379"/>
            <a:ext cx="503030" cy="503030"/>
            <a:chOff x="1691597" y="3607357"/>
            <a:chExt cx="503030" cy="503030"/>
          </a:xfrm>
        </p:grpSpPr>
        <p:sp>
          <p:nvSpPr>
            <p:cNvPr id="825" name="Google Shape;825;p6"/>
            <p:cNvSpPr/>
            <p:nvPr/>
          </p:nvSpPr>
          <p:spPr>
            <a:xfrm>
              <a:off x="1691597" y="3607357"/>
              <a:ext cx="503030" cy="503030"/>
            </a:xfrm>
            <a:prstGeom prst="ellipse">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26" name="Google Shape;826;p6"/>
            <p:cNvPicPr preferRelativeResize="0"/>
            <p:nvPr/>
          </p:nvPicPr>
          <p:blipFill rotWithShape="1">
            <a:blip r:embed="rId9">
              <a:alphaModFix/>
            </a:blip>
            <a:srcRect/>
            <a:stretch/>
          </p:blipFill>
          <p:spPr>
            <a:xfrm>
              <a:off x="1801230" y="3704941"/>
              <a:ext cx="307862" cy="307863"/>
            </a:xfrm>
            <a:prstGeom prst="rect">
              <a:avLst/>
            </a:prstGeom>
            <a:noFill/>
            <a:ln>
              <a:noFill/>
            </a:ln>
          </p:spPr>
        </p:pic>
      </p:grpSp>
      <p:grpSp>
        <p:nvGrpSpPr>
          <p:cNvPr id="827" name="Google Shape;827;p6"/>
          <p:cNvGrpSpPr/>
          <p:nvPr/>
        </p:nvGrpSpPr>
        <p:grpSpPr>
          <a:xfrm>
            <a:off x="416035" y="3841020"/>
            <a:ext cx="503030" cy="503030"/>
            <a:chOff x="4303918" y="3641655"/>
            <a:chExt cx="503030" cy="503030"/>
          </a:xfrm>
        </p:grpSpPr>
        <p:sp>
          <p:nvSpPr>
            <p:cNvPr id="828" name="Google Shape;828;p6"/>
            <p:cNvSpPr/>
            <p:nvPr/>
          </p:nvSpPr>
          <p:spPr>
            <a:xfrm>
              <a:off x="4303918" y="3641655"/>
              <a:ext cx="503030" cy="503030"/>
            </a:xfrm>
            <a:prstGeom prst="ellipse">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29" name="Google Shape;829;p6"/>
            <p:cNvPicPr preferRelativeResize="0"/>
            <p:nvPr/>
          </p:nvPicPr>
          <p:blipFill rotWithShape="1">
            <a:blip r:embed="rId10">
              <a:alphaModFix/>
            </a:blip>
            <a:srcRect/>
            <a:stretch/>
          </p:blipFill>
          <p:spPr>
            <a:xfrm>
              <a:off x="4406275" y="3738109"/>
              <a:ext cx="298316" cy="298316"/>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9E58106-6F8C-CC36-0B02-718A8E2F40EB}"/>
              </a:ext>
            </a:extLst>
          </p:cNvPr>
          <p:cNvSpPr>
            <a:spLocks noGrp="1"/>
          </p:cNvSpPr>
          <p:nvPr>
            <p:ph type="body" idx="1"/>
          </p:nvPr>
        </p:nvSpPr>
        <p:spPr/>
        <p:txBody>
          <a:bodyPr/>
          <a:lstStyle/>
          <a:p>
            <a:r>
              <a:rPr lang="en-US" dirty="0"/>
              <a:t>Notification Sources (electronic, snail mail, portals, paper) </a:t>
            </a:r>
          </a:p>
          <a:p>
            <a:r>
              <a:rPr lang="en-US" dirty="0"/>
              <a:t>Recall Support Team/Recall Coordinator/Site Responder</a:t>
            </a:r>
          </a:p>
          <a:p>
            <a:r>
              <a:rPr lang="en-US" dirty="0"/>
              <a:t>Receipt of recall/Impact assessment/Recall initiation</a:t>
            </a:r>
          </a:p>
          <a:p>
            <a:r>
              <a:rPr lang="en-US" dirty="0"/>
              <a:t>Identify impacted items</a:t>
            </a:r>
          </a:p>
          <a:p>
            <a:pPr lvl="1"/>
            <a:r>
              <a:rPr lang="en-US" dirty="0"/>
              <a:t>Look up purchase history, Shelf walk, pull product</a:t>
            </a:r>
          </a:p>
          <a:p>
            <a:r>
              <a:rPr lang="en-US" dirty="0"/>
              <a:t>Recall response internally &amp; externally</a:t>
            </a:r>
          </a:p>
          <a:p>
            <a:pPr lvl="1"/>
            <a:r>
              <a:rPr lang="en-US" dirty="0"/>
              <a:t>Product return/destruction, Reimbursement </a:t>
            </a:r>
          </a:p>
          <a:p>
            <a:r>
              <a:rPr lang="en-US" dirty="0"/>
              <a:t>Recall Monitoring and Closeout</a:t>
            </a:r>
          </a:p>
        </p:txBody>
      </p:sp>
      <p:sp>
        <p:nvSpPr>
          <p:cNvPr id="3" name="Title 2">
            <a:extLst>
              <a:ext uri="{FF2B5EF4-FFF2-40B4-BE49-F238E27FC236}">
                <a16:creationId xmlns:a16="http://schemas.microsoft.com/office/drawing/2014/main" id="{E66FEF79-58AC-9F52-1E72-5D38D1B0E7A4}"/>
              </a:ext>
            </a:extLst>
          </p:cNvPr>
          <p:cNvSpPr>
            <a:spLocks noGrp="1"/>
          </p:cNvSpPr>
          <p:nvPr>
            <p:ph type="title"/>
          </p:nvPr>
        </p:nvSpPr>
        <p:spPr/>
        <p:txBody>
          <a:bodyPr/>
          <a:lstStyle/>
          <a:p>
            <a:r>
              <a:rPr lang="en-US" dirty="0"/>
              <a:t>Your Recall Process Today?</a:t>
            </a:r>
          </a:p>
        </p:txBody>
      </p:sp>
    </p:spTree>
    <p:extLst>
      <p:ext uri="{BB962C8B-B14F-4D97-AF65-F5344CB8AC3E}">
        <p14:creationId xmlns:p14="http://schemas.microsoft.com/office/powerpoint/2010/main" val="3659447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894"/>
        <p:cNvGrpSpPr/>
        <p:nvPr/>
      </p:nvGrpSpPr>
      <p:grpSpPr>
        <a:xfrm>
          <a:off x="0" y="0"/>
          <a:ext cx="0" cy="0"/>
          <a:chOff x="0" y="0"/>
          <a:chExt cx="0" cy="0"/>
        </a:xfrm>
      </p:grpSpPr>
      <p:sp>
        <p:nvSpPr>
          <p:cNvPr id="896" name="Google Shape;896;p18"/>
          <p:cNvSpPr txBox="1"/>
          <p:nvPr/>
        </p:nvSpPr>
        <p:spPr>
          <a:xfrm>
            <a:off x="4264336" y="1219504"/>
            <a:ext cx="4795280" cy="3608667"/>
          </a:xfrm>
          <a:prstGeom prst="rect">
            <a:avLst/>
          </a:prstGeom>
          <a:noFill/>
          <a:ln>
            <a:noFill/>
          </a:ln>
        </p:spPr>
        <p:txBody>
          <a:bodyPr spcFirstLastPara="1" wrap="square" lIns="68569" tIns="34275" rIns="68569" bIns="34275" anchor="t" anchorCtr="0">
            <a:noAutofit/>
          </a:bodyPr>
          <a:lstStyle/>
          <a:p>
            <a:pPr>
              <a:lnSpc>
                <a:spcPct val="95000"/>
              </a:lnSpc>
              <a:spcBef>
                <a:spcPts val="450"/>
              </a:spcBef>
            </a:pPr>
            <a:r>
              <a:rPr lang="en-US" sz="1200" b="1" dirty="0">
                <a:solidFill>
                  <a:srgbClr val="FFFF00"/>
                </a:solidFill>
              </a:rPr>
              <a:t>Key Capabilities</a:t>
            </a:r>
            <a:endParaRPr sz="1050" dirty="0"/>
          </a:p>
          <a:p>
            <a:pPr marL="214308" indent="-214308">
              <a:lnSpc>
                <a:spcPct val="95000"/>
              </a:lnSpc>
              <a:spcBef>
                <a:spcPts val="450"/>
              </a:spcBef>
              <a:buClr>
                <a:srgbClr val="FFFFFF"/>
              </a:buClr>
              <a:buSzPts val="1400"/>
              <a:buFont typeface="Arial"/>
              <a:buChar char="•"/>
            </a:pPr>
            <a:r>
              <a:rPr lang="en-US" sz="1050" dirty="0">
                <a:solidFill>
                  <a:srgbClr val="FFFFFF"/>
                </a:solidFill>
              </a:rPr>
              <a:t>Real-time recall notifications in an easy-to-understand digital format</a:t>
            </a:r>
            <a:endParaRPr sz="1050" dirty="0"/>
          </a:p>
          <a:p>
            <a:pPr marL="214308" indent="-214308">
              <a:lnSpc>
                <a:spcPct val="95000"/>
              </a:lnSpc>
              <a:spcBef>
                <a:spcPts val="450"/>
              </a:spcBef>
              <a:buClr>
                <a:srgbClr val="FFFFFF"/>
              </a:buClr>
              <a:buSzPts val="1400"/>
              <a:buFont typeface="Arial"/>
              <a:buChar char="•"/>
            </a:pPr>
            <a:r>
              <a:rPr lang="en-US" sz="1050" dirty="0">
                <a:solidFill>
                  <a:srgbClr val="FFFFFF"/>
                </a:solidFill>
              </a:rPr>
              <a:t>Orchestrated workflow across sites for recall acknowledgment, response gathering, monitoring, and collaboration</a:t>
            </a:r>
            <a:endParaRPr sz="1050" dirty="0"/>
          </a:p>
          <a:p>
            <a:pPr marL="214308" indent="-214308">
              <a:lnSpc>
                <a:spcPct val="95000"/>
              </a:lnSpc>
              <a:spcBef>
                <a:spcPts val="450"/>
              </a:spcBef>
              <a:buClr>
                <a:srgbClr val="FFFFFF"/>
              </a:buClr>
              <a:buSzPts val="1400"/>
              <a:buFont typeface="Arial"/>
              <a:buChar char="•"/>
            </a:pPr>
            <a:r>
              <a:rPr lang="en-US" sz="1050" dirty="0">
                <a:solidFill>
                  <a:srgbClr val="FFFFFF"/>
                </a:solidFill>
              </a:rPr>
              <a:t>Digital audit trail to prove adherence to recall response plan and support regulatory compliance</a:t>
            </a:r>
            <a:endParaRPr sz="1050" dirty="0"/>
          </a:p>
          <a:p>
            <a:pPr marL="214308" indent="-214308">
              <a:lnSpc>
                <a:spcPct val="95000"/>
              </a:lnSpc>
              <a:spcBef>
                <a:spcPts val="450"/>
              </a:spcBef>
              <a:buClr>
                <a:srgbClr val="FFFFFF"/>
              </a:buClr>
              <a:buSzPts val="1400"/>
              <a:buFont typeface="Arial"/>
              <a:buChar char="•"/>
            </a:pPr>
            <a:r>
              <a:rPr lang="en-US" sz="1050" dirty="0">
                <a:solidFill>
                  <a:srgbClr val="FFFFFF"/>
                </a:solidFill>
              </a:rPr>
              <a:t>Integration with DSCSA Compliance Track &amp; Trace solution to create targeted recalls; receive recall notification only for products the organization has purchased</a:t>
            </a:r>
            <a:endParaRPr sz="1050" dirty="0"/>
          </a:p>
          <a:p>
            <a:pPr marL="214308" indent="-214308">
              <a:lnSpc>
                <a:spcPct val="95000"/>
              </a:lnSpc>
              <a:spcBef>
                <a:spcPts val="450"/>
              </a:spcBef>
              <a:buClr>
                <a:srgbClr val="FFFFFF"/>
              </a:buClr>
              <a:buSzPts val="1400"/>
              <a:buFont typeface="Arial"/>
              <a:buChar char="•"/>
            </a:pPr>
            <a:r>
              <a:rPr lang="en-US" sz="1050" dirty="0">
                <a:solidFill>
                  <a:srgbClr val="FFFFFF"/>
                </a:solidFill>
              </a:rPr>
              <a:t>Dashboards for simple, comprehensive ability to monitor by product, progress, and sites</a:t>
            </a:r>
            <a:endParaRPr sz="1050" dirty="0"/>
          </a:p>
          <a:p>
            <a:pPr>
              <a:lnSpc>
                <a:spcPct val="95000"/>
              </a:lnSpc>
              <a:spcBef>
                <a:spcPts val="600"/>
              </a:spcBef>
            </a:pPr>
            <a:endParaRPr sz="1050" b="1" dirty="0">
              <a:solidFill>
                <a:schemeClr val="accent3"/>
              </a:solidFill>
            </a:endParaRPr>
          </a:p>
          <a:p>
            <a:pPr>
              <a:lnSpc>
                <a:spcPct val="95000"/>
              </a:lnSpc>
              <a:spcBef>
                <a:spcPts val="600"/>
              </a:spcBef>
            </a:pPr>
            <a:r>
              <a:rPr lang="en-US" sz="1200" b="1" dirty="0">
                <a:solidFill>
                  <a:schemeClr val="accent3"/>
                </a:solidFill>
              </a:rPr>
              <a:t>Customer Benefits</a:t>
            </a:r>
            <a:endParaRPr sz="1200" dirty="0">
              <a:solidFill>
                <a:schemeClr val="lt1"/>
              </a:solidFill>
            </a:endParaRPr>
          </a:p>
          <a:p>
            <a:pPr marL="171442" indent="-171442">
              <a:lnSpc>
                <a:spcPct val="95000"/>
              </a:lnSpc>
              <a:spcBef>
                <a:spcPts val="600"/>
              </a:spcBef>
              <a:buClr>
                <a:srgbClr val="FFFFFF"/>
              </a:buClr>
              <a:buSzPts val="1800"/>
              <a:buFont typeface="Arial"/>
              <a:buChar char="•"/>
            </a:pPr>
            <a:r>
              <a:rPr lang="en-US" sz="1050" dirty="0">
                <a:solidFill>
                  <a:srgbClr val="FFFFFF"/>
                </a:solidFill>
              </a:rPr>
              <a:t>Free up skilled pharmacy staff so they can focus on patient care</a:t>
            </a:r>
            <a:endParaRPr sz="1050" dirty="0"/>
          </a:p>
          <a:p>
            <a:pPr marL="171442" indent="-171442">
              <a:lnSpc>
                <a:spcPct val="95000"/>
              </a:lnSpc>
              <a:spcBef>
                <a:spcPts val="450"/>
              </a:spcBef>
              <a:buClr>
                <a:srgbClr val="FFFFFF"/>
              </a:buClr>
              <a:buSzPts val="1800"/>
              <a:buFont typeface="Arial"/>
              <a:buChar char="•"/>
            </a:pPr>
            <a:r>
              <a:rPr lang="en-US" sz="1050" dirty="0">
                <a:solidFill>
                  <a:srgbClr val="FFFFFF"/>
                </a:solidFill>
              </a:rPr>
              <a:t>Increase patient safety by removing opportunities for human error</a:t>
            </a:r>
            <a:endParaRPr sz="1050" dirty="0"/>
          </a:p>
          <a:p>
            <a:pPr marL="171442" indent="-171442">
              <a:lnSpc>
                <a:spcPct val="95000"/>
              </a:lnSpc>
              <a:spcBef>
                <a:spcPts val="450"/>
              </a:spcBef>
              <a:buClr>
                <a:srgbClr val="FFFFFF"/>
              </a:buClr>
              <a:buSzPts val="1800"/>
              <a:buFont typeface="Arial"/>
              <a:buChar char="•"/>
            </a:pPr>
            <a:r>
              <a:rPr lang="en-US" sz="1050" dirty="0">
                <a:solidFill>
                  <a:srgbClr val="FFFFFF"/>
                </a:solidFill>
              </a:rPr>
              <a:t>Decrease costs associated with managing a recall </a:t>
            </a:r>
            <a:endParaRPr sz="1050" dirty="0"/>
          </a:p>
          <a:p>
            <a:pPr marL="171442" indent="-171442">
              <a:lnSpc>
                <a:spcPct val="95000"/>
              </a:lnSpc>
              <a:spcBef>
                <a:spcPts val="225"/>
              </a:spcBef>
              <a:buClr>
                <a:srgbClr val="FFFFFF"/>
              </a:buClr>
              <a:buSzPts val="1800"/>
              <a:buFont typeface="Arial"/>
              <a:buChar char="•"/>
            </a:pPr>
            <a:r>
              <a:rPr lang="en-US" sz="1050" dirty="0">
                <a:solidFill>
                  <a:srgbClr val="FFFFFF"/>
                </a:solidFill>
              </a:rPr>
              <a:t>Expedite recall response and product removal from inventory and faster reimbursements</a:t>
            </a:r>
            <a:endParaRPr sz="1050" dirty="0"/>
          </a:p>
        </p:txBody>
      </p:sp>
      <p:sp>
        <p:nvSpPr>
          <p:cNvPr id="897" name="Google Shape;897;p18"/>
          <p:cNvSpPr txBox="1"/>
          <p:nvPr/>
        </p:nvSpPr>
        <p:spPr>
          <a:xfrm>
            <a:off x="354796" y="536863"/>
            <a:ext cx="8551126" cy="530884"/>
          </a:xfrm>
          <a:prstGeom prst="rect">
            <a:avLst/>
          </a:prstGeom>
          <a:noFill/>
          <a:ln>
            <a:noFill/>
          </a:ln>
        </p:spPr>
        <p:txBody>
          <a:bodyPr spcFirstLastPara="1" wrap="square" lIns="68569" tIns="34275" rIns="68569" bIns="34275" anchor="t" anchorCtr="0">
            <a:spAutoFit/>
          </a:bodyPr>
          <a:lstStyle/>
          <a:p>
            <a:r>
              <a:rPr lang="en-US" sz="1500" dirty="0">
                <a:solidFill>
                  <a:schemeClr val="accent3"/>
                </a:solidFill>
              </a:rPr>
              <a:t>View digitalized recall notifications, acknowledge and provide location-level inventory responses, track effectiveness across the organization, and maintain a digital audit trail.</a:t>
            </a:r>
            <a:endParaRPr sz="1050" dirty="0"/>
          </a:p>
        </p:txBody>
      </p:sp>
      <p:pic>
        <p:nvPicPr>
          <p:cNvPr id="898" name="Google Shape;898;p18"/>
          <p:cNvPicPr preferRelativeResize="0"/>
          <p:nvPr/>
        </p:nvPicPr>
        <p:blipFill rotWithShape="1">
          <a:blip r:embed="rId3">
            <a:alphaModFix/>
          </a:blip>
          <a:srcRect/>
          <a:stretch/>
        </p:blipFill>
        <p:spPr>
          <a:xfrm>
            <a:off x="314830" y="1563246"/>
            <a:ext cx="3592174" cy="2392283"/>
          </a:xfrm>
          <a:prstGeom prst="rect">
            <a:avLst/>
          </a:prstGeom>
          <a:noFill/>
          <a:ln>
            <a:noFill/>
          </a:ln>
        </p:spPr>
      </p:pic>
      <p:pic>
        <p:nvPicPr>
          <p:cNvPr id="899" name="Google Shape;899;p18"/>
          <p:cNvPicPr preferRelativeResize="0"/>
          <p:nvPr/>
        </p:nvPicPr>
        <p:blipFill rotWithShape="1">
          <a:blip r:embed="rId4">
            <a:alphaModFix/>
          </a:blip>
          <a:srcRect/>
          <a:stretch/>
        </p:blipFill>
        <p:spPr>
          <a:xfrm>
            <a:off x="840491" y="1817154"/>
            <a:ext cx="2552415" cy="1694348"/>
          </a:xfrm>
          <a:prstGeom prst="rect">
            <a:avLst/>
          </a:prstGeom>
          <a:noFill/>
          <a:ln>
            <a:noFill/>
          </a:ln>
        </p:spPr>
      </p:pic>
      <p:sp>
        <p:nvSpPr>
          <p:cNvPr id="2" name="Title 1">
            <a:extLst>
              <a:ext uri="{FF2B5EF4-FFF2-40B4-BE49-F238E27FC236}">
                <a16:creationId xmlns:a16="http://schemas.microsoft.com/office/drawing/2014/main" id="{A1BA1ECB-5F6A-E7CE-2DC9-258783E39F12}"/>
              </a:ext>
            </a:extLst>
          </p:cNvPr>
          <p:cNvSpPr>
            <a:spLocks noGrp="1"/>
          </p:cNvSpPr>
          <p:nvPr>
            <p:ph type="title"/>
          </p:nvPr>
        </p:nvSpPr>
        <p:spPr/>
        <p:txBody>
          <a:bodyPr/>
          <a:lstStyle/>
          <a:p>
            <a:r>
              <a:rPr lang="en-US" dirty="0"/>
              <a:t>Digital Recalls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11"/>
          <p:cNvSpPr txBox="1"/>
          <p:nvPr/>
        </p:nvSpPr>
        <p:spPr>
          <a:xfrm>
            <a:off x="217856" y="33631"/>
            <a:ext cx="8551126" cy="6189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accent6"/>
              </a:buClr>
              <a:buSzPts val="1800"/>
              <a:buFont typeface="Arial"/>
              <a:buNone/>
            </a:pPr>
            <a:r>
              <a:rPr lang="en-US" sz="2000" b="1" i="0" u="none" strike="noStrike" cap="none" dirty="0">
                <a:solidFill>
                  <a:schemeClr val="lt1"/>
                </a:solidFill>
                <a:latin typeface="Arial"/>
                <a:ea typeface="Arial"/>
                <a:cs typeface="Arial"/>
                <a:sym typeface="Arial"/>
              </a:rPr>
              <a:t>Orchestrate recall workflow in a shared digital space</a:t>
            </a:r>
            <a:endParaRPr sz="2000" b="0" i="0" u="none" strike="noStrike" cap="none" dirty="0">
              <a:solidFill>
                <a:schemeClr val="lt1"/>
              </a:solidFill>
              <a:latin typeface="Arial"/>
              <a:ea typeface="Arial"/>
              <a:cs typeface="Arial"/>
              <a:sym typeface="Arial"/>
            </a:endParaRPr>
          </a:p>
        </p:txBody>
      </p:sp>
      <p:sp>
        <p:nvSpPr>
          <p:cNvPr id="841" name="Google Shape;841;p11"/>
          <p:cNvSpPr txBox="1"/>
          <p:nvPr/>
        </p:nvSpPr>
        <p:spPr>
          <a:xfrm>
            <a:off x="6782562" y="1150715"/>
            <a:ext cx="2361300" cy="3455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dirty="0">
                <a:solidFill>
                  <a:schemeClr val="lt1"/>
                </a:solidFill>
                <a:latin typeface="Arial"/>
                <a:ea typeface="Arial"/>
                <a:cs typeface="Arial"/>
                <a:sym typeface="Arial"/>
              </a:rPr>
              <a:t>TraceLink’s network team digitalizes recalls routed from the FDA. New recalls, and updates to existing recalls, are uploaded in real time</a:t>
            </a:r>
            <a:endParaRPr sz="1150" b="0" i="0" u="none" strike="noStrike" cap="none" dirty="0">
              <a:solidFill>
                <a:schemeClr val="lt1"/>
              </a:solidFill>
              <a:latin typeface="Arial"/>
              <a:ea typeface="Arial"/>
              <a:cs typeface="Arial"/>
              <a:sym typeface="Arial"/>
            </a:endParaRPr>
          </a:p>
          <a:p>
            <a:pPr marL="63500" marR="0" lvl="0" indent="0" algn="l" rtl="0">
              <a:lnSpc>
                <a:spcPct val="100000"/>
              </a:lnSpc>
              <a:spcBef>
                <a:spcPts val="0"/>
              </a:spcBef>
              <a:spcAft>
                <a:spcPts val="0"/>
              </a:spcAft>
              <a:buClr>
                <a:srgbClr val="000000"/>
              </a:buClr>
              <a:buSzPts val="1150"/>
              <a:buFont typeface="Arial"/>
              <a:buNone/>
            </a:pPr>
            <a:endParaRPr sz="1150" b="0"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50"/>
              <a:buFont typeface="Arial"/>
              <a:buNone/>
            </a:pPr>
            <a:r>
              <a:rPr lang="en-US" sz="1150" b="0" i="0" u="none" strike="noStrike" cap="none" dirty="0">
                <a:solidFill>
                  <a:schemeClr val="lt1"/>
                </a:solidFill>
                <a:latin typeface="Arial"/>
                <a:ea typeface="Arial"/>
                <a:cs typeface="Arial"/>
                <a:sym typeface="Arial"/>
              </a:rPr>
              <a:t>Dispensing sites submit acknowledgement of the recall, opt in if impacted, and provide details like the quantify of the recalled product that was found</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50"/>
              <a:buFont typeface="Arial"/>
              <a:buNone/>
            </a:pPr>
            <a:endParaRPr sz="1150" b="0"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50"/>
              <a:buFont typeface="Arial"/>
              <a:buNone/>
            </a:pPr>
            <a:r>
              <a:rPr lang="en-US" sz="1150" b="0" i="0" u="none" strike="noStrike" cap="none" dirty="0">
                <a:solidFill>
                  <a:schemeClr val="lt1"/>
                </a:solidFill>
                <a:latin typeface="Arial"/>
                <a:ea typeface="Arial"/>
                <a:cs typeface="Arial"/>
                <a:sym typeface="Arial"/>
              </a:rPr>
              <a:t>Central pharmacy leader logs into TraceLink to monitor responses across the organization. Individual recall responses can be approved, or a request can be made for corrective action</a:t>
            </a:r>
            <a:endParaRPr sz="1400" b="0" i="0" u="none" strike="noStrike" cap="none" dirty="0">
              <a:solidFill>
                <a:srgbClr val="000000"/>
              </a:solidFill>
              <a:latin typeface="Arial"/>
              <a:ea typeface="Arial"/>
              <a:cs typeface="Arial"/>
              <a:sym typeface="Arial"/>
            </a:endParaRPr>
          </a:p>
        </p:txBody>
      </p:sp>
      <p:grpSp>
        <p:nvGrpSpPr>
          <p:cNvPr id="842" name="Google Shape;842;p11"/>
          <p:cNvGrpSpPr/>
          <p:nvPr/>
        </p:nvGrpSpPr>
        <p:grpSpPr>
          <a:xfrm>
            <a:off x="1536469" y="756041"/>
            <a:ext cx="1718986" cy="2465902"/>
            <a:chOff x="634556" y="756041"/>
            <a:chExt cx="1718986" cy="2465902"/>
          </a:xfrm>
        </p:grpSpPr>
        <p:sp>
          <p:nvSpPr>
            <p:cNvPr id="843" name="Google Shape;843;p11"/>
            <p:cNvSpPr/>
            <p:nvPr/>
          </p:nvSpPr>
          <p:spPr>
            <a:xfrm>
              <a:off x="639819" y="765297"/>
              <a:ext cx="1713723" cy="2456646"/>
            </a:xfrm>
            <a:prstGeom prst="rect">
              <a:avLst/>
            </a:prstGeom>
            <a:solidFill>
              <a:schemeClr val="accent1">
                <a:alpha val="21176"/>
              </a:schemeClr>
            </a:solidFill>
            <a:ln w="9525" cap="rnd" cmpd="sng">
              <a:solidFill>
                <a:schemeClr val="lt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44" name="Google Shape;844;p11"/>
            <p:cNvSpPr/>
            <p:nvPr/>
          </p:nvSpPr>
          <p:spPr>
            <a:xfrm>
              <a:off x="634556" y="756041"/>
              <a:ext cx="1713724" cy="787872"/>
            </a:xfrm>
            <a:prstGeom prst="rect">
              <a:avLst/>
            </a:prstGeom>
            <a:solidFill>
              <a:schemeClr val="accent2"/>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845" name="Google Shape;845;p11"/>
          <p:cNvSpPr txBox="1"/>
          <p:nvPr/>
        </p:nvSpPr>
        <p:spPr>
          <a:xfrm>
            <a:off x="1541731" y="823055"/>
            <a:ext cx="1708462"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200"/>
              <a:buFont typeface="Arial"/>
              <a:buNone/>
            </a:pPr>
            <a:r>
              <a:rPr lang="en-US" sz="1200" b="1" i="0" u="none" strike="noStrike" cap="none">
                <a:solidFill>
                  <a:schemeClr val="lt1"/>
                </a:solidFill>
                <a:latin typeface="Arial"/>
                <a:ea typeface="Arial"/>
                <a:cs typeface="Arial"/>
                <a:sym typeface="Arial"/>
              </a:rPr>
              <a:t>TraceLink’s Digital Recalls Notifications Service</a:t>
            </a:r>
            <a:endParaRPr sz="1200" b="1" i="0" u="none" strike="noStrike" cap="none">
              <a:solidFill>
                <a:schemeClr val="lt1"/>
              </a:solidFill>
              <a:latin typeface="Arial"/>
              <a:ea typeface="Arial"/>
              <a:cs typeface="Arial"/>
              <a:sym typeface="Arial"/>
            </a:endParaRPr>
          </a:p>
        </p:txBody>
      </p:sp>
      <p:grpSp>
        <p:nvGrpSpPr>
          <p:cNvPr id="846" name="Google Shape;846;p11"/>
          <p:cNvGrpSpPr/>
          <p:nvPr/>
        </p:nvGrpSpPr>
        <p:grpSpPr>
          <a:xfrm>
            <a:off x="3334731" y="762391"/>
            <a:ext cx="2860124" cy="4096847"/>
            <a:chOff x="3125424" y="762391"/>
            <a:chExt cx="2860124" cy="4096847"/>
          </a:xfrm>
        </p:grpSpPr>
        <p:sp>
          <p:nvSpPr>
            <p:cNvPr id="847" name="Google Shape;847;p11"/>
            <p:cNvSpPr/>
            <p:nvPr/>
          </p:nvSpPr>
          <p:spPr>
            <a:xfrm>
              <a:off x="3135947" y="771645"/>
              <a:ext cx="2849601" cy="4087593"/>
            </a:xfrm>
            <a:prstGeom prst="rect">
              <a:avLst/>
            </a:prstGeom>
            <a:solidFill>
              <a:schemeClr val="accent5">
                <a:alpha val="21176"/>
              </a:schemeClr>
            </a:solidFill>
            <a:ln w="9525" cap="rnd" cmpd="sng">
              <a:solidFill>
                <a:schemeClr val="lt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48" name="Google Shape;848;p11"/>
            <p:cNvSpPr/>
            <p:nvPr/>
          </p:nvSpPr>
          <p:spPr>
            <a:xfrm>
              <a:off x="3130686" y="762391"/>
              <a:ext cx="2854861" cy="776043"/>
            </a:xfrm>
            <a:prstGeom prst="rect">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49" name="Google Shape;849;p11"/>
            <p:cNvSpPr txBox="1"/>
            <p:nvPr/>
          </p:nvSpPr>
          <p:spPr>
            <a:xfrm>
              <a:off x="3125424" y="871555"/>
              <a:ext cx="2860123"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200"/>
                <a:buFont typeface="Arial"/>
                <a:buNone/>
              </a:pPr>
              <a:r>
                <a:rPr lang="en-US" sz="1200" b="1" i="0" u="none" strike="noStrike" cap="none">
                  <a:solidFill>
                    <a:schemeClr val="lt1"/>
                  </a:solidFill>
                  <a:latin typeface="Arial"/>
                  <a:ea typeface="Arial"/>
                  <a:cs typeface="Arial"/>
                  <a:sym typeface="Arial"/>
                </a:rPr>
                <a:t>TraceLink’s Digital Recalls </a:t>
              </a:r>
              <a:br>
                <a:rPr lang="en-US" sz="1200" b="1" i="0" u="none" strike="noStrike" cap="none">
                  <a:solidFill>
                    <a:schemeClr val="lt1"/>
                  </a:solidFill>
                  <a:latin typeface="Arial"/>
                  <a:ea typeface="Arial"/>
                  <a:cs typeface="Arial"/>
                  <a:sym typeface="Arial"/>
                </a:rPr>
              </a:br>
              <a:r>
                <a:rPr lang="en-US" sz="1200" b="1" i="0" u="none" strike="noStrike" cap="none">
                  <a:solidFill>
                    <a:schemeClr val="lt1"/>
                  </a:solidFill>
                  <a:latin typeface="Arial"/>
                  <a:ea typeface="Arial"/>
                  <a:cs typeface="Arial"/>
                  <a:sym typeface="Arial"/>
                </a:rPr>
                <a:t>Work Management</a:t>
              </a:r>
              <a:endParaRPr sz="1200" b="1" i="0" u="none" strike="noStrike" cap="none">
                <a:solidFill>
                  <a:schemeClr val="lt1"/>
                </a:solidFill>
                <a:latin typeface="Arial"/>
                <a:ea typeface="Arial"/>
                <a:cs typeface="Arial"/>
                <a:sym typeface="Arial"/>
              </a:endParaRPr>
            </a:p>
          </p:txBody>
        </p:sp>
      </p:grpSp>
      <p:grpSp>
        <p:nvGrpSpPr>
          <p:cNvPr id="850" name="Google Shape;850;p11"/>
          <p:cNvGrpSpPr/>
          <p:nvPr/>
        </p:nvGrpSpPr>
        <p:grpSpPr>
          <a:xfrm>
            <a:off x="6496967" y="3293786"/>
            <a:ext cx="313699" cy="313699"/>
            <a:chOff x="6061266" y="1710623"/>
            <a:chExt cx="405558" cy="405558"/>
          </a:xfrm>
        </p:grpSpPr>
        <p:sp>
          <p:nvSpPr>
            <p:cNvPr id="851" name="Google Shape;851;p11"/>
            <p:cNvSpPr/>
            <p:nvPr/>
          </p:nvSpPr>
          <p:spPr>
            <a:xfrm>
              <a:off x="6061266" y="1710623"/>
              <a:ext cx="405558" cy="405558"/>
            </a:xfrm>
            <a:prstGeom prst="ellipse">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52" name="Google Shape;852;p11"/>
            <p:cNvPicPr preferRelativeResize="0"/>
            <p:nvPr/>
          </p:nvPicPr>
          <p:blipFill rotWithShape="1">
            <a:blip r:embed="rId3">
              <a:alphaModFix/>
            </a:blip>
            <a:srcRect/>
            <a:stretch/>
          </p:blipFill>
          <p:spPr>
            <a:xfrm>
              <a:off x="6096410" y="1729916"/>
              <a:ext cx="334961" cy="334961"/>
            </a:xfrm>
            <a:prstGeom prst="rect">
              <a:avLst/>
            </a:prstGeom>
            <a:noFill/>
            <a:ln>
              <a:noFill/>
            </a:ln>
          </p:spPr>
        </p:pic>
      </p:grpSp>
      <p:grpSp>
        <p:nvGrpSpPr>
          <p:cNvPr id="853" name="Google Shape;853;p11"/>
          <p:cNvGrpSpPr/>
          <p:nvPr/>
        </p:nvGrpSpPr>
        <p:grpSpPr>
          <a:xfrm>
            <a:off x="6496982" y="2234235"/>
            <a:ext cx="313699" cy="313699"/>
            <a:chOff x="6061113" y="2775930"/>
            <a:chExt cx="405558" cy="405558"/>
          </a:xfrm>
        </p:grpSpPr>
        <p:sp>
          <p:nvSpPr>
            <p:cNvPr id="854" name="Google Shape;854;p11"/>
            <p:cNvSpPr/>
            <p:nvPr/>
          </p:nvSpPr>
          <p:spPr>
            <a:xfrm>
              <a:off x="6061113" y="2775930"/>
              <a:ext cx="405558" cy="405558"/>
            </a:xfrm>
            <a:prstGeom prst="ellipse">
              <a:avLst/>
            </a:prstGeom>
            <a:solidFill>
              <a:schemeClr val="accent5"/>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55" name="Google Shape;855;p11"/>
            <p:cNvPicPr preferRelativeResize="0"/>
            <p:nvPr/>
          </p:nvPicPr>
          <p:blipFill rotWithShape="1">
            <a:blip r:embed="rId4">
              <a:alphaModFix/>
            </a:blip>
            <a:srcRect/>
            <a:stretch/>
          </p:blipFill>
          <p:spPr>
            <a:xfrm>
              <a:off x="6163020" y="2848831"/>
              <a:ext cx="186690" cy="236220"/>
            </a:xfrm>
            <a:prstGeom prst="rect">
              <a:avLst/>
            </a:prstGeom>
            <a:noFill/>
            <a:ln>
              <a:noFill/>
            </a:ln>
          </p:spPr>
        </p:pic>
      </p:grpSp>
      <p:grpSp>
        <p:nvGrpSpPr>
          <p:cNvPr id="856" name="Google Shape;856;p11"/>
          <p:cNvGrpSpPr/>
          <p:nvPr/>
        </p:nvGrpSpPr>
        <p:grpSpPr>
          <a:xfrm>
            <a:off x="6496996" y="1174696"/>
            <a:ext cx="313700" cy="313700"/>
            <a:chOff x="6061114" y="802087"/>
            <a:chExt cx="405558" cy="405558"/>
          </a:xfrm>
        </p:grpSpPr>
        <p:sp>
          <p:nvSpPr>
            <p:cNvPr id="857" name="Google Shape;857;p11"/>
            <p:cNvSpPr/>
            <p:nvPr/>
          </p:nvSpPr>
          <p:spPr>
            <a:xfrm>
              <a:off x="6061114" y="802087"/>
              <a:ext cx="405558" cy="405558"/>
            </a:xfrm>
            <a:prstGeom prst="ellipse">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58" name="Google Shape;858;p11"/>
            <p:cNvPicPr preferRelativeResize="0"/>
            <p:nvPr/>
          </p:nvPicPr>
          <p:blipFill rotWithShape="1">
            <a:blip r:embed="rId5">
              <a:alphaModFix/>
            </a:blip>
            <a:srcRect/>
            <a:stretch/>
          </p:blipFill>
          <p:spPr>
            <a:xfrm>
              <a:off x="6109111" y="853131"/>
              <a:ext cx="292608" cy="292608"/>
            </a:xfrm>
            <a:prstGeom prst="rect">
              <a:avLst/>
            </a:prstGeom>
            <a:noFill/>
            <a:ln>
              <a:noFill/>
            </a:ln>
          </p:spPr>
        </p:pic>
      </p:grpSp>
      <p:grpSp>
        <p:nvGrpSpPr>
          <p:cNvPr id="859" name="Google Shape;859;p11"/>
          <p:cNvGrpSpPr/>
          <p:nvPr/>
        </p:nvGrpSpPr>
        <p:grpSpPr>
          <a:xfrm>
            <a:off x="1741278" y="1694649"/>
            <a:ext cx="1426837" cy="832908"/>
            <a:chOff x="1728099" y="1654852"/>
            <a:chExt cx="1426837" cy="832908"/>
          </a:xfrm>
        </p:grpSpPr>
        <p:grpSp>
          <p:nvGrpSpPr>
            <p:cNvPr id="860" name="Google Shape;860;p11"/>
            <p:cNvGrpSpPr/>
            <p:nvPr/>
          </p:nvGrpSpPr>
          <p:grpSpPr>
            <a:xfrm>
              <a:off x="1728099" y="1793545"/>
              <a:ext cx="1323773" cy="694215"/>
              <a:chOff x="375018" y="1977557"/>
              <a:chExt cx="1581150" cy="829189"/>
            </a:xfrm>
          </p:grpSpPr>
          <p:sp>
            <p:nvSpPr>
              <p:cNvPr id="861" name="Google Shape;861;p11"/>
              <p:cNvSpPr/>
              <p:nvPr/>
            </p:nvSpPr>
            <p:spPr>
              <a:xfrm>
                <a:off x="375018" y="1977557"/>
                <a:ext cx="1581150" cy="829189"/>
              </a:xfrm>
              <a:prstGeom prst="roundRect">
                <a:avLst>
                  <a:gd name="adj" fmla="val 16667"/>
                </a:avLst>
              </a:prstGeom>
              <a:solidFill>
                <a:schemeClr val="accent2"/>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62" name="Google Shape;862;p11" descr="Logo&#10;&#10;Description automatically generated"/>
              <p:cNvPicPr preferRelativeResize="0"/>
              <p:nvPr/>
            </p:nvPicPr>
            <p:blipFill rotWithShape="1">
              <a:blip r:embed="rId6">
                <a:alphaModFix/>
              </a:blip>
              <a:srcRect/>
              <a:stretch/>
            </p:blipFill>
            <p:spPr>
              <a:xfrm>
                <a:off x="546468" y="2255845"/>
                <a:ext cx="1273298" cy="236342"/>
              </a:xfrm>
              <a:prstGeom prst="rect">
                <a:avLst/>
              </a:prstGeom>
              <a:noFill/>
              <a:ln>
                <a:noFill/>
              </a:ln>
            </p:spPr>
          </p:pic>
        </p:grpSp>
        <p:grpSp>
          <p:nvGrpSpPr>
            <p:cNvPr id="863" name="Google Shape;863;p11"/>
            <p:cNvGrpSpPr/>
            <p:nvPr/>
          </p:nvGrpSpPr>
          <p:grpSpPr>
            <a:xfrm>
              <a:off x="2862270" y="1654852"/>
              <a:ext cx="292666" cy="292666"/>
              <a:chOff x="2482805" y="1621527"/>
              <a:chExt cx="304858" cy="304858"/>
            </a:xfrm>
          </p:grpSpPr>
          <p:sp>
            <p:nvSpPr>
              <p:cNvPr id="864" name="Google Shape;864;p11"/>
              <p:cNvSpPr/>
              <p:nvPr/>
            </p:nvSpPr>
            <p:spPr>
              <a:xfrm>
                <a:off x="2482805" y="1621527"/>
                <a:ext cx="304858" cy="304858"/>
              </a:xfrm>
              <a:prstGeom prst="ellipse">
                <a:avLst/>
              </a:prstGeom>
              <a:solidFill>
                <a:schemeClr val="accent2"/>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865" name="Google Shape;865;p11"/>
              <p:cNvPicPr preferRelativeResize="0"/>
              <p:nvPr/>
            </p:nvPicPr>
            <p:blipFill rotWithShape="1">
              <a:blip r:embed="rId7">
                <a:alphaModFix/>
              </a:blip>
              <a:srcRect/>
              <a:stretch/>
            </p:blipFill>
            <p:spPr>
              <a:xfrm>
                <a:off x="2524953" y="1652379"/>
                <a:ext cx="213022" cy="213022"/>
              </a:xfrm>
              <a:prstGeom prst="rect">
                <a:avLst/>
              </a:prstGeom>
              <a:noFill/>
              <a:ln>
                <a:noFill/>
              </a:ln>
            </p:spPr>
          </p:pic>
        </p:grpSp>
      </p:grpSp>
      <p:grpSp>
        <p:nvGrpSpPr>
          <p:cNvPr id="866" name="Google Shape;866;p11"/>
          <p:cNvGrpSpPr/>
          <p:nvPr/>
        </p:nvGrpSpPr>
        <p:grpSpPr>
          <a:xfrm>
            <a:off x="108411" y="1325885"/>
            <a:ext cx="1324311" cy="1311483"/>
            <a:chOff x="217856" y="1206792"/>
            <a:chExt cx="1156031" cy="1144833"/>
          </a:xfrm>
        </p:grpSpPr>
        <p:sp>
          <p:nvSpPr>
            <p:cNvPr id="867" name="Google Shape;867;p11"/>
            <p:cNvSpPr txBox="1"/>
            <p:nvPr/>
          </p:nvSpPr>
          <p:spPr>
            <a:xfrm>
              <a:off x="217856" y="1316765"/>
              <a:ext cx="1156031"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lt1"/>
                  </a:solidFill>
                  <a:latin typeface="Arial"/>
                  <a:ea typeface="Arial"/>
                  <a:cs typeface="Arial"/>
                  <a:sym typeface="Arial"/>
                </a:rPr>
                <a:t>FDA </a:t>
              </a:r>
              <a:r>
                <a:rPr lang="en-US" sz="1400" b="0" i="0" u="none" strike="noStrike" cap="none">
                  <a:solidFill>
                    <a:schemeClr val="lt1"/>
                  </a:solidFill>
                  <a:latin typeface="Arial"/>
                  <a:ea typeface="Arial"/>
                  <a:cs typeface="Arial"/>
                  <a:sym typeface="Arial"/>
                </a:rPr>
                <a:t>Notification</a:t>
              </a:r>
              <a:endParaRPr sz="1400" b="0" i="0" u="none" strike="noStrike" cap="none">
                <a:solidFill>
                  <a:srgbClr val="000000"/>
                </a:solidFill>
                <a:latin typeface="Arial"/>
                <a:ea typeface="Arial"/>
                <a:cs typeface="Arial"/>
                <a:sym typeface="Arial"/>
              </a:endParaRPr>
            </a:p>
          </p:txBody>
        </p:sp>
        <p:pic>
          <p:nvPicPr>
            <p:cNvPr id="868" name="Google Shape;868;p11"/>
            <p:cNvPicPr preferRelativeResize="0"/>
            <p:nvPr/>
          </p:nvPicPr>
          <p:blipFill rotWithShape="1">
            <a:blip r:embed="rId8">
              <a:alphaModFix/>
            </a:blip>
            <a:srcRect/>
            <a:stretch/>
          </p:blipFill>
          <p:spPr>
            <a:xfrm>
              <a:off x="602857" y="1799297"/>
              <a:ext cx="377269" cy="377269"/>
            </a:xfrm>
            <a:prstGeom prst="rect">
              <a:avLst/>
            </a:prstGeom>
            <a:noFill/>
            <a:ln>
              <a:noFill/>
            </a:ln>
          </p:spPr>
        </p:pic>
        <p:sp>
          <p:nvSpPr>
            <p:cNvPr id="869" name="Google Shape;869;p11"/>
            <p:cNvSpPr/>
            <p:nvPr/>
          </p:nvSpPr>
          <p:spPr>
            <a:xfrm>
              <a:off x="219075" y="1206792"/>
              <a:ext cx="1144833" cy="1144833"/>
            </a:xfrm>
            <a:prstGeom prst="ellipse">
              <a:avLst/>
            </a:prstGeom>
            <a:no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870" name="Google Shape;870;p11"/>
          <p:cNvSpPr txBox="1"/>
          <p:nvPr/>
        </p:nvSpPr>
        <p:spPr>
          <a:xfrm>
            <a:off x="3641950" y="3510786"/>
            <a:ext cx="981574" cy="5724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040" b="0" i="0" u="none" strike="noStrike" cap="none">
                <a:solidFill>
                  <a:schemeClr val="lt1"/>
                </a:solidFill>
                <a:latin typeface="Arial"/>
                <a:ea typeface="Arial"/>
                <a:cs typeface="Arial"/>
                <a:sym typeface="Arial"/>
              </a:rPr>
              <a:t>Dispensing Site</a:t>
            </a:r>
            <a:endParaRPr sz="104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en-US" sz="1040" b="0" i="0" u="none" strike="noStrike" cap="none">
                <a:solidFill>
                  <a:schemeClr val="lt1"/>
                </a:solidFill>
                <a:latin typeface="Arial"/>
                <a:ea typeface="Arial"/>
                <a:cs typeface="Arial"/>
                <a:sym typeface="Arial"/>
              </a:rPr>
              <a:t>A</a:t>
            </a:r>
            <a:endParaRPr sz="1040" b="0" i="0" u="none" strike="noStrike" cap="none">
              <a:solidFill>
                <a:srgbClr val="000000"/>
              </a:solidFill>
              <a:latin typeface="Arial"/>
              <a:ea typeface="Arial"/>
              <a:cs typeface="Arial"/>
              <a:sym typeface="Arial"/>
            </a:endParaRPr>
          </a:p>
        </p:txBody>
      </p:sp>
      <p:grpSp>
        <p:nvGrpSpPr>
          <p:cNvPr id="871" name="Google Shape;871;p11"/>
          <p:cNvGrpSpPr/>
          <p:nvPr/>
        </p:nvGrpSpPr>
        <p:grpSpPr>
          <a:xfrm>
            <a:off x="4483988" y="1702021"/>
            <a:ext cx="804260" cy="804260"/>
            <a:chOff x="3905115" y="1501209"/>
            <a:chExt cx="1058113" cy="1058113"/>
          </a:xfrm>
        </p:grpSpPr>
        <p:sp>
          <p:nvSpPr>
            <p:cNvPr id="872" name="Google Shape;872;p11"/>
            <p:cNvSpPr/>
            <p:nvPr/>
          </p:nvSpPr>
          <p:spPr>
            <a:xfrm>
              <a:off x="3905115" y="1501209"/>
              <a:ext cx="1058113" cy="1058113"/>
            </a:xfrm>
            <a:prstGeom prst="ellipse">
              <a:avLst/>
            </a:prstGeom>
            <a:solidFill>
              <a:schemeClr val="accent4"/>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73" name="Google Shape;873;p11"/>
            <p:cNvPicPr preferRelativeResize="0"/>
            <p:nvPr/>
          </p:nvPicPr>
          <p:blipFill rotWithShape="1">
            <a:blip r:embed="rId9">
              <a:alphaModFix/>
            </a:blip>
            <a:srcRect l="1716" t="6689" r="29403" b="14050"/>
            <a:stretch/>
          </p:blipFill>
          <p:spPr>
            <a:xfrm>
              <a:off x="4083309" y="1602802"/>
              <a:ext cx="651392" cy="749527"/>
            </a:xfrm>
            <a:prstGeom prst="rect">
              <a:avLst/>
            </a:prstGeom>
            <a:noFill/>
            <a:ln>
              <a:noFill/>
            </a:ln>
          </p:spPr>
        </p:pic>
      </p:grpSp>
      <p:sp>
        <p:nvSpPr>
          <p:cNvPr id="874" name="Google Shape;874;p11"/>
          <p:cNvSpPr txBox="1"/>
          <p:nvPr/>
        </p:nvSpPr>
        <p:spPr>
          <a:xfrm>
            <a:off x="5292792" y="1777897"/>
            <a:ext cx="943253" cy="6001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Arial"/>
                <a:ea typeface="Arial"/>
                <a:cs typeface="Arial"/>
                <a:sym typeface="Arial"/>
              </a:rPr>
              <a:t>Central Pharmacy Leader</a:t>
            </a:r>
            <a:endParaRPr sz="1100" b="0" i="0" u="none" strike="noStrike" cap="none">
              <a:solidFill>
                <a:srgbClr val="000000"/>
              </a:solidFill>
              <a:latin typeface="Arial"/>
              <a:ea typeface="Arial"/>
              <a:cs typeface="Arial"/>
              <a:sym typeface="Arial"/>
            </a:endParaRPr>
          </a:p>
        </p:txBody>
      </p:sp>
      <p:sp>
        <p:nvSpPr>
          <p:cNvPr id="875" name="Google Shape;875;p11"/>
          <p:cNvSpPr txBox="1"/>
          <p:nvPr/>
        </p:nvSpPr>
        <p:spPr>
          <a:xfrm>
            <a:off x="4442553" y="3510786"/>
            <a:ext cx="981574" cy="5724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040" b="0" i="0" u="none" strike="noStrike" cap="none">
                <a:solidFill>
                  <a:schemeClr val="lt1"/>
                </a:solidFill>
                <a:latin typeface="Arial"/>
                <a:ea typeface="Arial"/>
                <a:cs typeface="Arial"/>
                <a:sym typeface="Arial"/>
              </a:rPr>
              <a:t>Dispensing Site</a:t>
            </a:r>
            <a:endParaRPr sz="104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en-US" sz="1040" b="0" i="0" u="none" strike="noStrike" cap="none">
                <a:solidFill>
                  <a:schemeClr val="lt1"/>
                </a:solidFill>
                <a:latin typeface="Arial"/>
                <a:ea typeface="Arial"/>
                <a:cs typeface="Arial"/>
                <a:sym typeface="Arial"/>
              </a:rPr>
              <a:t>B</a:t>
            </a:r>
            <a:endParaRPr sz="1040" b="0" i="0" u="none" strike="noStrike" cap="none">
              <a:solidFill>
                <a:srgbClr val="000000"/>
              </a:solidFill>
              <a:latin typeface="Arial"/>
              <a:ea typeface="Arial"/>
              <a:cs typeface="Arial"/>
              <a:sym typeface="Arial"/>
            </a:endParaRPr>
          </a:p>
        </p:txBody>
      </p:sp>
      <p:sp>
        <p:nvSpPr>
          <p:cNvPr id="876" name="Google Shape;876;p11"/>
          <p:cNvSpPr txBox="1"/>
          <p:nvPr/>
        </p:nvSpPr>
        <p:spPr>
          <a:xfrm>
            <a:off x="5256735" y="3510786"/>
            <a:ext cx="981574" cy="5724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040" b="0" i="0" u="none" strike="noStrike" cap="none">
                <a:solidFill>
                  <a:schemeClr val="lt1"/>
                </a:solidFill>
                <a:latin typeface="Arial"/>
                <a:ea typeface="Arial"/>
                <a:cs typeface="Arial"/>
                <a:sym typeface="Arial"/>
              </a:rPr>
              <a:t>Dispensing Site</a:t>
            </a:r>
            <a:endParaRPr sz="104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en-US" sz="1040" b="0" i="0" u="none" strike="noStrike" cap="none">
                <a:solidFill>
                  <a:schemeClr val="lt1"/>
                </a:solidFill>
                <a:latin typeface="Arial"/>
                <a:ea typeface="Arial"/>
                <a:cs typeface="Arial"/>
                <a:sym typeface="Arial"/>
              </a:rPr>
              <a:t>C</a:t>
            </a:r>
            <a:endParaRPr sz="1040" b="0" i="0" u="none" strike="noStrike" cap="none">
              <a:solidFill>
                <a:srgbClr val="000000"/>
              </a:solidFill>
              <a:latin typeface="Arial"/>
              <a:ea typeface="Arial"/>
              <a:cs typeface="Arial"/>
              <a:sym typeface="Arial"/>
            </a:endParaRPr>
          </a:p>
        </p:txBody>
      </p:sp>
      <p:grpSp>
        <p:nvGrpSpPr>
          <p:cNvPr id="877" name="Google Shape;877;p11"/>
          <p:cNvGrpSpPr/>
          <p:nvPr/>
        </p:nvGrpSpPr>
        <p:grpSpPr>
          <a:xfrm>
            <a:off x="3887541" y="3041888"/>
            <a:ext cx="490156" cy="490156"/>
            <a:chOff x="3767158" y="2799285"/>
            <a:chExt cx="490156" cy="490156"/>
          </a:xfrm>
        </p:grpSpPr>
        <p:sp>
          <p:nvSpPr>
            <p:cNvPr id="878" name="Google Shape;878;p11"/>
            <p:cNvSpPr/>
            <p:nvPr/>
          </p:nvSpPr>
          <p:spPr>
            <a:xfrm>
              <a:off x="3767158" y="2799285"/>
              <a:ext cx="490156" cy="490156"/>
            </a:xfrm>
            <a:prstGeom prst="ellipse">
              <a:avLst/>
            </a:prstGeom>
            <a:solidFill>
              <a:schemeClr val="accent5"/>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79" name="Google Shape;879;p11"/>
            <p:cNvPicPr preferRelativeResize="0"/>
            <p:nvPr/>
          </p:nvPicPr>
          <p:blipFill rotWithShape="1">
            <a:blip r:embed="rId4">
              <a:alphaModFix/>
            </a:blip>
            <a:srcRect/>
            <a:stretch/>
          </p:blipFill>
          <p:spPr>
            <a:xfrm>
              <a:off x="3889410" y="2891695"/>
              <a:ext cx="221702" cy="280521"/>
            </a:xfrm>
            <a:prstGeom prst="rect">
              <a:avLst/>
            </a:prstGeom>
            <a:noFill/>
            <a:ln>
              <a:noFill/>
            </a:ln>
          </p:spPr>
        </p:pic>
      </p:grpSp>
      <p:grpSp>
        <p:nvGrpSpPr>
          <p:cNvPr id="880" name="Google Shape;880;p11"/>
          <p:cNvGrpSpPr/>
          <p:nvPr/>
        </p:nvGrpSpPr>
        <p:grpSpPr>
          <a:xfrm>
            <a:off x="4684919" y="3041888"/>
            <a:ext cx="490156" cy="490156"/>
            <a:chOff x="4565218" y="3056436"/>
            <a:chExt cx="490156" cy="490156"/>
          </a:xfrm>
        </p:grpSpPr>
        <p:sp>
          <p:nvSpPr>
            <p:cNvPr id="881" name="Google Shape;881;p11"/>
            <p:cNvSpPr/>
            <p:nvPr/>
          </p:nvSpPr>
          <p:spPr>
            <a:xfrm>
              <a:off x="4565218" y="3056436"/>
              <a:ext cx="490156" cy="490156"/>
            </a:xfrm>
            <a:prstGeom prst="ellipse">
              <a:avLst/>
            </a:prstGeom>
            <a:solidFill>
              <a:schemeClr val="accent5"/>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82" name="Google Shape;882;p11"/>
            <p:cNvPicPr preferRelativeResize="0"/>
            <p:nvPr/>
          </p:nvPicPr>
          <p:blipFill rotWithShape="1">
            <a:blip r:embed="rId10">
              <a:alphaModFix/>
            </a:blip>
            <a:srcRect/>
            <a:stretch/>
          </p:blipFill>
          <p:spPr>
            <a:xfrm>
              <a:off x="4698145" y="3148245"/>
              <a:ext cx="224303" cy="277079"/>
            </a:xfrm>
            <a:prstGeom prst="rect">
              <a:avLst/>
            </a:prstGeom>
            <a:noFill/>
            <a:ln>
              <a:noFill/>
            </a:ln>
          </p:spPr>
        </p:pic>
      </p:grpSp>
      <p:grpSp>
        <p:nvGrpSpPr>
          <p:cNvPr id="883" name="Google Shape;883;p11"/>
          <p:cNvGrpSpPr/>
          <p:nvPr/>
        </p:nvGrpSpPr>
        <p:grpSpPr>
          <a:xfrm>
            <a:off x="5501445" y="3041888"/>
            <a:ext cx="490156" cy="490156"/>
            <a:chOff x="5342171" y="2819775"/>
            <a:chExt cx="490156" cy="490156"/>
          </a:xfrm>
        </p:grpSpPr>
        <p:sp>
          <p:nvSpPr>
            <p:cNvPr id="884" name="Google Shape;884;p11"/>
            <p:cNvSpPr/>
            <p:nvPr/>
          </p:nvSpPr>
          <p:spPr>
            <a:xfrm>
              <a:off x="5342171" y="2819775"/>
              <a:ext cx="490156" cy="490156"/>
            </a:xfrm>
            <a:prstGeom prst="ellipse">
              <a:avLst/>
            </a:prstGeom>
            <a:solidFill>
              <a:schemeClr val="accent5"/>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85" name="Google Shape;885;p11"/>
            <p:cNvPicPr preferRelativeResize="0"/>
            <p:nvPr/>
          </p:nvPicPr>
          <p:blipFill rotWithShape="1">
            <a:blip r:embed="rId11">
              <a:alphaModFix/>
            </a:blip>
            <a:srcRect/>
            <a:stretch/>
          </p:blipFill>
          <p:spPr>
            <a:xfrm>
              <a:off x="5450920" y="2935807"/>
              <a:ext cx="280929" cy="217322"/>
            </a:xfrm>
            <a:prstGeom prst="rect">
              <a:avLst/>
            </a:prstGeom>
            <a:noFill/>
            <a:ln>
              <a:noFill/>
            </a:ln>
          </p:spPr>
        </p:pic>
      </p:grpSp>
      <p:cxnSp>
        <p:nvCxnSpPr>
          <p:cNvPr id="886" name="Google Shape;886;p11"/>
          <p:cNvCxnSpPr/>
          <p:nvPr/>
        </p:nvCxnSpPr>
        <p:spPr>
          <a:xfrm flipH="1">
            <a:off x="4262353" y="2478439"/>
            <a:ext cx="341820" cy="530094"/>
          </a:xfrm>
          <a:prstGeom prst="straightConnector1">
            <a:avLst/>
          </a:prstGeom>
          <a:noFill/>
          <a:ln w="34925" cap="flat" cmpd="sng">
            <a:solidFill>
              <a:srgbClr val="BFBFBF"/>
            </a:solidFill>
            <a:prstDash val="solid"/>
            <a:miter lim="800000"/>
            <a:headEnd type="triangle" w="med" len="med"/>
            <a:tailEnd type="triangle" w="med" len="med"/>
          </a:ln>
        </p:spPr>
      </p:cxnSp>
      <p:cxnSp>
        <p:nvCxnSpPr>
          <p:cNvPr id="887" name="Google Shape;887;p11"/>
          <p:cNvCxnSpPr/>
          <p:nvPr/>
        </p:nvCxnSpPr>
        <p:spPr>
          <a:xfrm>
            <a:off x="4926796" y="2547815"/>
            <a:ext cx="0" cy="440969"/>
          </a:xfrm>
          <a:prstGeom prst="straightConnector1">
            <a:avLst/>
          </a:prstGeom>
          <a:noFill/>
          <a:ln w="34925" cap="flat" cmpd="sng">
            <a:solidFill>
              <a:srgbClr val="BFBFBF"/>
            </a:solidFill>
            <a:prstDash val="solid"/>
            <a:miter lim="800000"/>
            <a:headEnd type="triangle" w="med" len="med"/>
            <a:tailEnd type="triangle" w="med" len="med"/>
          </a:ln>
        </p:spPr>
      </p:cxnSp>
      <p:cxnSp>
        <p:nvCxnSpPr>
          <p:cNvPr id="888" name="Google Shape;888;p11"/>
          <p:cNvCxnSpPr/>
          <p:nvPr/>
        </p:nvCxnSpPr>
        <p:spPr>
          <a:xfrm>
            <a:off x="3120414" y="2107436"/>
            <a:ext cx="1136900" cy="0"/>
          </a:xfrm>
          <a:prstGeom prst="straightConnector1">
            <a:avLst/>
          </a:prstGeom>
          <a:noFill/>
          <a:ln w="38100" cap="flat" cmpd="sng">
            <a:solidFill>
              <a:srgbClr val="BFBFBF"/>
            </a:solidFill>
            <a:prstDash val="solid"/>
            <a:miter lim="800000"/>
            <a:headEnd type="none" w="sm" len="sm"/>
            <a:tailEnd type="triangle" w="med" len="med"/>
          </a:ln>
        </p:spPr>
      </p:cxnSp>
      <p:cxnSp>
        <p:nvCxnSpPr>
          <p:cNvPr id="889" name="Google Shape;889;p11"/>
          <p:cNvCxnSpPr/>
          <p:nvPr/>
        </p:nvCxnSpPr>
        <p:spPr>
          <a:xfrm>
            <a:off x="1259276" y="2177983"/>
            <a:ext cx="432187" cy="0"/>
          </a:xfrm>
          <a:prstGeom prst="straightConnector1">
            <a:avLst/>
          </a:prstGeom>
          <a:noFill/>
          <a:ln w="38100" cap="flat" cmpd="sng">
            <a:solidFill>
              <a:srgbClr val="BFBFBF"/>
            </a:solidFill>
            <a:prstDash val="solid"/>
            <a:miter lim="800000"/>
            <a:headEnd type="none" w="sm" len="sm"/>
            <a:tailEnd type="triangle" w="med" len="med"/>
          </a:ln>
        </p:spPr>
      </p:cxnSp>
      <p:cxnSp>
        <p:nvCxnSpPr>
          <p:cNvPr id="890" name="Google Shape;890;p11"/>
          <p:cNvCxnSpPr/>
          <p:nvPr/>
        </p:nvCxnSpPr>
        <p:spPr>
          <a:xfrm>
            <a:off x="3139393" y="2332507"/>
            <a:ext cx="488849" cy="0"/>
          </a:xfrm>
          <a:prstGeom prst="straightConnector1">
            <a:avLst/>
          </a:prstGeom>
          <a:noFill/>
          <a:ln w="38100" cap="sq" cmpd="sng">
            <a:solidFill>
              <a:srgbClr val="BFBFBF"/>
            </a:solidFill>
            <a:prstDash val="solid"/>
            <a:miter lim="800000"/>
            <a:headEnd type="none" w="sm" len="sm"/>
            <a:tailEnd type="none" w="sm" len="sm"/>
          </a:ln>
        </p:spPr>
      </p:cxnSp>
      <p:cxnSp>
        <p:nvCxnSpPr>
          <p:cNvPr id="891" name="Google Shape;891;p11"/>
          <p:cNvCxnSpPr/>
          <p:nvPr/>
        </p:nvCxnSpPr>
        <p:spPr>
          <a:xfrm>
            <a:off x="3628242" y="2342594"/>
            <a:ext cx="0" cy="2216070"/>
          </a:xfrm>
          <a:prstGeom prst="straightConnector1">
            <a:avLst/>
          </a:prstGeom>
          <a:noFill/>
          <a:ln w="38100" cap="sq" cmpd="sng">
            <a:solidFill>
              <a:srgbClr val="BFBFBF"/>
            </a:solidFill>
            <a:prstDash val="solid"/>
            <a:miter lim="800000"/>
            <a:headEnd type="none" w="sm" len="sm"/>
            <a:tailEnd type="none" w="sm" len="sm"/>
          </a:ln>
        </p:spPr>
      </p:cxnSp>
      <p:cxnSp>
        <p:nvCxnSpPr>
          <p:cNvPr id="892" name="Google Shape;892;p11"/>
          <p:cNvCxnSpPr/>
          <p:nvPr/>
        </p:nvCxnSpPr>
        <p:spPr>
          <a:xfrm>
            <a:off x="3628242" y="4587386"/>
            <a:ext cx="2128854" cy="0"/>
          </a:xfrm>
          <a:prstGeom prst="straightConnector1">
            <a:avLst/>
          </a:prstGeom>
          <a:noFill/>
          <a:ln w="38100" cap="sq" cmpd="sng">
            <a:solidFill>
              <a:srgbClr val="BFBFBF"/>
            </a:solidFill>
            <a:prstDash val="solid"/>
            <a:miter lim="800000"/>
            <a:headEnd type="none" w="sm" len="sm"/>
            <a:tailEnd type="none" w="sm" len="sm"/>
          </a:ln>
        </p:spPr>
      </p:cxnSp>
      <p:cxnSp>
        <p:nvCxnSpPr>
          <p:cNvPr id="893" name="Google Shape;893;p11"/>
          <p:cNvCxnSpPr/>
          <p:nvPr/>
        </p:nvCxnSpPr>
        <p:spPr>
          <a:xfrm>
            <a:off x="4131988" y="4108156"/>
            <a:ext cx="0" cy="479230"/>
          </a:xfrm>
          <a:prstGeom prst="straightConnector1">
            <a:avLst/>
          </a:prstGeom>
          <a:noFill/>
          <a:ln w="38100" cap="flat" cmpd="sng">
            <a:solidFill>
              <a:srgbClr val="BFBFBF"/>
            </a:solidFill>
            <a:prstDash val="solid"/>
            <a:miter lim="800000"/>
            <a:headEnd type="triangle" w="sm" len="sm"/>
            <a:tailEnd type="none" w="sm" len="sm"/>
          </a:ln>
        </p:spPr>
      </p:cxnSp>
      <p:cxnSp>
        <p:nvCxnSpPr>
          <p:cNvPr id="894" name="Google Shape;894;p11"/>
          <p:cNvCxnSpPr/>
          <p:nvPr/>
        </p:nvCxnSpPr>
        <p:spPr>
          <a:xfrm>
            <a:off x="4934762" y="4115831"/>
            <a:ext cx="0" cy="479230"/>
          </a:xfrm>
          <a:prstGeom prst="straightConnector1">
            <a:avLst/>
          </a:prstGeom>
          <a:noFill/>
          <a:ln w="38100" cap="flat" cmpd="sng">
            <a:solidFill>
              <a:srgbClr val="BFBFBF"/>
            </a:solidFill>
            <a:prstDash val="solid"/>
            <a:miter lim="800000"/>
            <a:headEnd type="triangle" w="sm" len="sm"/>
            <a:tailEnd type="none" w="sm" len="sm"/>
          </a:ln>
        </p:spPr>
      </p:cxnSp>
      <p:cxnSp>
        <p:nvCxnSpPr>
          <p:cNvPr id="895" name="Google Shape;895;p11"/>
          <p:cNvCxnSpPr/>
          <p:nvPr/>
        </p:nvCxnSpPr>
        <p:spPr>
          <a:xfrm>
            <a:off x="5757096" y="4096323"/>
            <a:ext cx="0" cy="479230"/>
          </a:xfrm>
          <a:prstGeom prst="straightConnector1">
            <a:avLst/>
          </a:prstGeom>
          <a:noFill/>
          <a:ln w="38100" cap="flat" cmpd="sng">
            <a:solidFill>
              <a:srgbClr val="BFBFBF"/>
            </a:solidFill>
            <a:prstDash val="solid"/>
            <a:miter lim="800000"/>
            <a:headEnd type="triangle" w="sm" len="sm"/>
            <a:tailEnd type="none" w="sm" len="sm"/>
          </a:ln>
        </p:spPr>
      </p:cxnSp>
      <p:cxnSp>
        <p:nvCxnSpPr>
          <p:cNvPr id="896" name="Google Shape;896;p11"/>
          <p:cNvCxnSpPr/>
          <p:nvPr/>
        </p:nvCxnSpPr>
        <p:spPr>
          <a:xfrm>
            <a:off x="5238411" y="2479687"/>
            <a:ext cx="341820" cy="530094"/>
          </a:xfrm>
          <a:prstGeom prst="straightConnector1">
            <a:avLst/>
          </a:prstGeom>
          <a:noFill/>
          <a:ln w="34925" cap="flat" cmpd="sng">
            <a:solidFill>
              <a:srgbClr val="BFBFBF"/>
            </a:solidFill>
            <a:prstDash val="solid"/>
            <a:miter lim="800000"/>
            <a:headEnd type="triangle" w="med" len="med"/>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BCF744-FE37-2618-C5E2-28DC27F2B6D6}"/>
              </a:ext>
            </a:extLst>
          </p:cNvPr>
          <p:cNvSpPr>
            <a:spLocks noGrp="1"/>
          </p:cNvSpPr>
          <p:nvPr>
            <p:ph type="title"/>
          </p:nvPr>
        </p:nvSpPr>
        <p:spPr/>
        <p:txBody>
          <a:bodyPr/>
          <a:lstStyle/>
          <a:p>
            <a:r>
              <a:rPr lang="en-US" dirty="0"/>
              <a:t>Recalls Workflow</a:t>
            </a:r>
          </a:p>
        </p:txBody>
      </p:sp>
      <p:sp>
        <p:nvSpPr>
          <p:cNvPr id="37" name="Rectangle 36">
            <a:extLst>
              <a:ext uri="{FF2B5EF4-FFF2-40B4-BE49-F238E27FC236}">
                <a16:creationId xmlns:a16="http://schemas.microsoft.com/office/drawing/2014/main" id="{6A642BE5-865F-69DE-635F-5B6D10731FCF}"/>
              </a:ext>
            </a:extLst>
          </p:cNvPr>
          <p:cNvSpPr/>
          <p:nvPr/>
        </p:nvSpPr>
        <p:spPr>
          <a:xfrm>
            <a:off x="102869" y="4177689"/>
            <a:ext cx="1303020" cy="20574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defTabSz="685800">
              <a:defRPr/>
            </a:pPr>
            <a:r>
              <a:rPr lang="en-US" sz="1050" dirty="0">
                <a:solidFill>
                  <a:prstClr val="white"/>
                </a:solidFill>
                <a:latin typeface="Arial" panose="020B0604020202020204"/>
              </a:rPr>
              <a:t>TraceLink</a:t>
            </a:r>
          </a:p>
        </p:txBody>
      </p:sp>
      <p:sp>
        <p:nvSpPr>
          <p:cNvPr id="38" name="Rectangle 37">
            <a:extLst>
              <a:ext uri="{FF2B5EF4-FFF2-40B4-BE49-F238E27FC236}">
                <a16:creationId xmlns:a16="http://schemas.microsoft.com/office/drawing/2014/main" id="{BEF29D53-2298-76A1-DD41-54C19105FD95}"/>
              </a:ext>
            </a:extLst>
          </p:cNvPr>
          <p:cNvSpPr/>
          <p:nvPr/>
        </p:nvSpPr>
        <p:spPr>
          <a:xfrm>
            <a:off x="102869" y="4383429"/>
            <a:ext cx="1303020" cy="20574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r>
              <a:rPr lang="en-US" sz="1050" dirty="0">
                <a:solidFill>
                  <a:prstClr val="white"/>
                </a:solidFill>
                <a:latin typeface="Arial" panose="020B0604020202020204"/>
              </a:rPr>
              <a:t>Recall Coord</a:t>
            </a:r>
          </a:p>
        </p:txBody>
      </p:sp>
      <p:sp>
        <p:nvSpPr>
          <p:cNvPr id="39" name="Rectangle 38">
            <a:extLst>
              <a:ext uri="{FF2B5EF4-FFF2-40B4-BE49-F238E27FC236}">
                <a16:creationId xmlns:a16="http://schemas.microsoft.com/office/drawing/2014/main" id="{45040C5A-0D7E-C813-ED45-9B9A85A50DF6}"/>
              </a:ext>
            </a:extLst>
          </p:cNvPr>
          <p:cNvSpPr/>
          <p:nvPr/>
        </p:nvSpPr>
        <p:spPr>
          <a:xfrm>
            <a:off x="102869" y="4589169"/>
            <a:ext cx="1303020" cy="20574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defTabSz="685800">
              <a:defRPr/>
            </a:pPr>
            <a:r>
              <a:rPr lang="en-US" sz="1050" dirty="0">
                <a:solidFill>
                  <a:prstClr val="white"/>
                </a:solidFill>
                <a:latin typeface="Arial" panose="020B0604020202020204"/>
              </a:rPr>
              <a:t>Site / User</a:t>
            </a:r>
          </a:p>
        </p:txBody>
      </p:sp>
      <p:sp>
        <p:nvSpPr>
          <p:cNvPr id="40" name="Rectangle 39">
            <a:extLst>
              <a:ext uri="{FF2B5EF4-FFF2-40B4-BE49-F238E27FC236}">
                <a16:creationId xmlns:a16="http://schemas.microsoft.com/office/drawing/2014/main" id="{76ABADD4-FE1B-30B4-8191-4C60EFF9DE25}"/>
              </a:ext>
            </a:extLst>
          </p:cNvPr>
          <p:cNvSpPr/>
          <p:nvPr/>
        </p:nvSpPr>
        <p:spPr>
          <a:xfrm>
            <a:off x="562366" y="807145"/>
            <a:ext cx="1185863" cy="49977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defTabSz="685800">
              <a:defRPr/>
            </a:pPr>
            <a:r>
              <a:rPr lang="en-US" sz="1050" dirty="0">
                <a:solidFill>
                  <a:prstClr val="white"/>
                </a:solidFill>
                <a:latin typeface="Arial" panose="020B0604020202020204"/>
              </a:rPr>
              <a:t>Add Recall</a:t>
            </a:r>
          </a:p>
        </p:txBody>
      </p:sp>
      <p:sp>
        <p:nvSpPr>
          <p:cNvPr id="41" name="Rectangle 40">
            <a:extLst>
              <a:ext uri="{FF2B5EF4-FFF2-40B4-BE49-F238E27FC236}">
                <a16:creationId xmlns:a16="http://schemas.microsoft.com/office/drawing/2014/main" id="{CC5D2C62-1ECE-1355-C77C-3C03118DA6EA}"/>
              </a:ext>
            </a:extLst>
          </p:cNvPr>
          <p:cNvSpPr/>
          <p:nvPr/>
        </p:nvSpPr>
        <p:spPr>
          <a:xfrm>
            <a:off x="1381632" y="3474612"/>
            <a:ext cx="1185863" cy="585176"/>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r>
              <a:rPr lang="en-US" sz="1050" dirty="0">
                <a:solidFill>
                  <a:prstClr val="white"/>
                </a:solidFill>
                <a:latin typeface="Arial" panose="020B0604020202020204"/>
              </a:rPr>
              <a:t>Administer/ Coordinate</a:t>
            </a:r>
          </a:p>
        </p:txBody>
      </p:sp>
      <p:sp>
        <p:nvSpPr>
          <p:cNvPr id="42" name="Rectangle 41">
            <a:extLst>
              <a:ext uri="{FF2B5EF4-FFF2-40B4-BE49-F238E27FC236}">
                <a16:creationId xmlns:a16="http://schemas.microsoft.com/office/drawing/2014/main" id="{5E7967ED-DC56-D1E2-B8F0-1D8FEAE38190}"/>
              </a:ext>
            </a:extLst>
          </p:cNvPr>
          <p:cNvSpPr/>
          <p:nvPr/>
        </p:nvSpPr>
        <p:spPr>
          <a:xfrm>
            <a:off x="3973012" y="3159101"/>
            <a:ext cx="1185863" cy="585176"/>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50" dirty="0">
              <a:solidFill>
                <a:prstClr val="white"/>
              </a:solidFill>
              <a:latin typeface="Arial" panose="020B0604020202020204"/>
            </a:endParaRPr>
          </a:p>
        </p:txBody>
      </p:sp>
      <p:sp>
        <p:nvSpPr>
          <p:cNvPr id="43" name="Rectangle 42">
            <a:extLst>
              <a:ext uri="{FF2B5EF4-FFF2-40B4-BE49-F238E27FC236}">
                <a16:creationId xmlns:a16="http://schemas.microsoft.com/office/drawing/2014/main" id="{6F011130-39A1-E26F-F9D2-4BF6565F4B84}"/>
              </a:ext>
            </a:extLst>
          </p:cNvPr>
          <p:cNvSpPr/>
          <p:nvPr/>
        </p:nvSpPr>
        <p:spPr>
          <a:xfrm>
            <a:off x="3973012" y="2366565"/>
            <a:ext cx="1185863" cy="585176"/>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50" dirty="0">
              <a:solidFill>
                <a:prstClr val="white"/>
              </a:solidFill>
              <a:latin typeface="Arial" panose="020B0604020202020204"/>
            </a:endParaRPr>
          </a:p>
        </p:txBody>
      </p:sp>
      <p:sp>
        <p:nvSpPr>
          <p:cNvPr id="44" name="Rectangle 43">
            <a:extLst>
              <a:ext uri="{FF2B5EF4-FFF2-40B4-BE49-F238E27FC236}">
                <a16:creationId xmlns:a16="http://schemas.microsoft.com/office/drawing/2014/main" id="{F4818666-D035-5003-6A06-DB5259E19F23}"/>
              </a:ext>
            </a:extLst>
          </p:cNvPr>
          <p:cNvSpPr/>
          <p:nvPr/>
        </p:nvSpPr>
        <p:spPr>
          <a:xfrm>
            <a:off x="6297802" y="1474635"/>
            <a:ext cx="1291199" cy="49977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defTabSz="685800">
              <a:defRPr/>
            </a:pPr>
            <a:r>
              <a:rPr lang="en-US" sz="1050" dirty="0">
                <a:solidFill>
                  <a:prstClr val="white"/>
                </a:solidFill>
                <a:latin typeface="Arial" panose="020B0604020202020204"/>
              </a:rPr>
              <a:t>Opt Out</a:t>
            </a:r>
          </a:p>
        </p:txBody>
      </p:sp>
      <p:sp>
        <p:nvSpPr>
          <p:cNvPr id="45" name="Rectangle 44">
            <a:extLst>
              <a:ext uri="{FF2B5EF4-FFF2-40B4-BE49-F238E27FC236}">
                <a16:creationId xmlns:a16="http://schemas.microsoft.com/office/drawing/2014/main" id="{89D2B7C2-1747-0E51-6BD2-963A0E281C18}"/>
              </a:ext>
            </a:extLst>
          </p:cNvPr>
          <p:cNvSpPr/>
          <p:nvPr/>
        </p:nvSpPr>
        <p:spPr>
          <a:xfrm>
            <a:off x="7709803" y="1474635"/>
            <a:ext cx="1291199" cy="49977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defTabSz="685800">
              <a:defRPr/>
            </a:pPr>
            <a:r>
              <a:rPr lang="en-US" sz="1050" dirty="0">
                <a:solidFill>
                  <a:prstClr val="white"/>
                </a:solidFill>
                <a:latin typeface="Arial" panose="020B0604020202020204"/>
              </a:rPr>
              <a:t>Acknowledge</a:t>
            </a:r>
          </a:p>
        </p:txBody>
      </p:sp>
      <p:cxnSp>
        <p:nvCxnSpPr>
          <p:cNvPr id="46" name="Connector: Elbow 45">
            <a:extLst>
              <a:ext uri="{FF2B5EF4-FFF2-40B4-BE49-F238E27FC236}">
                <a16:creationId xmlns:a16="http://schemas.microsoft.com/office/drawing/2014/main" id="{27AE0646-1B48-1424-7D06-84D29B1B8EAC}"/>
              </a:ext>
            </a:extLst>
          </p:cNvPr>
          <p:cNvCxnSpPr>
            <a:cxnSpLocks/>
            <a:stCxn id="44" idx="2"/>
            <a:endCxn id="57" idx="1"/>
          </p:cNvCxnSpPr>
          <p:nvPr/>
        </p:nvCxnSpPr>
        <p:spPr>
          <a:xfrm rot="5400000">
            <a:off x="5617703" y="1723191"/>
            <a:ext cx="1074485" cy="157691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9189830A-8BD7-7CED-04FB-4E8B46FFD01A}"/>
              </a:ext>
            </a:extLst>
          </p:cNvPr>
          <p:cNvCxnSpPr>
            <a:cxnSpLocks/>
            <a:endCxn id="48" idx="0"/>
          </p:cNvCxnSpPr>
          <p:nvPr/>
        </p:nvCxnSpPr>
        <p:spPr>
          <a:xfrm rot="5400000" flipH="1" flipV="1">
            <a:off x="5208838" y="307745"/>
            <a:ext cx="2514266" cy="2429332"/>
          </a:xfrm>
          <a:prstGeom prst="bentConnector3">
            <a:avLst>
              <a:gd name="adj1" fmla="val 106819"/>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Diamond 47">
            <a:extLst>
              <a:ext uri="{FF2B5EF4-FFF2-40B4-BE49-F238E27FC236}">
                <a16:creationId xmlns:a16="http://schemas.microsoft.com/office/drawing/2014/main" id="{69B5509F-7F50-32A9-3032-FFEF29B6AC18}"/>
              </a:ext>
            </a:extLst>
          </p:cNvPr>
          <p:cNvSpPr/>
          <p:nvPr/>
        </p:nvSpPr>
        <p:spPr>
          <a:xfrm>
            <a:off x="6857676" y="265277"/>
            <a:ext cx="1645920" cy="678821"/>
          </a:xfrm>
          <a:prstGeom prst="diamond">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defTabSz="685800">
              <a:defRPr/>
            </a:pPr>
            <a:r>
              <a:rPr lang="en-US" sz="1200" dirty="0">
                <a:solidFill>
                  <a:prstClr val="white"/>
                </a:solidFill>
                <a:latin typeface="Arial" panose="020B0604020202020204"/>
              </a:rPr>
              <a:t>Inventory?</a:t>
            </a:r>
          </a:p>
        </p:txBody>
      </p:sp>
      <p:cxnSp>
        <p:nvCxnSpPr>
          <p:cNvPr id="49" name="Connector: Elbow 48">
            <a:extLst>
              <a:ext uri="{FF2B5EF4-FFF2-40B4-BE49-F238E27FC236}">
                <a16:creationId xmlns:a16="http://schemas.microsoft.com/office/drawing/2014/main" id="{1DAE193A-893D-D92F-66F4-51F1D3561859}"/>
              </a:ext>
            </a:extLst>
          </p:cNvPr>
          <p:cNvCxnSpPr>
            <a:cxnSpLocks/>
            <a:stCxn id="48" idx="1"/>
            <a:endCxn id="44" idx="0"/>
          </p:cNvCxnSpPr>
          <p:nvPr/>
        </p:nvCxnSpPr>
        <p:spPr>
          <a:xfrm rot="10800000" flipH="1" flipV="1">
            <a:off x="6857676" y="604687"/>
            <a:ext cx="85726" cy="869947"/>
          </a:xfrm>
          <a:prstGeom prst="bentConnector4">
            <a:avLst>
              <a:gd name="adj1" fmla="val -199998"/>
              <a:gd name="adj2" fmla="val 6950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EB493148-E27F-AFCA-FC22-39F4FA67A460}"/>
              </a:ext>
            </a:extLst>
          </p:cNvPr>
          <p:cNvCxnSpPr>
            <a:cxnSpLocks/>
            <a:endCxn id="45" idx="0"/>
          </p:cNvCxnSpPr>
          <p:nvPr/>
        </p:nvCxnSpPr>
        <p:spPr>
          <a:xfrm flipH="1">
            <a:off x="8355402" y="604688"/>
            <a:ext cx="58254" cy="869947"/>
          </a:xfrm>
          <a:prstGeom prst="bentConnector4">
            <a:avLst>
              <a:gd name="adj1" fmla="val -294315"/>
              <a:gd name="adj2" fmla="val 69508"/>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FD81FD08-5072-AF46-5C25-9C80569AF366}"/>
              </a:ext>
            </a:extLst>
          </p:cNvPr>
          <p:cNvSpPr/>
          <p:nvPr/>
        </p:nvSpPr>
        <p:spPr>
          <a:xfrm>
            <a:off x="7709802" y="2371260"/>
            <a:ext cx="1291199" cy="49977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defTabSz="685800">
              <a:defRPr/>
            </a:pPr>
            <a:r>
              <a:rPr lang="en-US" sz="1050" dirty="0">
                <a:solidFill>
                  <a:prstClr val="white"/>
                </a:solidFill>
                <a:latin typeface="Arial" panose="020B0604020202020204"/>
              </a:rPr>
              <a:t>Gather</a:t>
            </a:r>
          </a:p>
        </p:txBody>
      </p:sp>
      <p:sp>
        <p:nvSpPr>
          <p:cNvPr id="52" name="Rectangle 51">
            <a:extLst>
              <a:ext uri="{FF2B5EF4-FFF2-40B4-BE49-F238E27FC236}">
                <a16:creationId xmlns:a16="http://schemas.microsoft.com/office/drawing/2014/main" id="{15D7A44C-6DAD-71D0-F1BB-779EB76EA958}"/>
              </a:ext>
            </a:extLst>
          </p:cNvPr>
          <p:cNvSpPr/>
          <p:nvPr/>
        </p:nvSpPr>
        <p:spPr>
          <a:xfrm>
            <a:off x="7709801" y="3287755"/>
            <a:ext cx="1291199" cy="49977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defTabSz="685800">
              <a:defRPr/>
            </a:pPr>
            <a:r>
              <a:rPr lang="en-US" sz="1050" dirty="0">
                <a:solidFill>
                  <a:prstClr val="white"/>
                </a:solidFill>
                <a:latin typeface="Arial" panose="020B0604020202020204"/>
              </a:rPr>
              <a:t>Record</a:t>
            </a:r>
          </a:p>
        </p:txBody>
      </p:sp>
      <p:cxnSp>
        <p:nvCxnSpPr>
          <p:cNvPr id="53" name="Straight Arrow Connector 52">
            <a:extLst>
              <a:ext uri="{FF2B5EF4-FFF2-40B4-BE49-F238E27FC236}">
                <a16:creationId xmlns:a16="http://schemas.microsoft.com/office/drawing/2014/main" id="{288244CF-071C-D861-6488-600522F8DA1F}"/>
              </a:ext>
            </a:extLst>
          </p:cNvPr>
          <p:cNvCxnSpPr>
            <a:stCxn id="45" idx="2"/>
            <a:endCxn id="51" idx="0"/>
          </p:cNvCxnSpPr>
          <p:nvPr/>
        </p:nvCxnSpPr>
        <p:spPr>
          <a:xfrm flipH="1">
            <a:off x="8355402" y="1974406"/>
            <a:ext cx="1" cy="3968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9A1A94F-0E16-1AB6-7A15-103C2759A612}"/>
              </a:ext>
            </a:extLst>
          </p:cNvPr>
          <p:cNvCxnSpPr>
            <a:stCxn id="51" idx="2"/>
            <a:endCxn id="52" idx="0"/>
          </p:cNvCxnSpPr>
          <p:nvPr/>
        </p:nvCxnSpPr>
        <p:spPr>
          <a:xfrm flipH="1">
            <a:off x="8355401" y="2871030"/>
            <a:ext cx="1" cy="416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F23035EA-F599-D5AF-1B15-2BE06E64C068}"/>
              </a:ext>
            </a:extLst>
          </p:cNvPr>
          <p:cNvCxnSpPr>
            <a:cxnSpLocks/>
            <a:stCxn id="52" idx="2"/>
            <a:endCxn id="59" idx="3"/>
          </p:cNvCxnSpPr>
          <p:nvPr/>
        </p:nvCxnSpPr>
        <p:spPr>
          <a:xfrm rot="5400000">
            <a:off x="6978608" y="3134831"/>
            <a:ext cx="724098" cy="202948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Left Brace 55">
            <a:extLst>
              <a:ext uri="{FF2B5EF4-FFF2-40B4-BE49-F238E27FC236}">
                <a16:creationId xmlns:a16="http://schemas.microsoft.com/office/drawing/2014/main" id="{67650D6B-970A-70CF-C7B5-40A4D78669B2}"/>
              </a:ext>
            </a:extLst>
          </p:cNvPr>
          <p:cNvSpPr/>
          <p:nvPr/>
        </p:nvSpPr>
        <p:spPr>
          <a:xfrm>
            <a:off x="3779353" y="2558562"/>
            <a:ext cx="230369" cy="105490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en-US" sz="1050" dirty="0">
              <a:solidFill>
                <a:prstClr val="black"/>
              </a:solidFill>
              <a:latin typeface="Arial" panose="020B0604020202020204"/>
            </a:endParaRPr>
          </a:p>
        </p:txBody>
      </p:sp>
      <p:sp>
        <p:nvSpPr>
          <p:cNvPr id="57" name="Left Brace 56">
            <a:extLst>
              <a:ext uri="{FF2B5EF4-FFF2-40B4-BE49-F238E27FC236}">
                <a16:creationId xmlns:a16="http://schemas.microsoft.com/office/drawing/2014/main" id="{44AAE621-2911-827D-42AF-8DE4023F7EB4}"/>
              </a:ext>
            </a:extLst>
          </p:cNvPr>
          <p:cNvSpPr/>
          <p:nvPr/>
        </p:nvSpPr>
        <p:spPr>
          <a:xfrm rot="10800000">
            <a:off x="5136121" y="2521438"/>
            <a:ext cx="230369" cy="105490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en-US" sz="1050" dirty="0">
              <a:solidFill>
                <a:prstClr val="black"/>
              </a:solidFill>
              <a:latin typeface="Arial" panose="020B0604020202020204"/>
            </a:endParaRPr>
          </a:p>
        </p:txBody>
      </p:sp>
      <p:cxnSp>
        <p:nvCxnSpPr>
          <p:cNvPr id="58" name="Straight Arrow Connector 57">
            <a:extLst>
              <a:ext uri="{FF2B5EF4-FFF2-40B4-BE49-F238E27FC236}">
                <a16:creationId xmlns:a16="http://schemas.microsoft.com/office/drawing/2014/main" id="{A091350C-5C0E-8769-D0FA-540B51965CA0}"/>
              </a:ext>
            </a:extLst>
          </p:cNvPr>
          <p:cNvCxnSpPr>
            <a:stCxn id="41" idx="3"/>
            <a:endCxn id="56" idx="1"/>
          </p:cNvCxnSpPr>
          <p:nvPr/>
        </p:nvCxnSpPr>
        <p:spPr>
          <a:xfrm flipV="1">
            <a:off x="2567495" y="3086014"/>
            <a:ext cx="1211858" cy="681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Diamond 58">
            <a:extLst>
              <a:ext uri="{FF2B5EF4-FFF2-40B4-BE49-F238E27FC236}">
                <a16:creationId xmlns:a16="http://schemas.microsoft.com/office/drawing/2014/main" id="{3FC04D7B-0E5D-72E9-35AE-E54AAE4DE6D4}"/>
              </a:ext>
            </a:extLst>
          </p:cNvPr>
          <p:cNvSpPr/>
          <p:nvPr/>
        </p:nvSpPr>
        <p:spPr>
          <a:xfrm>
            <a:off x="4679994" y="4172213"/>
            <a:ext cx="1645920" cy="678821"/>
          </a:xfrm>
          <a:prstGeom prst="diamond">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r>
              <a:rPr lang="en-US" sz="1200" dirty="0">
                <a:solidFill>
                  <a:prstClr val="white"/>
                </a:solidFill>
                <a:latin typeface="Arial" panose="020B0604020202020204"/>
              </a:rPr>
              <a:t>Approve? </a:t>
            </a:r>
            <a:r>
              <a:rPr lang="en-US" sz="825" dirty="0">
                <a:solidFill>
                  <a:prstClr val="white"/>
                </a:solidFill>
                <a:latin typeface="Arial" panose="020B0604020202020204"/>
              </a:rPr>
              <a:t>(optional)</a:t>
            </a:r>
            <a:endParaRPr lang="en-US" sz="1050" dirty="0">
              <a:solidFill>
                <a:prstClr val="white"/>
              </a:solidFill>
              <a:latin typeface="Arial" panose="020B0604020202020204"/>
            </a:endParaRPr>
          </a:p>
        </p:txBody>
      </p:sp>
      <p:cxnSp>
        <p:nvCxnSpPr>
          <p:cNvPr id="60" name="Connector: Elbow 59">
            <a:extLst>
              <a:ext uri="{FF2B5EF4-FFF2-40B4-BE49-F238E27FC236}">
                <a16:creationId xmlns:a16="http://schemas.microsoft.com/office/drawing/2014/main" id="{960B98B7-6DE6-BDB2-6A2A-0E5EE9BEC82D}"/>
              </a:ext>
            </a:extLst>
          </p:cNvPr>
          <p:cNvCxnSpPr>
            <a:cxnSpLocks/>
            <a:stCxn id="59" idx="0"/>
            <a:endCxn id="57" idx="1"/>
          </p:cNvCxnSpPr>
          <p:nvPr/>
        </p:nvCxnSpPr>
        <p:spPr>
          <a:xfrm rot="16200000" flipV="1">
            <a:off x="4873061" y="3542319"/>
            <a:ext cx="1123323" cy="13646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Right Triangle 60">
            <a:extLst>
              <a:ext uri="{FF2B5EF4-FFF2-40B4-BE49-F238E27FC236}">
                <a16:creationId xmlns:a16="http://schemas.microsoft.com/office/drawing/2014/main" id="{16274CB8-8FA0-4E7A-6F83-67F3C5652095}"/>
              </a:ext>
            </a:extLst>
          </p:cNvPr>
          <p:cNvSpPr/>
          <p:nvPr/>
        </p:nvSpPr>
        <p:spPr>
          <a:xfrm rot="16200000">
            <a:off x="4274193" y="2067059"/>
            <a:ext cx="582930" cy="1186434"/>
          </a:xfrm>
          <a:prstGeom prst="rtTriangl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defTabSz="685800">
              <a:defRPr/>
            </a:pPr>
            <a:endParaRPr lang="en-US" sz="1050" dirty="0">
              <a:solidFill>
                <a:prstClr val="white"/>
              </a:solidFill>
              <a:latin typeface="Arial" panose="020B0604020202020204"/>
            </a:endParaRPr>
          </a:p>
        </p:txBody>
      </p:sp>
      <p:sp>
        <p:nvSpPr>
          <p:cNvPr id="62" name="TextBox 61">
            <a:extLst>
              <a:ext uri="{FF2B5EF4-FFF2-40B4-BE49-F238E27FC236}">
                <a16:creationId xmlns:a16="http://schemas.microsoft.com/office/drawing/2014/main" id="{5DD6FEC5-1EC6-752B-2806-21CB0136BCD8}"/>
              </a:ext>
            </a:extLst>
          </p:cNvPr>
          <p:cNvSpPr txBox="1"/>
          <p:nvPr/>
        </p:nvSpPr>
        <p:spPr>
          <a:xfrm>
            <a:off x="4269896" y="3299342"/>
            <a:ext cx="545342" cy="253916"/>
          </a:xfrm>
          <a:prstGeom prst="rect">
            <a:avLst/>
          </a:prstGeom>
          <a:noFill/>
        </p:spPr>
        <p:txBody>
          <a:bodyPr wrap="none" rtlCol="0">
            <a:spAutoFit/>
          </a:bodyPr>
          <a:lstStyle/>
          <a:p>
            <a:pPr defTabSz="685800">
              <a:defRPr/>
            </a:pPr>
            <a:r>
              <a:rPr lang="en-US" sz="1050" b="1" dirty="0">
                <a:solidFill>
                  <a:prstClr val="white"/>
                </a:solidFill>
              </a:rPr>
              <a:t>Track</a:t>
            </a:r>
          </a:p>
        </p:txBody>
      </p:sp>
      <p:sp>
        <p:nvSpPr>
          <p:cNvPr id="63" name="TextBox 62">
            <a:extLst>
              <a:ext uri="{FF2B5EF4-FFF2-40B4-BE49-F238E27FC236}">
                <a16:creationId xmlns:a16="http://schemas.microsoft.com/office/drawing/2014/main" id="{BD2ADD1B-65C6-0403-F078-1059F4818532}"/>
              </a:ext>
            </a:extLst>
          </p:cNvPr>
          <p:cNvSpPr txBox="1"/>
          <p:nvPr/>
        </p:nvSpPr>
        <p:spPr>
          <a:xfrm>
            <a:off x="4168843" y="2514526"/>
            <a:ext cx="676788" cy="253916"/>
          </a:xfrm>
          <a:prstGeom prst="rect">
            <a:avLst/>
          </a:prstGeom>
          <a:noFill/>
        </p:spPr>
        <p:txBody>
          <a:bodyPr wrap="none" rtlCol="0">
            <a:spAutoFit/>
          </a:bodyPr>
          <a:lstStyle/>
          <a:p>
            <a:pPr defTabSz="685800">
              <a:defRPr/>
            </a:pPr>
            <a:r>
              <a:rPr lang="en-US" sz="1050" b="1" dirty="0">
                <a:solidFill>
                  <a:prstClr val="white"/>
                </a:solidFill>
              </a:rPr>
              <a:t>Monitor</a:t>
            </a:r>
          </a:p>
        </p:txBody>
      </p:sp>
      <p:cxnSp>
        <p:nvCxnSpPr>
          <p:cNvPr id="64" name="Connector: Elbow 63">
            <a:extLst>
              <a:ext uri="{FF2B5EF4-FFF2-40B4-BE49-F238E27FC236}">
                <a16:creationId xmlns:a16="http://schemas.microsoft.com/office/drawing/2014/main" id="{B229C19B-117A-5E93-706E-B2802957AA81}"/>
              </a:ext>
            </a:extLst>
          </p:cNvPr>
          <p:cNvCxnSpPr>
            <a:cxnSpLocks/>
            <a:stCxn id="40" idx="2"/>
            <a:endCxn id="56" idx="1"/>
          </p:cNvCxnSpPr>
          <p:nvPr/>
        </p:nvCxnSpPr>
        <p:spPr>
          <a:xfrm rot="16200000" flipH="1">
            <a:off x="1577776" y="884436"/>
            <a:ext cx="1779098" cy="262405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Speech Bubble: Oval 64">
            <a:extLst>
              <a:ext uri="{FF2B5EF4-FFF2-40B4-BE49-F238E27FC236}">
                <a16:creationId xmlns:a16="http://schemas.microsoft.com/office/drawing/2014/main" id="{C67339E0-C4E3-290F-E5C0-D136417B0F3D}"/>
              </a:ext>
            </a:extLst>
          </p:cNvPr>
          <p:cNvSpPr/>
          <p:nvPr/>
        </p:nvSpPr>
        <p:spPr>
          <a:xfrm>
            <a:off x="5131875" y="1882306"/>
            <a:ext cx="1273733" cy="591870"/>
          </a:xfrm>
          <a:prstGeom prst="wedgeEllipseCallou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defTabSz="685800">
              <a:defRPr/>
            </a:pPr>
            <a:r>
              <a:rPr lang="en-US" sz="1050" dirty="0">
                <a:solidFill>
                  <a:prstClr val="white"/>
                </a:solidFill>
                <a:latin typeface="Arial" panose="020B0604020202020204"/>
              </a:rPr>
              <a:t>Comment</a:t>
            </a:r>
          </a:p>
        </p:txBody>
      </p:sp>
      <p:sp>
        <p:nvSpPr>
          <p:cNvPr id="66" name="Speech Bubble: Oval 65">
            <a:extLst>
              <a:ext uri="{FF2B5EF4-FFF2-40B4-BE49-F238E27FC236}">
                <a16:creationId xmlns:a16="http://schemas.microsoft.com/office/drawing/2014/main" id="{59EA825E-D1FF-D698-531D-071E6DD4859E}"/>
              </a:ext>
            </a:extLst>
          </p:cNvPr>
          <p:cNvSpPr/>
          <p:nvPr/>
        </p:nvSpPr>
        <p:spPr>
          <a:xfrm flipH="1">
            <a:off x="2827622" y="1746696"/>
            <a:ext cx="1273733" cy="591870"/>
          </a:xfrm>
          <a:prstGeom prst="wedgeEllipseCallou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r>
              <a:rPr lang="en-US" sz="1050" dirty="0">
                <a:solidFill>
                  <a:prstClr val="white"/>
                </a:solidFill>
                <a:latin typeface="Arial" panose="020B0604020202020204"/>
              </a:rPr>
              <a:t>Comment</a:t>
            </a:r>
          </a:p>
        </p:txBody>
      </p:sp>
    </p:spTree>
    <p:extLst>
      <p:ext uri="{BB962C8B-B14F-4D97-AF65-F5344CB8AC3E}">
        <p14:creationId xmlns:p14="http://schemas.microsoft.com/office/powerpoint/2010/main" val="2200457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3" grpId="0" animBg="1"/>
      <p:bldP spid="44" grpId="0" animBg="1"/>
      <p:bldP spid="45" grpId="0" animBg="1"/>
      <p:bldP spid="48" grpId="0" animBg="1"/>
      <p:bldP spid="51" grpId="0" animBg="1"/>
      <p:bldP spid="52" grpId="0" animBg="1"/>
      <p:bldP spid="56" grpId="0" animBg="1"/>
      <p:bldP spid="57" grpId="0" animBg="1"/>
      <p:bldP spid="59" grpId="0" animBg="1"/>
      <p:bldP spid="61" grpId="0" animBg="1"/>
      <p:bldP spid="62" grpId="0"/>
      <p:bldP spid="63" grpId="0"/>
      <p:bldP spid="65" grpId="0" animBg="1"/>
      <p:bldP spid="6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7"/>
          <p:cNvSpPr txBox="1">
            <a:spLocks noGrp="1"/>
          </p:cNvSpPr>
          <p:nvPr>
            <p:ph type="title"/>
          </p:nvPr>
        </p:nvSpPr>
        <p:spPr>
          <a:xfrm>
            <a:off x="296437" y="115829"/>
            <a:ext cx="8551126" cy="618900"/>
          </a:xfrm>
          <a:prstGeom prst="rect">
            <a:avLst/>
          </a:prstGeom>
          <a:noFill/>
          <a:ln>
            <a:noFill/>
          </a:ln>
        </p:spPr>
        <p:txBody>
          <a:bodyPr spcFirstLastPara="1" wrap="square" lIns="68550" tIns="34275" rIns="68550" bIns="34275" anchor="ctr" anchorCtr="0">
            <a:noAutofit/>
          </a:bodyPr>
          <a:lstStyle/>
          <a:p>
            <a:pPr marL="0" lvl="0" indent="0" algn="l" rtl="0">
              <a:lnSpc>
                <a:spcPct val="90000"/>
              </a:lnSpc>
              <a:spcBef>
                <a:spcPts val="0"/>
              </a:spcBef>
              <a:spcAft>
                <a:spcPts val="0"/>
              </a:spcAft>
              <a:buClr>
                <a:schemeClr val="dk2"/>
              </a:buClr>
              <a:buSzPts val="2800"/>
              <a:buFont typeface="Arial"/>
              <a:buNone/>
            </a:pPr>
            <a:r>
              <a:rPr lang="en-US" sz="2000">
                <a:solidFill>
                  <a:schemeClr val="dk2"/>
                </a:solidFill>
              </a:rPr>
              <a:t>TraceLink’s Digital Recalls leverages an integrated set of digital capabilities for next-gen, end-to-end recall management</a:t>
            </a:r>
            <a:endParaRPr sz="2000">
              <a:solidFill>
                <a:schemeClr val="dk2"/>
              </a:solidFill>
            </a:endParaRPr>
          </a:p>
        </p:txBody>
      </p:sp>
      <p:grpSp>
        <p:nvGrpSpPr>
          <p:cNvPr id="903" name="Google Shape;903;p7"/>
          <p:cNvGrpSpPr/>
          <p:nvPr/>
        </p:nvGrpSpPr>
        <p:grpSpPr>
          <a:xfrm>
            <a:off x="1851729" y="915842"/>
            <a:ext cx="6943075" cy="3563979"/>
            <a:chOff x="474813" y="985693"/>
            <a:chExt cx="6802287" cy="3491711"/>
          </a:xfrm>
        </p:grpSpPr>
        <p:sp>
          <p:nvSpPr>
            <p:cNvPr id="904" name="Google Shape;904;p7"/>
            <p:cNvSpPr/>
            <p:nvPr/>
          </p:nvSpPr>
          <p:spPr>
            <a:xfrm>
              <a:off x="3767671" y="985693"/>
              <a:ext cx="3509429" cy="349171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cxnSp>
          <p:nvCxnSpPr>
            <p:cNvPr id="905" name="Google Shape;905;p7"/>
            <p:cNvCxnSpPr/>
            <p:nvPr/>
          </p:nvCxnSpPr>
          <p:spPr>
            <a:xfrm rot="10800000">
              <a:off x="584068" y="2082129"/>
              <a:ext cx="6597782" cy="0"/>
            </a:xfrm>
            <a:prstGeom prst="straightConnector1">
              <a:avLst/>
            </a:prstGeom>
            <a:noFill/>
            <a:ln w="25400" cap="rnd" cmpd="sng">
              <a:solidFill>
                <a:srgbClr val="AEABAB"/>
              </a:solidFill>
              <a:prstDash val="dot"/>
              <a:miter lim="800000"/>
              <a:headEnd type="none" w="sm" len="sm"/>
              <a:tailEnd type="none" w="sm" len="sm"/>
            </a:ln>
          </p:spPr>
        </p:cxnSp>
        <p:sp>
          <p:nvSpPr>
            <p:cNvPr id="906" name="Google Shape;906;p7"/>
            <p:cNvSpPr txBox="1"/>
            <p:nvPr/>
          </p:nvSpPr>
          <p:spPr>
            <a:xfrm>
              <a:off x="996908" y="1473313"/>
              <a:ext cx="2733713" cy="452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0" i="0" u="none" strike="noStrike" cap="none">
                  <a:solidFill>
                    <a:schemeClr val="dk2"/>
                  </a:solidFill>
                  <a:latin typeface="Arial"/>
                  <a:ea typeface="Arial"/>
                  <a:cs typeface="Arial"/>
                  <a:sym typeface="Arial"/>
                </a:rPr>
                <a:t>Real-time recall notifications in an easy-to-understand digital format</a:t>
              </a:r>
              <a:endParaRPr sz="1200" b="0" i="0" u="none" strike="noStrike" cap="none">
                <a:solidFill>
                  <a:srgbClr val="000000"/>
                </a:solidFill>
                <a:latin typeface="Arial"/>
                <a:ea typeface="Arial"/>
                <a:cs typeface="Arial"/>
                <a:sym typeface="Arial"/>
              </a:endParaRPr>
            </a:p>
          </p:txBody>
        </p:sp>
        <p:sp>
          <p:nvSpPr>
            <p:cNvPr id="907" name="Google Shape;907;p7"/>
            <p:cNvSpPr txBox="1"/>
            <p:nvPr/>
          </p:nvSpPr>
          <p:spPr>
            <a:xfrm>
              <a:off x="3818057" y="1465208"/>
              <a:ext cx="2443042" cy="452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1" i="0" u="none" strike="noStrike" cap="none">
                  <a:solidFill>
                    <a:schemeClr val="accent1"/>
                  </a:solidFill>
                  <a:latin typeface="Arial"/>
                  <a:ea typeface="Arial"/>
                  <a:cs typeface="Arial"/>
                  <a:sym typeface="Arial"/>
                </a:rPr>
                <a:t>Reduce days </a:t>
              </a:r>
              <a:r>
                <a:rPr lang="en-US" sz="1200" b="0" i="0" u="none" strike="noStrike" cap="none">
                  <a:solidFill>
                    <a:srgbClr val="262626"/>
                  </a:solidFill>
                  <a:latin typeface="Arial"/>
                  <a:ea typeface="Arial"/>
                  <a:cs typeface="Arial"/>
                  <a:sym typeface="Arial"/>
                </a:rPr>
                <a:t>required to initiate product search by </a:t>
              </a:r>
              <a:r>
                <a:rPr lang="en-US" sz="1200" b="1" i="0" u="none" strike="noStrike" cap="none">
                  <a:solidFill>
                    <a:schemeClr val="accent1"/>
                  </a:solidFill>
                  <a:latin typeface="Arial"/>
                  <a:ea typeface="Arial"/>
                  <a:cs typeface="Arial"/>
                  <a:sym typeface="Arial"/>
                </a:rPr>
                <a:t>30%</a:t>
              </a:r>
              <a:endParaRPr sz="1200" b="1" i="0" u="none" strike="noStrike" cap="none">
                <a:solidFill>
                  <a:schemeClr val="accent1"/>
                </a:solidFill>
                <a:latin typeface="Arial"/>
                <a:ea typeface="Arial"/>
                <a:cs typeface="Arial"/>
                <a:sym typeface="Arial"/>
              </a:endParaRPr>
            </a:p>
          </p:txBody>
        </p:sp>
        <p:sp>
          <p:nvSpPr>
            <p:cNvPr id="908" name="Google Shape;908;p7"/>
            <p:cNvSpPr/>
            <p:nvPr/>
          </p:nvSpPr>
          <p:spPr>
            <a:xfrm>
              <a:off x="492546" y="1469471"/>
              <a:ext cx="501845" cy="491673"/>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909" name="Google Shape;909;p7"/>
            <p:cNvPicPr preferRelativeResize="0"/>
            <p:nvPr/>
          </p:nvPicPr>
          <p:blipFill rotWithShape="1">
            <a:blip r:embed="rId3">
              <a:alphaModFix/>
            </a:blip>
            <a:srcRect/>
            <a:stretch/>
          </p:blipFill>
          <p:spPr>
            <a:xfrm>
              <a:off x="605392" y="1557909"/>
              <a:ext cx="276150" cy="276150"/>
            </a:xfrm>
            <a:prstGeom prst="rect">
              <a:avLst/>
            </a:prstGeom>
            <a:noFill/>
            <a:ln>
              <a:noFill/>
            </a:ln>
          </p:spPr>
        </p:pic>
        <p:sp>
          <p:nvSpPr>
            <p:cNvPr id="910" name="Google Shape;910;p7"/>
            <p:cNvSpPr txBox="1"/>
            <p:nvPr/>
          </p:nvSpPr>
          <p:spPr>
            <a:xfrm>
              <a:off x="966509" y="3106543"/>
              <a:ext cx="2733712" cy="477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0" i="0" u="none" strike="noStrike" cap="none">
                  <a:solidFill>
                    <a:schemeClr val="dk2"/>
                  </a:solidFill>
                  <a:latin typeface="Arial"/>
                  <a:ea typeface="Arial"/>
                  <a:cs typeface="Arial"/>
                  <a:sym typeface="Arial"/>
                </a:rPr>
                <a:t>Digital audit trail of end-to-end Digital Recalls process</a:t>
              </a:r>
              <a:endParaRPr sz="1200" b="0" i="0" u="none" strike="noStrike" cap="none">
                <a:solidFill>
                  <a:srgbClr val="000000"/>
                </a:solidFill>
                <a:latin typeface="Arial"/>
                <a:ea typeface="Arial"/>
                <a:cs typeface="Arial"/>
                <a:sym typeface="Arial"/>
              </a:endParaRPr>
            </a:p>
          </p:txBody>
        </p:sp>
        <p:sp>
          <p:nvSpPr>
            <p:cNvPr id="911" name="Google Shape;911;p7"/>
            <p:cNvSpPr txBox="1"/>
            <p:nvPr/>
          </p:nvSpPr>
          <p:spPr>
            <a:xfrm>
              <a:off x="3861934" y="3035603"/>
              <a:ext cx="2462666"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1" i="0" u="none" strike="noStrike" cap="none">
                  <a:solidFill>
                    <a:schemeClr val="accent1"/>
                  </a:solidFill>
                  <a:latin typeface="Arial"/>
                  <a:ea typeface="Arial"/>
                  <a:cs typeface="Arial"/>
                  <a:sym typeface="Arial"/>
                </a:rPr>
                <a:t>Eliminate manual recordkeeping </a:t>
              </a:r>
              <a:r>
                <a:rPr lang="en-US" sz="1200" b="0" i="0" u="none" strike="noStrike" cap="none">
                  <a:solidFill>
                    <a:srgbClr val="262626"/>
                  </a:solidFill>
                  <a:latin typeface="Arial"/>
                  <a:ea typeface="Arial"/>
                  <a:cs typeface="Arial"/>
                  <a:sym typeface="Arial"/>
                </a:rPr>
                <a:t>needed to prove recall plan adherence</a:t>
              </a:r>
              <a:endParaRPr sz="1200" b="0" i="0" u="none" strike="noStrike" cap="none">
                <a:solidFill>
                  <a:srgbClr val="000000"/>
                </a:solidFill>
                <a:latin typeface="Arial"/>
                <a:ea typeface="Arial"/>
                <a:cs typeface="Arial"/>
                <a:sym typeface="Arial"/>
              </a:endParaRPr>
            </a:p>
          </p:txBody>
        </p:sp>
        <p:grpSp>
          <p:nvGrpSpPr>
            <p:cNvPr id="912" name="Google Shape;912;p7"/>
            <p:cNvGrpSpPr/>
            <p:nvPr/>
          </p:nvGrpSpPr>
          <p:grpSpPr>
            <a:xfrm>
              <a:off x="474813" y="3082271"/>
              <a:ext cx="501845" cy="491673"/>
              <a:chOff x="272174" y="3284114"/>
              <a:chExt cx="491673" cy="491673"/>
            </a:xfrm>
          </p:grpSpPr>
          <p:sp>
            <p:nvSpPr>
              <p:cNvPr id="913" name="Google Shape;913;p7"/>
              <p:cNvSpPr/>
              <p:nvPr/>
            </p:nvSpPr>
            <p:spPr>
              <a:xfrm>
                <a:off x="272174" y="3284114"/>
                <a:ext cx="491673" cy="491673"/>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914" name="Google Shape;914;p7"/>
              <p:cNvPicPr preferRelativeResize="0"/>
              <p:nvPr/>
            </p:nvPicPr>
            <p:blipFill rotWithShape="1">
              <a:blip r:embed="rId4">
                <a:alphaModFix/>
              </a:blip>
              <a:srcRect/>
              <a:stretch/>
            </p:blipFill>
            <p:spPr>
              <a:xfrm>
                <a:off x="347292" y="3356062"/>
                <a:ext cx="332378" cy="339254"/>
              </a:xfrm>
              <a:prstGeom prst="rect">
                <a:avLst/>
              </a:prstGeom>
              <a:noFill/>
              <a:ln>
                <a:noFill/>
              </a:ln>
            </p:spPr>
          </p:pic>
        </p:grpSp>
        <p:sp>
          <p:nvSpPr>
            <p:cNvPr id="915" name="Google Shape;915;p7"/>
            <p:cNvSpPr txBox="1"/>
            <p:nvPr/>
          </p:nvSpPr>
          <p:spPr>
            <a:xfrm>
              <a:off x="483305" y="985693"/>
              <a:ext cx="3284364" cy="307777"/>
            </a:xfrm>
            <a:prstGeom prst="rect">
              <a:avLst/>
            </a:prstGeom>
            <a:solidFill>
              <a:schemeClr val="dk2"/>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lt1"/>
                  </a:solidFill>
                  <a:latin typeface="Arial"/>
                  <a:ea typeface="Arial"/>
                  <a:cs typeface="Arial"/>
                  <a:sym typeface="Arial"/>
                </a:rPr>
                <a:t>Digital Recalls Capability:</a:t>
              </a:r>
              <a:endParaRPr sz="1400" b="0" i="0" u="none" strike="noStrike" cap="none">
                <a:solidFill>
                  <a:srgbClr val="000000"/>
                </a:solidFill>
                <a:latin typeface="Arial"/>
                <a:ea typeface="Arial"/>
                <a:cs typeface="Arial"/>
                <a:sym typeface="Arial"/>
              </a:endParaRPr>
            </a:p>
          </p:txBody>
        </p:sp>
        <p:sp>
          <p:nvSpPr>
            <p:cNvPr id="916" name="Google Shape;916;p7"/>
            <p:cNvSpPr txBox="1"/>
            <p:nvPr/>
          </p:nvSpPr>
          <p:spPr>
            <a:xfrm>
              <a:off x="3767669" y="985693"/>
              <a:ext cx="3509431" cy="307777"/>
            </a:xfrm>
            <a:prstGeom prst="rect">
              <a:avLst/>
            </a:prstGeom>
            <a:solidFill>
              <a:schemeClr val="accen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lt1"/>
                  </a:solidFill>
                  <a:latin typeface="Arial"/>
                  <a:ea typeface="Arial"/>
                  <a:cs typeface="Arial"/>
                  <a:sym typeface="Arial"/>
                </a:rPr>
                <a:t>Business Impact:</a:t>
              </a:r>
              <a:endParaRPr sz="1400" b="0" i="0" u="none" strike="noStrike" cap="none">
                <a:solidFill>
                  <a:srgbClr val="000000"/>
                </a:solidFill>
                <a:latin typeface="Arial"/>
                <a:ea typeface="Arial"/>
                <a:cs typeface="Arial"/>
                <a:sym typeface="Arial"/>
              </a:endParaRPr>
            </a:p>
          </p:txBody>
        </p:sp>
        <p:sp>
          <p:nvSpPr>
            <p:cNvPr id="917" name="Google Shape;917;p7"/>
            <p:cNvSpPr txBox="1"/>
            <p:nvPr/>
          </p:nvSpPr>
          <p:spPr>
            <a:xfrm>
              <a:off x="1014175" y="2292221"/>
              <a:ext cx="2733712" cy="4770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0" i="0" u="none" strike="noStrike" cap="none">
                  <a:solidFill>
                    <a:schemeClr val="dk2"/>
                  </a:solidFill>
                  <a:latin typeface="Arial"/>
                  <a:ea typeface="Arial"/>
                  <a:cs typeface="Arial"/>
                  <a:sym typeface="Arial"/>
                </a:rPr>
                <a:t>Collaborative workflow across sites via a shared digital solution</a:t>
              </a:r>
              <a:endParaRPr sz="1200" b="0" i="0" u="none" strike="noStrike" cap="none">
                <a:solidFill>
                  <a:srgbClr val="000000"/>
                </a:solidFill>
                <a:latin typeface="Arial"/>
                <a:ea typeface="Arial"/>
                <a:cs typeface="Arial"/>
                <a:sym typeface="Arial"/>
              </a:endParaRPr>
            </a:p>
          </p:txBody>
        </p:sp>
        <p:sp>
          <p:nvSpPr>
            <p:cNvPr id="918" name="Google Shape;918;p7"/>
            <p:cNvSpPr txBox="1"/>
            <p:nvPr/>
          </p:nvSpPr>
          <p:spPr>
            <a:xfrm>
              <a:off x="3827706" y="2206787"/>
              <a:ext cx="2433394"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1" i="0" u="none" strike="noStrike" cap="none">
                  <a:solidFill>
                    <a:schemeClr val="accent1"/>
                  </a:solidFill>
                  <a:latin typeface="Arial"/>
                  <a:ea typeface="Arial"/>
                  <a:cs typeface="Arial"/>
                  <a:sym typeface="Arial"/>
                </a:rPr>
                <a:t>Reduce administrative workload by 40% </a:t>
              </a:r>
              <a:r>
                <a:rPr lang="en-US" sz="1200" b="0" i="0" u="none" strike="noStrike" cap="none">
                  <a:solidFill>
                    <a:srgbClr val="262626"/>
                  </a:solidFill>
                  <a:latin typeface="Arial"/>
                  <a:ea typeface="Arial"/>
                  <a:cs typeface="Arial"/>
                  <a:sym typeface="Arial"/>
                </a:rPr>
                <a:t>by leveraging a coordinated process</a:t>
              </a:r>
              <a:endParaRPr sz="1200" b="0" i="0" u="none" strike="noStrike" cap="none">
                <a:solidFill>
                  <a:srgbClr val="000000"/>
                </a:solidFill>
                <a:latin typeface="Arial"/>
                <a:ea typeface="Arial"/>
                <a:cs typeface="Arial"/>
                <a:sym typeface="Arial"/>
              </a:endParaRPr>
            </a:p>
          </p:txBody>
        </p:sp>
        <p:sp>
          <p:nvSpPr>
            <p:cNvPr id="919" name="Google Shape;919;p7"/>
            <p:cNvSpPr/>
            <p:nvPr/>
          </p:nvSpPr>
          <p:spPr>
            <a:xfrm>
              <a:off x="492546" y="2270252"/>
              <a:ext cx="501845" cy="491673"/>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cxnSp>
          <p:nvCxnSpPr>
            <p:cNvPr id="920" name="Google Shape;920;p7"/>
            <p:cNvCxnSpPr/>
            <p:nvPr/>
          </p:nvCxnSpPr>
          <p:spPr>
            <a:xfrm rot="10800000">
              <a:off x="584067" y="2922618"/>
              <a:ext cx="6597783" cy="0"/>
            </a:xfrm>
            <a:prstGeom prst="straightConnector1">
              <a:avLst/>
            </a:prstGeom>
            <a:noFill/>
            <a:ln w="25400" cap="rnd" cmpd="sng">
              <a:solidFill>
                <a:srgbClr val="AEABAB"/>
              </a:solidFill>
              <a:prstDash val="dot"/>
              <a:miter lim="800000"/>
              <a:headEnd type="none" w="sm" len="sm"/>
              <a:tailEnd type="none" w="sm" len="sm"/>
            </a:ln>
          </p:spPr>
        </p:cxnSp>
        <p:sp>
          <p:nvSpPr>
            <p:cNvPr id="921" name="Google Shape;921;p7"/>
            <p:cNvSpPr txBox="1"/>
            <p:nvPr/>
          </p:nvSpPr>
          <p:spPr>
            <a:xfrm>
              <a:off x="986550" y="3822363"/>
              <a:ext cx="2733712" cy="477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0" i="0" u="none" strike="noStrike" cap="none">
                  <a:solidFill>
                    <a:schemeClr val="dk2"/>
                  </a:solidFill>
                  <a:latin typeface="Arial"/>
                  <a:ea typeface="Arial"/>
                  <a:cs typeface="Arial"/>
                  <a:sym typeface="Arial"/>
                </a:rPr>
                <a:t>Single digital solution for all exception and work management </a:t>
              </a:r>
              <a:endParaRPr sz="1200" b="0" i="0" u="none" strike="noStrike" cap="none">
                <a:solidFill>
                  <a:srgbClr val="000000"/>
                </a:solidFill>
                <a:latin typeface="Arial"/>
                <a:ea typeface="Arial"/>
                <a:cs typeface="Arial"/>
                <a:sym typeface="Arial"/>
              </a:endParaRPr>
            </a:p>
          </p:txBody>
        </p:sp>
        <p:sp>
          <p:nvSpPr>
            <p:cNvPr id="922" name="Google Shape;922;p7"/>
            <p:cNvSpPr/>
            <p:nvPr/>
          </p:nvSpPr>
          <p:spPr>
            <a:xfrm>
              <a:off x="474813" y="3815209"/>
              <a:ext cx="501845" cy="491673"/>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cxnSp>
          <p:nvCxnSpPr>
            <p:cNvPr id="923" name="Google Shape;923;p7"/>
            <p:cNvCxnSpPr/>
            <p:nvPr/>
          </p:nvCxnSpPr>
          <p:spPr>
            <a:xfrm rot="10800000">
              <a:off x="581163" y="3725878"/>
              <a:ext cx="6600687" cy="0"/>
            </a:xfrm>
            <a:prstGeom prst="straightConnector1">
              <a:avLst/>
            </a:prstGeom>
            <a:noFill/>
            <a:ln w="25400" cap="rnd" cmpd="sng">
              <a:solidFill>
                <a:srgbClr val="AEABAB"/>
              </a:solidFill>
              <a:prstDash val="dot"/>
              <a:miter lim="800000"/>
              <a:headEnd type="none" w="sm" len="sm"/>
              <a:tailEnd type="none" w="sm" len="sm"/>
            </a:ln>
          </p:spPr>
        </p:cxnSp>
        <p:sp>
          <p:nvSpPr>
            <p:cNvPr id="924" name="Google Shape;924;p7"/>
            <p:cNvSpPr txBox="1"/>
            <p:nvPr/>
          </p:nvSpPr>
          <p:spPr>
            <a:xfrm>
              <a:off x="3861933" y="3853148"/>
              <a:ext cx="2399100" cy="452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1" i="0" u="none" strike="noStrike" cap="none">
                  <a:solidFill>
                    <a:schemeClr val="accent1"/>
                  </a:solidFill>
                  <a:latin typeface="Arial"/>
                  <a:ea typeface="Arial"/>
                  <a:cs typeface="Arial"/>
                  <a:sym typeface="Arial"/>
                </a:rPr>
                <a:t>Consolidated solutions </a:t>
              </a:r>
              <a:r>
                <a:rPr lang="en-US" sz="1200" b="0" i="0" u="none" strike="noStrike" cap="none">
                  <a:solidFill>
                    <a:srgbClr val="262626"/>
                  </a:solidFill>
                  <a:latin typeface="Arial"/>
                  <a:ea typeface="Arial"/>
                  <a:cs typeface="Arial"/>
                  <a:sym typeface="Arial"/>
                </a:rPr>
                <a:t>in one familiar platform</a:t>
              </a:r>
              <a:endParaRPr sz="1200" b="0" i="0" u="none" strike="noStrike" cap="none">
                <a:solidFill>
                  <a:srgbClr val="262626"/>
                </a:solidFill>
                <a:latin typeface="Arial"/>
                <a:ea typeface="Arial"/>
                <a:cs typeface="Arial"/>
                <a:sym typeface="Arial"/>
              </a:endParaRPr>
            </a:p>
          </p:txBody>
        </p:sp>
        <p:pic>
          <p:nvPicPr>
            <p:cNvPr id="925" name="Google Shape;925;p7"/>
            <p:cNvPicPr preferRelativeResize="0"/>
            <p:nvPr/>
          </p:nvPicPr>
          <p:blipFill rotWithShape="1">
            <a:blip r:embed="rId5">
              <a:alphaModFix/>
            </a:blip>
            <a:srcRect/>
            <a:stretch/>
          </p:blipFill>
          <p:spPr>
            <a:xfrm>
              <a:off x="567407" y="3899436"/>
              <a:ext cx="320421" cy="309372"/>
            </a:xfrm>
            <a:prstGeom prst="rect">
              <a:avLst/>
            </a:prstGeom>
            <a:noFill/>
            <a:ln>
              <a:noFill/>
            </a:ln>
          </p:spPr>
        </p:pic>
        <p:pic>
          <p:nvPicPr>
            <p:cNvPr id="926" name="Google Shape;926;p7" descr="Social network with solid fill"/>
            <p:cNvPicPr preferRelativeResize="0"/>
            <p:nvPr/>
          </p:nvPicPr>
          <p:blipFill rotWithShape="1">
            <a:blip r:embed="rId6">
              <a:alphaModFix/>
            </a:blip>
            <a:srcRect/>
            <a:stretch/>
          </p:blipFill>
          <p:spPr>
            <a:xfrm>
              <a:off x="533751" y="2299008"/>
              <a:ext cx="411480" cy="411480"/>
            </a:xfrm>
            <a:prstGeom prst="rect">
              <a:avLst/>
            </a:prstGeom>
            <a:noFill/>
            <a:ln>
              <a:noFill/>
            </a:ln>
          </p:spPr>
        </p:pic>
        <p:pic>
          <p:nvPicPr>
            <p:cNvPr id="927" name="Google Shape;927;p7"/>
            <p:cNvPicPr preferRelativeResize="0"/>
            <p:nvPr/>
          </p:nvPicPr>
          <p:blipFill rotWithShape="1">
            <a:blip r:embed="rId7">
              <a:alphaModFix/>
            </a:blip>
            <a:srcRect/>
            <a:stretch/>
          </p:blipFill>
          <p:spPr>
            <a:xfrm>
              <a:off x="6335200" y="1444863"/>
              <a:ext cx="521208" cy="521208"/>
            </a:xfrm>
            <a:prstGeom prst="rect">
              <a:avLst/>
            </a:prstGeom>
            <a:noFill/>
            <a:ln>
              <a:noFill/>
            </a:ln>
          </p:spPr>
        </p:pic>
        <p:pic>
          <p:nvPicPr>
            <p:cNvPr id="928" name="Google Shape;928;p7"/>
            <p:cNvPicPr preferRelativeResize="0"/>
            <p:nvPr/>
          </p:nvPicPr>
          <p:blipFill rotWithShape="1">
            <a:blip r:embed="rId8">
              <a:alphaModFix/>
            </a:blip>
            <a:srcRect/>
            <a:stretch/>
          </p:blipFill>
          <p:spPr>
            <a:xfrm>
              <a:off x="6339704" y="2279450"/>
              <a:ext cx="521208" cy="521208"/>
            </a:xfrm>
            <a:prstGeom prst="rect">
              <a:avLst/>
            </a:prstGeom>
            <a:noFill/>
            <a:ln>
              <a:noFill/>
            </a:ln>
          </p:spPr>
        </p:pic>
        <p:pic>
          <p:nvPicPr>
            <p:cNvPr id="929" name="Google Shape;929;p7"/>
            <p:cNvPicPr preferRelativeResize="0"/>
            <p:nvPr/>
          </p:nvPicPr>
          <p:blipFill rotWithShape="1">
            <a:blip r:embed="rId9">
              <a:alphaModFix/>
            </a:blip>
            <a:srcRect/>
            <a:stretch/>
          </p:blipFill>
          <p:spPr>
            <a:xfrm>
              <a:off x="6391464" y="3062389"/>
              <a:ext cx="521208" cy="521208"/>
            </a:xfrm>
            <a:prstGeom prst="rect">
              <a:avLst/>
            </a:prstGeom>
            <a:noFill/>
            <a:ln>
              <a:noFill/>
            </a:ln>
          </p:spPr>
        </p:pic>
        <p:pic>
          <p:nvPicPr>
            <p:cNvPr id="930" name="Google Shape;930;p7"/>
            <p:cNvPicPr preferRelativeResize="0"/>
            <p:nvPr/>
          </p:nvPicPr>
          <p:blipFill rotWithShape="1">
            <a:blip r:embed="rId10">
              <a:alphaModFix/>
            </a:blip>
            <a:srcRect/>
            <a:stretch/>
          </p:blipFill>
          <p:spPr>
            <a:xfrm>
              <a:off x="6391464" y="3791329"/>
              <a:ext cx="521208" cy="521208"/>
            </a:xfrm>
            <a:prstGeom prst="rect">
              <a:avLst/>
            </a:prstGeom>
            <a:noFill/>
            <a:ln>
              <a:noFill/>
            </a:ln>
          </p:spPr>
        </p:pic>
      </p:grpSp>
      <p:pic>
        <p:nvPicPr>
          <p:cNvPr id="931" name="Google Shape;931;p7" descr="A person using a computer&#10;&#10;Description automatically generated"/>
          <p:cNvPicPr preferRelativeResize="0"/>
          <p:nvPr/>
        </p:nvPicPr>
        <p:blipFill rotWithShape="1">
          <a:blip r:embed="rId11">
            <a:alphaModFix/>
          </a:blip>
          <a:srcRect l="16667" r="16666"/>
          <a:stretch/>
        </p:blipFill>
        <p:spPr>
          <a:xfrm>
            <a:off x="237818" y="1907851"/>
            <a:ext cx="1267369" cy="1267369"/>
          </a:xfrm>
          <a:prstGeom prst="ellipse">
            <a:avLst/>
          </a:prstGeom>
          <a:noFill/>
          <a:ln w="34925" cap="flat" cmpd="sng">
            <a:solidFill>
              <a:schemeClr val="dk2"/>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8"/>
          <p:cNvSpPr txBox="1">
            <a:spLocks noGrp="1"/>
          </p:cNvSpPr>
          <p:nvPr>
            <p:ph type="title"/>
          </p:nvPr>
        </p:nvSpPr>
        <p:spPr>
          <a:xfrm>
            <a:off x="296437" y="115829"/>
            <a:ext cx="8551200" cy="618900"/>
          </a:xfrm>
          <a:prstGeom prst="rect">
            <a:avLst/>
          </a:prstGeom>
          <a:noFill/>
          <a:ln>
            <a:noFill/>
          </a:ln>
        </p:spPr>
        <p:txBody>
          <a:bodyPr spcFirstLastPara="1" wrap="square" lIns="68550" tIns="34275" rIns="68550" bIns="34275" anchor="ctr" anchorCtr="0">
            <a:noAutofit/>
          </a:bodyPr>
          <a:lstStyle/>
          <a:p>
            <a:pPr marL="0" lvl="0" indent="0" algn="l" rtl="0">
              <a:lnSpc>
                <a:spcPct val="90000"/>
              </a:lnSpc>
              <a:spcBef>
                <a:spcPts val="0"/>
              </a:spcBef>
              <a:spcAft>
                <a:spcPts val="0"/>
              </a:spcAft>
              <a:buClr>
                <a:schemeClr val="dk2"/>
              </a:buClr>
              <a:buSzPts val="2800"/>
              <a:buFont typeface="Arial"/>
              <a:buNone/>
            </a:pPr>
            <a:r>
              <a:rPr lang="en-US" sz="2000">
                <a:solidFill>
                  <a:schemeClr val="dk2"/>
                </a:solidFill>
              </a:rPr>
              <a:t>Digital Recalls will unlock value in compliance-driven investment by leveraging serialization data mandated by DSCSA 2023</a:t>
            </a:r>
            <a:endParaRPr sz="2000">
              <a:solidFill>
                <a:schemeClr val="dk2"/>
              </a:solidFill>
            </a:endParaRPr>
          </a:p>
        </p:txBody>
      </p:sp>
      <p:sp>
        <p:nvSpPr>
          <p:cNvPr id="938" name="Google Shape;938;p8"/>
          <p:cNvSpPr/>
          <p:nvPr/>
        </p:nvSpPr>
        <p:spPr>
          <a:xfrm>
            <a:off x="5212740" y="915842"/>
            <a:ext cx="3582000" cy="36498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cxnSp>
        <p:nvCxnSpPr>
          <p:cNvPr id="939" name="Google Shape;939;p8"/>
          <p:cNvCxnSpPr/>
          <p:nvPr/>
        </p:nvCxnSpPr>
        <p:spPr>
          <a:xfrm rot="10800000">
            <a:off x="1963182" y="2041321"/>
            <a:ext cx="6734400" cy="0"/>
          </a:xfrm>
          <a:prstGeom prst="straightConnector1">
            <a:avLst/>
          </a:prstGeom>
          <a:noFill/>
          <a:ln w="25400" cap="rnd" cmpd="sng">
            <a:solidFill>
              <a:srgbClr val="AEABAB"/>
            </a:solidFill>
            <a:prstDash val="dot"/>
            <a:miter lim="800000"/>
            <a:headEnd type="none" w="sm" len="sm"/>
            <a:tailEnd type="none" w="sm" len="sm"/>
          </a:ln>
        </p:spPr>
      </p:cxnSp>
      <p:sp>
        <p:nvSpPr>
          <p:cNvPr id="940" name="Google Shape;940;p8"/>
          <p:cNvSpPr txBox="1"/>
          <p:nvPr/>
        </p:nvSpPr>
        <p:spPr>
          <a:xfrm>
            <a:off x="2345416" y="2260442"/>
            <a:ext cx="27903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0" i="0" u="none" strike="noStrike" cap="none">
                <a:solidFill>
                  <a:schemeClr val="dk2"/>
                </a:solidFill>
                <a:latin typeface="Arial"/>
                <a:ea typeface="Arial"/>
                <a:cs typeface="Arial"/>
                <a:sym typeface="Arial"/>
              </a:rPr>
              <a:t>Integration with TraceLink’s DSCSA compliance Track and Trace Solution</a:t>
            </a:r>
            <a:endParaRPr sz="1200" b="0" i="0" u="none" strike="noStrike" cap="none">
              <a:solidFill>
                <a:srgbClr val="000000"/>
              </a:solidFill>
              <a:latin typeface="Arial"/>
              <a:ea typeface="Arial"/>
              <a:cs typeface="Arial"/>
              <a:sym typeface="Arial"/>
            </a:endParaRPr>
          </a:p>
        </p:txBody>
      </p:sp>
      <p:sp>
        <p:nvSpPr>
          <p:cNvPr id="941" name="Google Shape;941;p8"/>
          <p:cNvSpPr txBox="1"/>
          <p:nvPr/>
        </p:nvSpPr>
        <p:spPr>
          <a:xfrm>
            <a:off x="5245624" y="2123078"/>
            <a:ext cx="27207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1" i="0" u="none" strike="noStrike" cap="none">
                <a:solidFill>
                  <a:schemeClr val="accent1"/>
                </a:solidFill>
                <a:latin typeface="Arial"/>
                <a:ea typeface="Arial"/>
                <a:cs typeface="Arial"/>
                <a:sym typeface="Arial"/>
              </a:rPr>
              <a:t>Locate recalled products 35% faster</a:t>
            </a:r>
            <a:r>
              <a:rPr lang="en-US" sz="1200" b="0" i="0" u="none" strike="noStrike" cap="none">
                <a:solidFill>
                  <a:srgbClr val="262626"/>
                </a:solidFill>
                <a:latin typeface="Arial"/>
                <a:ea typeface="Arial"/>
                <a:cs typeface="Arial"/>
                <a:sym typeface="Arial"/>
              </a:rPr>
              <a:t> by supporting inventory location management</a:t>
            </a:r>
            <a:endParaRPr sz="1200" b="0" i="0" u="none" strike="noStrike" cap="none">
              <a:solidFill>
                <a:srgbClr val="000000"/>
              </a:solidFill>
              <a:latin typeface="Arial"/>
              <a:ea typeface="Arial"/>
              <a:cs typeface="Arial"/>
              <a:sym typeface="Arial"/>
            </a:endParaRPr>
          </a:p>
        </p:txBody>
      </p:sp>
      <p:sp>
        <p:nvSpPr>
          <p:cNvPr id="942" name="Google Shape;942;p8"/>
          <p:cNvSpPr/>
          <p:nvPr/>
        </p:nvSpPr>
        <p:spPr>
          <a:xfrm>
            <a:off x="1851285" y="2236584"/>
            <a:ext cx="512100" cy="50190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943" name="Google Shape;943;p8"/>
          <p:cNvSpPr txBox="1"/>
          <p:nvPr/>
        </p:nvSpPr>
        <p:spPr>
          <a:xfrm>
            <a:off x="2353158" y="3955781"/>
            <a:ext cx="27903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0" i="0" u="none" strike="noStrike" cap="none">
                <a:solidFill>
                  <a:schemeClr val="dk2"/>
                </a:solidFill>
                <a:latin typeface="Arial"/>
                <a:ea typeface="Arial"/>
                <a:cs typeface="Arial"/>
                <a:sym typeface="Arial"/>
              </a:rPr>
              <a:t>Reimbursement based on serialized reconciliation</a:t>
            </a:r>
            <a:endParaRPr sz="1200" b="0" i="0" u="none" strike="noStrike" cap="none">
              <a:solidFill>
                <a:srgbClr val="000000"/>
              </a:solidFill>
              <a:latin typeface="Arial"/>
              <a:ea typeface="Arial"/>
              <a:cs typeface="Arial"/>
              <a:sym typeface="Arial"/>
            </a:endParaRPr>
          </a:p>
        </p:txBody>
      </p:sp>
      <p:sp>
        <p:nvSpPr>
          <p:cNvPr id="944" name="Google Shape;944;p8"/>
          <p:cNvSpPr txBox="1"/>
          <p:nvPr/>
        </p:nvSpPr>
        <p:spPr>
          <a:xfrm>
            <a:off x="5263725" y="3902423"/>
            <a:ext cx="25137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1" i="0" u="none" strike="noStrike" cap="none">
                <a:solidFill>
                  <a:schemeClr val="accent1"/>
                </a:solidFill>
                <a:latin typeface="Arial"/>
                <a:ea typeface="Arial"/>
                <a:cs typeface="Arial"/>
                <a:sym typeface="Arial"/>
              </a:rPr>
              <a:t>Get more value </a:t>
            </a:r>
            <a:r>
              <a:rPr lang="en-US" sz="1200" b="0" i="0" u="none" strike="noStrike" cap="none">
                <a:solidFill>
                  <a:srgbClr val="262626"/>
                </a:solidFill>
                <a:latin typeface="Arial"/>
                <a:ea typeface="Arial"/>
                <a:cs typeface="Arial"/>
                <a:sym typeface="Arial"/>
              </a:rPr>
              <a:t>for your returns with enhanced transparency</a:t>
            </a:r>
            <a:endParaRPr sz="1200" b="0" i="0" u="none" strike="noStrike" cap="none">
              <a:solidFill>
                <a:srgbClr val="000000"/>
              </a:solidFill>
              <a:latin typeface="Arial"/>
              <a:ea typeface="Arial"/>
              <a:cs typeface="Arial"/>
              <a:sym typeface="Arial"/>
            </a:endParaRPr>
          </a:p>
        </p:txBody>
      </p:sp>
      <p:grpSp>
        <p:nvGrpSpPr>
          <p:cNvPr id="945" name="Google Shape;945;p8"/>
          <p:cNvGrpSpPr/>
          <p:nvPr/>
        </p:nvGrpSpPr>
        <p:grpSpPr>
          <a:xfrm>
            <a:off x="1851281" y="3931018"/>
            <a:ext cx="512253" cy="501878"/>
            <a:chOff x="272174" y="3284114"/>
            <a:chExt cx="491700" cy="491700"/>
          </a:xfrm>
        </p:grpSpPr>
        <p:sp>
          <p:nvSpPr>
            <p:cNvPr id="946" name="Google Shape;946;p8"/>
            <p:cNvSpPr/>
            <p:nvPr/>
          </p:nvSpPr>
          <p:spPr>
            <a:xfrm>
              <a:off x="272174" y="3284114"/>
              <a:ext cx="491700" cy="49170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947" name="Google Shape;947;p8"/>
            <p:cNvPicPr preferRelativeResize="0"/>
            <p:nvPr/>
          </p:nvPicPr>
          <p:blipFill rotWithShape="1">
            <a:blip r:embed="rId3">
              <a:alphaModFix/>
            </a:blip>
            <a:srcRect/>
            <a:stretch/>
          </p:blipFill>
          <p:spPr>
            <a:xfrm>
              <a:off x="347292" y="3356062"/>
              <a:ext cx="332377" cy="339254"/>
            </a:xfrm>
            <a:prstGeom prst="rect">
              <a:avLst/>
            </a:prstGeom>
            <a:noFill/>
            <a:ln>
              <a:noFill/>
            </a:ln>
          </p:spPr>
        </p:pic>
      </p:grpSp>
      <p:sp>
        <p:nvSpPr>
          <p:cNvPr id="948" name="Google Shape;948;p8"/>
          <p:cNvSpPr txBox="1"/>
          <p:nvPr/>
        </p:nvSpPr>
        <p:spPr>
          <a:xfrm>
            <a:off x="1860397" y="915842"/>
            <a:ext cx="3352200" cy="314100"/>
          </a:xfrm>
          <a:prstGeom prst="rect">
            <a:avLst/>
          </a:prstGeom>
          <a:solidFill>
            <a:schemeClr val="dk2"/>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lt1"/>
                </a:solidFill>
                <a:latin typeface="Arial"/>
                <a:ea typeface="Arial"/>
                <a:cs typeface="Arial"/>
                <a:sym typeface="Arial"/>
              </a:rPr>
              <a:t>Digital Recalls </a:t>
            </a:r>
            <a:r>
              <a:rPr lang="en-US" sz="1400" b="1" i="0" u="none" strike="noStrike" cap="none">
                <a:solidFill>
                  <a:schemeClr val="accent4"/>
                </a:solidFill>
                <a:latin typeface="Arial"/>
                <a:ea typeface="Arial"/>
                <a:cs typeface="Arial"/>
                <a:sym typeface="Arial"/>
              </a:rPr>
              <a:t>Future</a:t>
            </a:r>
            <a:r>
              <a:rPr lang="en-US" sz="1400" b="1" i="0" u="none" strike="noStrike" cap="none">
                <a:solidFill>
                  <a:schemeClr val="lt1"/>
                </a:solidFill>
                <a:latin typeface="Arial"/>
                <a:ea typeface="Arial"/>
                <a:cs typeface="Arial"/>
                <a:sym typeface="Arial"/>
              </a:rPr>
              <a:t> Capability:</a:t>
            </a:r>
            <a:endParaRPr sz="1400" b="0" i="0" u="none" strike="noStrike" cap="none">
              <a:solidFill>
                <a:srgbClr val="000000"/>
              </a:solidFill>
              <a:latin typeface="Arial"/>
              <a:ea typeface="Arial"/>
              <a:cs typeface="Arial"/>
              <a:sym typeface="Arial"/>
            </a:endParaRPr>
          </a:p>
        </p:txBody>
      </p:sp>
      <p:sp>
        <p:nvSpPr>
          <p:cNvPr id="949" name="Google Shape;949;p8"/>
          <p:cNvSpPr txBox="1"/>
          <p:nvPr/>
        </p:nvSpPr>
        <p:spPr>
          <a:xfrm>
            <a:off x="5212738" y="915842"/>
            <a:ext cx="3582000" cy="31410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lt1"/>
                </a:solidFill>
                <a:latin typeface="Arial"/>
                <a:ea typeface="Arial"/>
                <a:cs typeface="Arial"/>
                <a:sym typeface="Arial"/>
              </a:rPr>
              <a:t>Business Impact:</a:t>
            </a:r>
            <a:endParaRPr sz="1400" b="0" i="0" u="none" strike="noStrike" cap="none">
              <a:solidFill>
                <a:srgbClr val="000000"/>
              </a:solidFill>
              <a:latin typeface="Arial"/>
              <a:ea typeface="Arial"/>
              <a:cs typeface="Arial"/>
              <a:sym typeface="Arial"/>
            </a:endParaRPr>
          </a:p>
        </p:txBody>
      </p:sp>
      <p:sp>
        <p:nvSpPr>
          <p:cNvPr id="950" name="Google Shape;950;p8"/>
          <p:cNvSpPr txBox="1"/>
          <p:nvPr/>
        </p:nvSpPr>
        <p:spPr>
          <a:xfrm>
            <a:off x="2364509" y="1499686"/>
            <a:ext cx="27903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0" i="0" u="none" strike="noStrike" cap="none">
                <a:solidFill>
                  <a:schemeClr val="dk2"/>
                </a:solidFill>
                <a:latin typeface="Arial"/>
                <a:ea typeface="Arial"/>
                <a:cs typeface="Arial"/>
                <a:sym typeface="Arial"/>
              </a:rPr>
              <a:t>Targeted recall notifications</a:t>
            </a:r>
            <a:endParaRPr sz="1200" b="0" i="0" u="none" strike="noStrike" cap="none">
              <a:solidFill>
                <a:srgbClr val="000000"/>
              </a:solidFill>
              <a:latin typeface="Arial"/>
              <a:ea typeface="Arial"/>
              <a:cs typeface="Arial"/>
              <a:sym typeface="Arial"/>
            </a:endParaRPr>
          </a:p>
        </p:txBody>
      </p:sp>
      <p:sp>
        <p:nvSpPr>
          <p:cNvPr id="951" name="Google Shape;951;p8"/>
          <p:cNvSpPr txBox="1"/>
          <p:nvPr/>
        </p:nvSpPr>
        <p:spPr>
          <a:xfrm>
            <a:off x="5254736" y="1333286"/>
            <a:ext cx="27117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1" i="0" u="none" strike="noStrike" cap="none">
                <a:solidFill>
                  <a:schemeClr val="accent1"/>
                </a:solidFill>
                <a:latin typeface="Arial"/>
                <a:ea typeface="Arial"/>
                <a:cs typeface="Arial"/>
                <a:sym typeface="Arial"/>
              </a:rPr>
              <a:t>Reduce the number of shelf walks by 47% </a:t>
            </a:r>
            <a:r>
              <a:rPr lang="en-US" sz="1200" b="0" i="0" u="none" strike="noStrike" cap="none">
                <a:solidFill>
                  <a:srgbClr val="262626"/>
                </a:solidFill>
                <a:latin typeface="Arial"/>
                <a:ea typeface="Arial"/>
                <a:cs typeface="Arial"/>
                <a:sym typeface="Arial"/>
              </a:rPr>
              <a:t>by only searching for product your organization has purchased</a:t>
            </a:r>
            <a:endParaRPr sz="1200" b="0" i="0" u="none" strike="noStrike" cap="none">
              <a:solidFill>
                <a:srgbClr val="000000"/>
              </a:solidFill>
              <a:latin typeface="Arial"/>
              <a:ea typeface="Arial"/>
              <a:cs typeface="Arial"/>
              <a:sym typeface="Arial"/>
            </a:endParaRPr>
          </a:p>
        </p:txBody>
      </p:sp>
      <p:sp>
        <p:nvSpPr>
          <p:cNvPr id="952" name="Google Shape;952;p8"/>
          <p:cNvSpPr/>
          <p:nvPr/>
        </p:nvSpPr>
        <p:spPr>
          <a:xfrm>
            <a:off x="1860397" y="1398065"/>
            <a:ext cx="512100" cy="50190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cxnSp>
        <p:nvCxnSpPr>
          <p:cNvPr id="953" name="Google Shape;953;p8"/>
          <p:cNvCxnSpPr/>
          <p:nvPr/>
        </p:nvCxnSpPr>
        <p:spPr>
          <a:xfrm rot="10800000">
            <a:off x="1963182" y="2892856"/>
            <a:ext cx="6734400" cy="0"/>
          </a:xfrm>
          <a:prstGeom prst="straightConnector1">
            <a:avLst/>
          </a:prstGeom>
          <a:noFill/>
          <a:ln w="25400" cap="rnd" cmpd="sng">
            <a:solidFill>
              <a:srgbClr val="AEABAB"/>
            </a:solidFill>
            <a:prstDash val="dot"/>
            <a:miter lim="800000"/>
            <a:headEnd type="none" w="sm" len="sm"/>
            <a:tailEnd type="none" w="sm" len="sm"/>
          </a:ln>
        </p:spPr>
      </p:cxnSp>
      <p:sp>
        <p:nvSpPr>
          <p:cNvPr id="954" name="Google Shape;954;p8"/>
          <p:cNvSpPr txBox="1"/>
          <p:nvPr/>
        </p:nvSpPr>
        <p:spPr>
          <a:xfrm>
            <a:off x="2382340" y="3066758"/>
            <a:ext cx="27903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0" i="0" u="none" strike="noStrike" cap="none">
                <a:solidFill>
                  <a:schemeClr val="dk2"/>
                </a:solidFill>
                <a:latin typeface="Arial"/>
                <a:ea typeface="Arial"/>
                <a:cs typeface="Arial"/>
                <a:sym typeface="Arial"/>
              </a:rPr>
              <a:t>API integration with medication management systems</a:t>
            </a:r>
            <a:endParaRPr sz="1200" b="0" i="0" u="none" strike="noStrike" cap="none">
              <a:solidFill>
                <a:srgbClr val="000000"/>
              </a:solidFill>
              <a:latin typeface="Arial"/>
              <a:ea typeface="Arial"/>
              <a:cs typeface="Arial"/>
              <a:sym typeface="Arial"/>
            </a:endParaRPr>
          </a:p>
        </p:txBody>
      </p:sp>
      <p:sp>
        <p:nvSpPr>
          <p:cNvPr id="955" name="Google Shape;955;p8"/>
          <p:cNvSpPr/>
          <p:nvPr/>
        </p:nvSpPr>
        <p:spPr>
          <a:xfrm>
            <a:off x="1860011" y="3059456"/>
            <a:ext cx="512100" cy="50190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cxnSp>
        <p:nvCxnSpPr>
          <p:cNvPr id="956" name="Google Shape;956;p8"/>
          <p:cNvCxnSpPr/>
          <p:nvPr/>
        </p:nvCxnSpPr>
        <p:spPr>
          <a:xfrm rot="10800000">
            <a:off x="1960182" y="3712741"/>
            <a:ext cx="6737400" cy="0"/>
          </a:xfrm>
          <a:prstGeom prst="straightConnector1">
            <a:avLst/>
          </a:prstGeom>
          <a:noFill/>
          <a:ln w="25400" cap="rnd" cmpd="sng">
            <a:solidFill>
              <a:srgbClr val="AEABAB"/>
            </a:solidFill>
            <a:prstDash val="dot"/>
            <a:miter lim="800000"/>
            <a:headEnd type="none" w="sm" len="sm"/>
            <a:tailEnd type="none" w="sm" len="sm"/>
          </a:ln>
        </p:spPr>
      </p:cxnSp>
      <p:sp>
        <p:nvSpPr>
          <p:cNvPr id="957" name="Google Shape;957;p8"/>
          <p:cNvSpPr txBox="1"/>
          <p:nvPr/>
        </p:nvSpPr>
        <p:spPr>
          <a:xfrm>
            <a:off x="5285401" y="2979655"/>
            <a:ext cx="24489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US" sz="1200" b="1" i="0" u="none" strike="noStrike" cap="none">
                <a:solidFill>
                  <a:schemeClr val="accent1"/>
                </a:solidFill>
                <a:latin typeface="Arial"/>
                <a:ea typeface="Arial"/>
                <a:cs typeface="Arial"/>
                <a:sym typeface="Arial"/>
              </a:rPr>
              <a:t>Save time an effort </a:t>
            </a:r>
            <a:r>
              <a:rPr lang="en-US" sz="1200" b="0" i="0" u="none" strike="noStrike" cap="none">
                <a:solidFill>
                  <a:srgbClr val="262626"/>
                </a:solidFill>
                <a:latin typeface="Arial"/>
                <a:ea typeface="Arial"/>
                <a:cs typeface="Arial"/>
                <a:sym typeface="Arial"/>
              </a:rPr>
              <a:t>by automating data entry with connected systems</a:t>
            </a:r>
            <a:endParaRPr sz="1200" b="0" i="0" u="none" strike="noStrike" cap="none">
              <a:solidFill>
                <a:srgbClr val="000000"/>
              </a:solidFill>
              <a:latin typeface="Arial"/>
              <a:ea typeface="Arial"/>
              <a:cs typeface="Arial"/>
              <a:sym typeface="Arial"/>
            </a:endParaRPr>
          </a:p>
        </p:txBody>
      </p:sp>
      <p:pic>
        <p:nvPicPr>
          <p:cNvPr id="958" name="Google Shape;958;p8"/>
          <p:cNvPicPr preferRelativeResize="0"/>
          <p:nvPr/>
        </p:nvPicPr>
        <p:blipFill rotWithShape="1">
          <a:blip r:embed="rId4">
            <a:alphaModFix/>
          </a:blip>
          <a:srcRect/>
          <a:stretch/>
        </p:blipFill>
        <p:spPr>
          <a:xfrm>
            <a:off x="1953810" y="3144914"/>
            <a:ext cx="315775" cy="315775"/>
          </a:xfrm>
          <a:prstGeom prst="rect">
            <a:avLst/>
          </a:prstGeom>
          <a:noFill/>
          <a:ln>
            <a:noFill/>
          </a:ln>
        </p:spPr>
      </p:pic>
      <p:pic>
        <p:nvPicPr>
          <p:cNvPr id="959" name="Google Shape;959;p8"/>
          <p:cNvPicPr preferRelativeResize="0"/>
          <p:nvPr/>
        </p:nvPicPr>
        <p:blipFill rotWithShape="1">
          <a:blip r:embed="rId5">
            <a:alphaModFix/>
          </a:blip>
          <a:srcRect/>
          <a:stretch/>
        </p:blipFill>
        <p:spPr>
          <a:xfrm>
            <a:off x="7975820" y="2219485"/>
            <a:ext cx="531995" cy="531995"/>
          </a:xfrm>
          <a:prstGeom prst="rect">
            <a:avLst/>
          </a:prstGeom>
          <a:noFill/>
          <a:ln>
            <a:noFill/>
          </a:ln>
        </p:spPr>
      </p:pic>
      <p:pic>
        <p:nvPicPr>
          <p:cNvPr id="960" name="Google Shape;960;p8"/>
          <p:cNvPicPr preferRelativeResize="0"/>
          <p:nvPr/>
        </p:nvPicPr>
        <p:blipFill rotWithShape="1">
          <a:blip r:embed="rId6">
            <a:alphaModFix/>
          </a:blip>
          <a:srcRect/>
          <a:stretch/>
        </p:blipFill>
        <p:spPr>
          <a:xfrm>
            <a:off x="7966387" y="1393684"/>
            <a:ext cx="531995" cy="531995"/>
          </a:xfrm>
          <a:prstGeom prst="rect">
            <a:avLst/>
          </a:prstGeom>
          <a:noFill/>
          <a:ln>
            <a:noFill/>
          </a:ln>
        </p:spPr>
      </p:pic>
      <p:pic>
        <p:nvPicPr>
          <p:cNvPr id="961" name="Google Shape;961;p8"/>
          <p:cNvPicPr preferRelativeResize="0"/>
          <p:nvPr/>
        </p:nvPicPr>
        <p:blipFill rotWithShape="1">
          <a:blip r:embed="rId7">
            <a:alphaModFix/>
          </a:blip>
          <a:srcRect/>
          <a:stretch/>
        </p:blipFill>
        <p:spPr>
          <a:xfrm>
            <a:off x="7889330" y="3855719"/>
            <a:ext cx="618485" cy="587561"/>
          </a:xfrm>
          <a:prstGeom prst="rect">
            <a:avLst/>
          </a:prstGeom>
          <a:noFill/>
          <a:ln>
            <a:noFill/>
          </a:ln>
        </p:spPr>
      </p:pic>
      <p:pic>
        <p:nvPicPr>
          <p:cNvPr id="962" name="Google Shape;962;p8"/>
          <p:cNvPicPr preferRelativeResize="0"/>
          <p:nvPr/>
        </p:nvPicPr>
        <p:blipFill rotWithShape="1">
          <a:blip r:embed="rId8">
            <a:alphaModFix/>
          </a:blip>
          <a:srcRect/>
          <a:stretch/>
        </p:blipFill>
        <p:spPr>
          <a:xfrm>
            <a:off x="7937671" y="3071321"/>
            <a:ext cx="589425" cy="506750"/>
          </a:xfrm>
          <a:prstGeom prst="rect">
            <a:avLst/>
          </a:prstGeom>
          <a:noFill/>
          <a:ln>
            <a:noFill/>
          </a:ln>
        </p:spPr>
      </p:pic>
      <p:pic>
        <p:nvPicPr>
          <p:cNvPr id="963" name="Google Shape;963;p8"/>
          <p:cNvPicPr preferRelativeResize="0"/>
          <p:nvPr/>
        </p:nvPicPr>
        <p:blipFill rotWithShape="1">
          <a:blip r:embed="rId9">
            <a:alphaModFix/>
          </a:blip>
          <a:srcRect l="4562" t="14859" r="5630" b="10013"/>
          <a:stretch/>
        </p:blipFill>
        <p:spPr>
          <a:xfrm>
            <a:off x="237817" y="1907850"/>
            <a:ext cx="1271100" cy="1271100"/>
          </a:xfrm>
          <a:prstGeom prst="ellipse">
            <a:avLst/>
          </a:prstGeom>
          <a:noFill/>
          <a:ln w="34925" cap="flat" cmpd="sng">
            <a:solidFill>
              <a:schemeClr val="accent4"/>
            </a:solidFill>
            <a:prstDash val="solid"/>
            <a:round/>
            <a:headEnd type="none" w="sm" len="sm"/>
            <a:tailEnd type="none" w="sm" len="sm"/>
          </a:ln>
        </p:spPr>
      </p:pic>
      <p:pic>
        <p:nvPicPr>
          <p:cNvPr id="964" name="Google Shape;964;p8"/>
          <p:cNvPicPr preferRelativeResize="0"/>
          <p:nvPr/>
        </p:nvPicPr>
        <p:blipFill rotWithShape="1">
          <a:blip r:embed="rId10">
            <a:alphaModFix/>
          </a:blip>
          <a:srcRect/>
          <a:stretch/>
        </p:blipFill>
        <p:spPr>
          <a:xfrm>
            <a:off x="1929988" y="2303242"/>
            <a:ext cx="345186" cy="345186"/>
          </a:xfrm>
          <a:prstGeom prst="rect">
            <a:avLst/>
          </a:prstGeom>
          <a:noFill/>
          <a:ln>
            <a:noFill/>
          </a:ln>
        </p:spPr>
      </p:pic>
      <p:pic>
        <p:nvPicPr>
          <p:cNvPr id="965" name="Google Shape;965;p8"/>
          <p:cNvPicPr preferRelativeResize="0"/>
          <p:nvPr/>
        </p:nvPicPr>
        <p:blipFill rotWithShape="1">
          <a:blip r:embed="rId11">
            <a:alphaModFix/>
          </a:blip>
          <a:srcRect/>
          <a:stretch/>
        </p:blipFill>
        <p:spPr>
          <a:xfrm>
            <a:off x="1902455" y="1433766"/>
            <a:ext cx="419996" cy="41999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p13"/>
          <p:cNvSpPr/>
          <p:nvPr/>
        </p:nvSpPr>
        <p:spPr>
          <a:xfrm>
            <a:off x="5880160" y="738422"/>
            <a:ext cx="3002400" cy="37725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71" name="Google Shape;971;p13"/>
          <p:cNvSpPr txBox="1"/>
          <p:nvPr/>
        </p:nvSpPr>
        <p:spPr>
          <a:xfrm>
            <a:off x="187628" y="89454"/>
            <a:ext cx="8956500" cy="618900"/>
          </a:xfrm>
          <a:prstGeom prst="rect">
            <a:avLst/>
          </a:prstGeom>
          <a:noFill/>
          <a:ln>
            <a:noFill/>
          </a:ln>
        </p:spPr>
        <p:txBody>
          <a:bodyPr spcFirstLastPara="1" wrap="square" lIns="91425" tIns="45700" rIns="91425" bIns="45700" anchor="ctr" anchorCtr="0">
            <a:normAutofit fontScale="92500" lnSpcReduction="20000"/>
          </a:bodyPr>
          <a:lstStyle/>
          <a:p>
            <a:pPr marL="0" marR="0" lvl="0" indent="0" algn="l" rtl="0">
              <a:lnSpc>
                <a:spcPct val="110000"/>
              </a:lnSpc>
              <a:spcBef>
                <a:spcPts val="0"/>
              </a:spcBef>
              <a:spcAft>
                <a:spcPts val="0"/>
              </a:spcAft>
              <a:buClr>
                <a:schemeClr val="accent6"/>
              </a:buClr>
              <a:buSzPct val="97297"/>
              <a:buFont typeface="Arial"/>
              <a:buNone/>
            </a:pPr>
            <a:r>
              <a:rPr lang="en-US" sz="2000" b="1" i="0" u="none" strike="noStrike" cap="none">
                <a:solidFill>
                  <a:schemeClr val="lt1"/>
                </a:solidFill>
                <a:latin typeface="Arial"/>
                <a:ea typeface="Arial"/>
                <a:cs typeface="Arial"/>
                <a:sym typeface="Arial"/>
              </a:rPr>
              <a:t>Digital Recalls will integrate with TraceLink’s Track &amp; Trace solution and medication management systems</a:t>
            </a:r>
            <a:endParaRPr sz="2000" b="0" i="0" u="none" strike="noStrike" cap="none">
              <a:solidFill>
                <a:schemeClr val="lt1"/>
              </a:solidFill>
              <a:latin typeface="Arial"/>
              <a:ea typeface="Arial"/>
              <a:cs typeface="Arial"/>
              <a:sym typeface="Arial"/>
            </a:endParaRPr>
          </a:p>
        </p:txBody>
      </p:sp>
      <p:sp>
        <p:nvSpPr>
          <p:cNvPr id="972" name="Google Shape;972;p13"/>
          <p:cNvSpPr txBox="1"/>
          <p:nvPr/>
        </p:nvSpPr>
        <p:spPr>
          <a:xfrm>
            <a:off x="6186915" y="1080102"/>
            <a:ext cx="2556900" cy="3229500"/>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Clr>
                <a:schemeClr val="lt1"/>
              </a:buClr>
              <a:buSzPts val="1340"/>
              <a:buFont typeface="Arial"/>
              <a:buChar char="•"/>
            </a:pPr>
            <a:r>
              <a:rPr lang="en-US" sz="1340" b="0" i="0" u="none" strike="noStrike" cap="none" dirty="0">
                <a:solidFill>
                  <a:schemeClr val="lt1"/>
                </a:solidFill>
                <a:latin typeface="Arial"/>
                <a:ea typeface="Arial"/>
                <a:cs typeface="Arial"/>
                <a:sym typeface="Arial"/>
              </a:rPr>
              <a:t>TraceLink matches DSCSA purchase data to the recall database to create “targeted” recalls</a:t>
            </a:r>
            <a:endParaRPr sz="1340" b="0" i="0" u="none" strike="noStrike" cap="none" dirty="0">
              <a:solidFill>
                <a:schemeClr val="lt1"/>
              </a:solidFill>
              <a:latin typeface="Arial"/>
              <a:ea typeface="Arial"/>
              <a:cs typeface="Arial"/>
              <a:sym typeface="Arial"/>
            </a:endParaRPr>
          </a:p>
          <a:p>
            <a:pPr marL="171450" marR="0" lvl="0" indent="-171450" algn="l" rtl="0">
              <a:lnSpc>
                <a:spcPct val="100000"/>
              </a:lnSpc>
              <a:spcBef>
                <a:spcPts val="1200"/>
              </a:spcBef>
              <a:spcAft>
                <a:spcPts val="0"/>
              </a:spcAft>
              <a:buClr>
                <a:schemeClr val="lt1"/>
              </a:buClr>
              <a:buSzPts val="1340"/>
              <a:buFont typeface="Arial"/>
              <a:buChar char="•"/>
            </a:pPr>
            <a:r>
              <a:rPr lang="en-US" sz="1340" b="0" i="0" u="none" strike="noStrike" cap="none" dirty="0">
                <a:solidFill>
                  <a:schemeClr val="lt1"/>
                </a:solidFill>
                <a:latin typeface="Arial"/>
                <a:ea typeface="Arial"/>
                <a:cs typeface="Arial"/>
                <a:sym typeface="Arial"/>
              </a:rPr>
              <a:t>Organization get</a:t>
            </a:r>
            <a:r>
              <a:rPr lang="en-US" sz="1340" dirty="0">
                <a:solidFill>
                  <a:schemeClr val="lt1"/>
                </a:solidFill>
              </a:rPr>
              <a:t>s</a:t>
            </a:r>
            <a:r>
              <a:rPr lang="en-US" sz="1340" b="0" i="0" u="none" strike="noStrike" cap="none" dirty="0">
                <a:solidFill>
                  <a:schemeClr val="lt1"/>
                </a:solidFill>
                <a:latin typeface="Arial"/>
                <a:ea typeface="Arial"/>
                <a:cs typeface="Arial"/>
                <a:sym typeface="Arial"/>
              </a:rPr>
              <a:t> alerted for recalled product that they have purchased</a:t>
            </a:r>
            <a:endParaRPr sz="1340" b="0" i="0" u="none" strike="noStrike" cap="none" dirty="0">
              <a:solidFill>
                <a:schemeClr val="lt1"/>
              </a:solidFill>
              <a:latin typeface="Arial"/>
              <a:ea typeface="Arial"/>
              <a:cs typeface="Arial"/>
              <a:sym typeface="Arial"/>
            </a:endParaRPr>
          </a:p>
          <a:p>
            <a:pPr marL="171450" marR="0" lvl="0" indent="-171450" algn="l" rtl="0">
              <a:lnSpc>
                <a:spcPct val="100000"/>
              </a:lnSpc>
              <a:spcBef>
                <a:spcPts val="1200"/>
              </a:spcBef>
              <a:spcAft>
                <a:spcPts val="1200"/>
              </a:spcAft>
              <a:buClr>
                <a:schemeClr val="lt1"/>
              </a:buClr>
              <a:buSzPts val="1340"/>
              <a:buFont typeface="Arial"/>
              <a:buChar char="•"/>
            </a:pPr>
            <a:r>
              <a:rPr lang="en-US" sz="1340" b="0" i="0" u="none" strike="noStrike" cap="none" dirty="0">
                <a:solidFill>
                  <a:schemeClr val="lt1"/>
                </a:solidFill>
                <a:latin typeface="Arial"/>
                <a:ea typeface="Arial"/>
                <a:cs typeface="Arial"/>
                <a:sym typeface="Arial"/>
              </a:rPr>
              <a:t>API integration with medication management systems enables product visibility as it moves throughout the dispensing site</a:t>
            </a:r>
            <a:endParaRPr sz="1340" b="0" i="0" u="none" strike="noStrike" cap="none" dirty="0">
              <a:solidFill>
                <a:schemeClr val="lt1"/>
              </a:solidFill>
              <a:latin typeface="Arial"/>
              <a:ea typeface="Arial"/>
              <a:cs typeface="Arial"/>
              <a:sym typeface="Arial"/>
            </a:endParaRPr>
          </a:p>
        </p:txBody>
      </p:sp>
      <p:cxnSp>
        <p:nvCxnSpPr>
          <p:cNvPr id="973" name="Google Shape;973;p13"/>
          <p:cNvCxnSpPr/>
          <p:nvPr/>
        </p:nvCxnSpPr>
        <p:spPr>
          <a:xfrm>
            <a:off x="3086267" y="2823597"/>
            <a:ext cx="603900" cy="0"/>
          </a:xfrm>
          <a:prstGeom prst="straightConnector1">
            <a:avLst/>
          </a:prstGeom>
          <a:noFill/>
          <a:ln w="44450" cap="rnd" cmpd="sng">
            <a:solidFill>
              <a:schemeClr val="lt1"/>
            </a:solidFill>
            <a:prstDash val="dot"/>
            <a:miter lim="800000"/>
            <a:headEnd type="none" w="sm" len="sm"/>
            <a:tailEnd type="none" w="sm" len="sm"/>
          </a:ln>
        </p:spPr>
      </p:cxnSp>
      <p:sp>
        <p:nvSpPr>
          <p:cNvPr id="974" name="Google Shape;974;p13"/>
          <p:cNvSpPr/>
          <p:nvPr/>
        </p:nvSpPr>
        <p:spPr>
          <a:xfrm>
            <a:off x="400118" y="881463"/>
            <a:ext cx="2602226" cy="3772518"/>
          </a:xfrm>
          <a:prstGeom prst="rect">
            <a:avLst/>
          </a:prstGeom>
          <a:solidFill>
            <a:schemeClr val="accent1">
              <a:alpha val="21176"/>
            </a:schemeClr>
          </a:solidFill>
          <a:ln w="12700" cap="rnd"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975" name="Google Shape;975;p13"/>
          <p:cNvSpPr/>
          <p:nvPr/>
        </p:nvSpPr>
        <p:spPr>
          <a:xfrm>
            <a:off x="400118" y="875887"/>
            <a:ext cx="2602226" cy="408408"/>
          </a:xfrm>
          <a:prstGeom prst="rect">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976" name="Google Shape;976;p13" descr="Logo&#10;&#10;Description automatically generated"/>
          <p:cNvPicPr preferRelativeResize="0"/>
          <p:nvPr/>
        </p:nvPicPr>
        <p:blipFill rotWithShape="1">
          <a:blip r:embed="rId3">
            <a:alphaModFix/>
          </a:blip>
          <a:srcRect/>
          <a:stretch/>
        </p:blipFill>
        <p:spPr>
          <a:xfrm>
            <a:off x="1168215" y="976847"/>
            <a:ext cx="1066033" cy="197871"/>
          </a:xfrm>
          <a:prstGeom prst="rect">
            <a:avLst/>
          </a:prstGeom>
          <a:noFill/>
          <a:ln>
            <a:noFill/>
          </a:ln>
        </p:spPr>
      </p:pic>
      <p:sp>
        <p:nvSpPr>
          <p:cNvPr id="977" name="Google Shape;977;p13"/>
          <p:cNvSpPr txBox="1"/>
          <p:nvPr/>
        </p:nvSpPr>
        <p:spPr>
          <a:xfrm>
            <a:off x="565997" y="3150539"/>
            <a:ext cx="2270468"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accent3"/>
                </a:solidFill>
                <a:latin typeface="Arial"/>
                <a:ea typeface="Arial"/>
                <a:cs typeface="Arial"/>
                <a:sym typeface="Arial"/>
              </a:rPr>
              <a:t>Recall Database</a:t>
            </a:r>
            <a:endParaRPr sz="1400" b="0" i="0" u="none" strike="noStrike" cap="none">
              <a:solidFill>
                <a:srgbClr val="000000"/>
              </a:solidFill>
              <a:latin typeface="Arial"/>
              <a:ea typeface="Arial"/>
              <a:cs typeface="Arial"/>
              <a:sym typeface="Arial"/>
            </a:endParaRPr>
          </a:p>
        </p:txBody>
      </p:sp>
      <p:sp>
        <p:nvSpPr>
          <p:cNvPr id="978" name="Google Shape;978;p13"/>
          <p:cNvSpPr/>
          <p:nvPr/>
        </p:nvSpPr>
        <p:spPr>
          <a:xfrm>
            <a:off x="1378689" y="2488575"/>
            <a:ext cx="645084" cy="645084"/>
          </a:xfrm>
          <a:prstGeom prst="ellipse">
            <a:avLst/>
          </a:prstGeom>
          <a:solidFill>
            <a:schemeClr val="accent6"/>
          </a:solid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979" name="Google Shape;979;p13"/>
          <p:cNvGrpSpPr/>
          <p:nvPr/>
        </p:nvGrpSpPr>
        <p:grpSpPr>
          <a:xfrm>
            <a:off x="3496203" y="2074562"/>
            <a:ext cx="2262900" cy="1459707"/>
            <a:chOff x="3614464" y="2502384"/>
            <a:chExt cx="2262900" cy="1459707"/>
          </a:xfrm>
        </p:grpSpPr>
        <p:sp>
          <p:nvSpPr>
            <p:cNvPr id="980" name="Google Shape;980;p13"/>
            <p:cNvSpPr/>
            <p:nvPr/>
          </p:nvSpPr>
          <p:spPr>
            <a:xfrm>
              <a:off x="3777823" y="2771653"/>
              <a:ext cx="1941111" cy="1190438"/>
            </a:xfrm>
            <a:prstGeom prst="rect">
              <a:avLst/>
            </a:prstGeom>
            <a:solidFill>
              <a:schemeClr val="accent4"/>
            </a:solidFill>
            <a:ln w="12700" cap="rnd"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981" name="Google Shape;981;p13"/>
            <p:cNvSpPr txBox="1"/>
            <p:nvPr/>
          </p:nvSpPr>
          <p:spPr>
            <a:xfrm>
              <a:off x="3614464" y="2885891"/>
              <a:ext cx="2262900" cy="492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lt1"/>
                  </a:solidFill>
                  <a:latin typeface="Arial"/>
                  <a:ea typeface="Arial"/>
                  <a:cs typeface="Arial"/>
                  <a:sym typeface="Arial"/>
                </a:rPr>
                <a:t>Medication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lt1"/>
                  </a:solidFill>
                  <a:latin typeface="Arial"/>
                  <a:ea typeface="Arial"/>
                  <a:cs typeface="Arial"/>
                  <a:sym typeface="Arial"/>
                </a:rPr>
                <a:t>Management System</a:t>
              </a:r>
              <a:endParaRPr sz="1400" b="0" i="0" u="none" strike="noStrike" cap="none">
                <a:solidFill>
                  <a:srgbClr val="000000"/>
                </a:solidFill>
                <a:latin typeface="Arial"/>
                <a:ea typeface="Arial"/>
                <a:cs typeface="Arial"/>
                <a:sym typeface="Arial"/>
              </a:endParaRPr>
            </a:p>
          </p:txBody>
        </p:sp>
        <p:pic>
          <p:nvPicPr>
            <p:cNvPr id="982" name="Google Shape;982;p13"/>
            <p:cNvPicPr preferRelativeResize="0"/>
            <p:nvPr/>
          </p:nvPicPr>
          <p:blipFill rotWithShape="1">
            <a:blip r:embed="rId4">
              <a:alphaModFix/>
            </a:blip>
            <a:srcRect/>
            <a:stretch/>
          </p:blipFill>
          <p:spPr>
            <a:xfrm>
              <a:off x="4595855" y="3398584"/>
              <a:ext cx="332307" cy="420467"/>
            </a:xfrm>
            <a:prstGeom prst="rect">
              <a:avLst/>
            </a:prstGeom>
            <a:noFill/>
            <a:ln>
              <a:noFill/>
            </a:ln>
          </p:spPr>
        </p:pic>
        <p:grpSp>
          <p:nvGrpSpPr>
            <p:cNvPr id="983" name="Google Shape;983;p13"/>
            <p:cNvGrpSpPr/>
            <p:nvPr/>
          </p:nvGrpSpPr>
          <p:grpSpPr>
            <a:xfrm>
              <a:off x="4554500" y="2502384"/>
              <a:ext cx="377181" cy="377181"/>
              <a:chOff x="1366054" y="1363055"/>
              <a:chExt cx="377181" cy="377181"/>
            </a:xfrm>
          </p:grpSpPr>
          <p:sp>
            <p:nvSpPr>
              <p:cNvPr id="984" name="Google Shape;984;p13"/>
              <p:cNvSpPr/>
              <p:nvPr/>
            </p:nvSpPr>
            <p:spPr>
              <a:xfrm>
                <a:off x="1366054" y="1363055"/>
                <a:ext cx="377181" cy="377181"/>
              </a:xfrm>
              <a:prstGeom prst="ellipse">
                <a:avLst/>
              </a:prstGeom>
              <a:solidFill>
                <a:schemeClr val="accent4"/>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985" name="Google Shape;985;p13"/>
              <p:cNvPicPr preferRelativeResize="0"/>
              <p:nvPr/>
            </p:nvPicPr>
            <p:blipFill rotWithShape="1">
              <a:blip r:embed="rId5">
                <a:alphaModFix/>
              </a:blip>
              <a:srcRect/>
              <a:stretch/>
            </p:blipFill>
            <p:spPr>
              <a:xfrm>
                <a:off x="1422865" y="1419866"/>
                <a:ext cx="263558" cy="263558"/>
              </a:xfrm>
              <a:prstGeom prst="rect">
                <a:avLst/>
              </a:prstGeom>
              <a:noFill/>
              <a:ln>
                <a:noFill/>
              </a:ln>
            </p:spPr>
          </p:pic>
        </p:grpSp>
      </p:grpSp>
      <p:grpSp>
        <p:nvGrpSpPr>
          <p:cNvPr id="986" name="Google Shape;986;p13"/>
          <p:cNvGrpSpPr/>
          <p:nvPr/>
        </p:nvGrpSpPr>
        <p:grpSpPr>
          <a:xfrm>
            <a:off x="6035156" y="1083101"/>
            <a:ext cx="324852" cy="324852"/>
            <a:chOff x="6061114" y="802087"/>
            <a:chExt cx="405558" cy="405558"/>
          </a:xfrm>
        </p:grpSpPr>
        <p:sp>
          <p:nvSpPr>
            <p:cNvPr id="987" name="Google Shape;987;p13"/>
            <p:cNvSpPr/>
            <p:nvPr/>
          </p:nvSpPr>
          <p:spPr>
            <a:xfrm>
              <a:off x="6061114" y="802087"/>
              <a:ext cx="405558" cy="405558"/>
            </a:xfrm>
            <a:prstGeom prst="ellipse">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988" name="Google Shape;988;p13"/>
            <p:cNvPicPr preferRelativeResize="0"/>
            <p:nvPr/>
          </p:nvPicPr>
          <p:blipFill rotWithShape="1">
            <a:blip r:embed="rId6">
              <a:alphaModFix/>
            </a:blip>
            <a:srcRect/>
            <a:stretch/>
          </p:blipFill>
          <p:spPr>
            <a:xfrm>
              <a:off x="6109111" y="853131"/>
              <a:ext cx="292608" cy="292608"/>
            </a:xfrm>
            <a:prstGeom prst="rect">
              <a:avLst/>
            </a:prstGeom>
            <a:noFill/>
            <a:ln>
              <a:noFill/>
            </a:ln>
          </p:spPr>
        </p:pic>
      </p:grpSp>
      <p:grpSp>
        <p:nvGrpSpPr>
          <p:cNvPr id="989" name="Google Shape;989;p13"/>
          <p:cNvGrpSpPr/>
          <p:nvPr/>
        </p:nvGrpSpPr>
        <p:grpSpPr>
          <a:xfrm>
            <a:off x="6034079" y="2047062"/>
            <a:ext cx="324852" cy="324852"/>
            <a:chOff x="6061114" y="802087"/>
            <a:chExt cx="405558" cy="405558"/>
          </a:xfrm>
        </p:grpSpPr>
        <p:sp>
          <p:nvSpPr>
            <p:cNvPr id="990" name="Google Shape;990;p13"/>
            <p:cNvSpPr/>
            <p:nvPr/>
          </p:nvSpPr>
          <p:spPr>
            <a:xfrm>
              <a:off x="6061114" y="802087"/>
              <a:ext cx="405558" cy="405558"/>
            </a:xfrm>
            <a:prstGeom prst="ellipse">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991" name="Google Shape;991;p13"/>
            <p:cNvPicPr preferRelativeResize="0"/>
            <p:nvPr/>
          </p:nvPicPr>
          <p:blipFill rotWithShape="1">
            <a:blip r:embed="rId7">
              <a:alphaModFix/>
            </a:blip>
            <a:srcRect/>
            <a:stretch/>
          </p:blipFill>
          <p:spPr>
            <a:xfrm>
              <a:off x="6132730" y="861005"/>
              <a:ext cx="263731" cy="263731"/>
            </a:xfrm>
            <a:prstGeom prst="rect">
              <a:avLst/>
            </a:prstGeom>
            <a:noFill/>
            <a:ln>
              <a:noFill/>
            </a:ln>
          </p:spPr>
        </p:pic>
      </p:grpSp>
      <p:sp>
        <p:nvSpPr>
          <p:cNvPr id="992" name="Google Shape;992;p13"/>
          <p:cNvSpPr/>
          <p:nvPr/>
        </p:nvSpPr>
        <p:spPr>
          <a:xfrm>
            <a:off x="6040253" y="2844468"/>
            <a:ext cx="324900" cy="324900"/>
          </a:xfrm>
          <a:prstGeom prst="ellipse">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993" name="Google Shape;993;p13"/>
          <p:cNvPicPr preferRelativeResize="0"/>
          <p:nvPr/>
        </p:nvPicPr>
        <p:blipFill rotWithShape="1">
          <a:blip r:embed="rId8">
            <a:alphaModFix/>
          </a:blip>
          <a:srcRect/>
          <a:stretch/>
        </p:blipFill>
        <p:spPr>
          <a:xfrm>
            <a:off x="6088381" y="2892596"/>
            <a:ext cx="228600" cy="228600"/>
          </a:xfrm>
          <a:prstGeom prst="rect">
            <a:avLst/>
          </a:prstGeom>
          <a:noFill/>
          <a:ln>
            <a:noFill/>
          </a:ln>
        </p:spPr>
      </p:pic>
      <p:sp>
        <p:nvSpPr>
          <p:cNvPr id="994" name="Google Shape;994;p13"/>
          <p:cNvSpPr txBox="1"/>
          <p:nvPr/>
        </p:nvSpPr>
        <p:spPr>
          <a:xfrm>
            <a:off x="565997" y="4207205"/>
            <a:ext cx="2270468"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lt1"/>
                </a:solidFill>
                <a:latin typeface="Arial"/>
                <a:ea typeface="Arial"/>
                <a:cs typeface="Arial"/>
                <a:sym typeface="Arial"/>
              </a:rPr>
              <a:t>Targeted Recall Notification</a:t>
            </a:r>
            <a:endParaRPr sz="1400" b="0" i="0" u="none" strike="noStrike" cap="none">
              <a:solidFill>
                <a:srgbClr val="000000"/>
              </a:solidFill>
              <a:latin typeface="Arial"/>
              <a:ea typeface="Arial"/>
              <a:cs typeface="Arial"/>
              <a:sym typeface="Arial"/>
            </a:endParaRPr>
          </a:p>
        </p:txBody>
      </p:sp>
      <p:sp>
        <p:nvSpPr>
          <p:cNvPr id="995" name="Google Shape;995;p13"/>
          <p:cNvSpPr txBox="1"/>
          <p:nvPr/>
        </p:nvSpPr>
        <p:spPr>
          <a:xfrm>
            <a:off x="666988" y="1730239"/>
            <a:ext cx="2068487" cy="3313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lt1"/>
                </a:solidFill>
                <a:latin typeface="Arial"/>
                <a:ea typeface="Arial"/>
                <a:cs typeface="Arial"/>
                <a:sym typeface="Arial"/>
              </a:rPr>
              <a:t>DSCSA Purchase History </a:t>
            </a:r>
            <a:endParaRPr sz="1400" b="0" i="0" u="none" strike="noStrike" cap="none">
              <a:solidFill>
                <a:srgbClr val="000000"/>
              </a:solidFill>
              <a:latin typeface="Arial"/>
              <a:ea typeface="Arial"/>
              <a:cs typeface="Arial"/>
              <a:sym typeface="Arial"/>
            </a:endParaRPr>
          </a:p>
        </p:txBody>
      </p:sp>
      <p:grpSp>
        <p:nvGrpSpPr>
          <p:cNvPr id="996" name="Google Shape;996;p13"/>
          <p:cNvGrpSpPr/>
          <p:nvPr/>
        </p:nvGrpSpPr>
        <p:grpSpPr>
          <a:xfrm>
            <a:off x="1553160" y="3877376"/>
            <a:ext cx="314035" cy="314035"/>
            <a:chOff x="2482805" y="1621527"/>
            <a:chExt cx="304858" cy="304858"/>
          </a:xfrm>
        </p:grpSpPr>
        <p:sp>
          <p:nvSpPr>
            <p:cNvPr id="997" name="Google Shape;997;p13"/>
            <p:cNvSpPr/>
            <p:nvPr/>
          </p:nvSpPr>
          <p:spPr>
            <a:xfrm>
              <a:off x="2482805" y="1621527"/>
              <a:ext cx="304858" cy="304858"/>
            </a:xfrm>
            <a:prstGeom prst="ellipse">
              <a:avLst/>
            </a:prstGeom>
            <a:solidFill>
              <a:schemeClr val="accent2"/>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998" name="Google Shape;998;p13"/>
            <p:cNvPicPr preferRelativeResize="0"/>
            <p:nvPr/>
          </p:nvPicPr>
          <p:blipFill rotWithShape="1">
            <a:blip r:embed="rId9">
              <a:alphaModFix/>
            </a:blip>
            <a:srcRect/>
            <a:stretch/>
          </p:blipFill>
          <p:spPr>
            <a:xfrm>
              <a:off x="2524953" y="1656248"/>
              <a:ext cx="213022" cy="213022"/>
            </a:xfrm>
            <a:prstGeom prst="rect">
              <a:avLst/>
            </a:prstGeom>
            <a:noFill/>
            <a:ln>
              <a:noFill/>
            </a:ln>
          </p:spPr>
        </p:pic>
      </p:grpSp>
      <p:grpSp>
        <p:nvGrpSpPr>
          <p:cNvPr id="999" name="Google Shape;999;p13"/>
          <p:cNvGrpSpPr/>
          <p:nvPr/>
        </p:nvGrpSpPr>
        <p:grpSpPr>
          <a:xfrm>
            <a:off x="1553160" y="1434367"/>
            <a:ext cx="314035" cy="314035"/>
            <a:chOff x="1422808" y="1432421"/>
            <a:chExt cx="377181" cy="377181"/>
          </a:xfrm>
        </p:grpSpPr>
        <p:sp>
          <p:nvSpPr>
            <p:cNvPr id="1000" name="Google Shape;1000;p13"/>
            <p:cNvSpPr/>
            <p:nvPr/>
          </p:nvSpPr>
          <p:spPr>
            <a:xfrm>
              <a:off x="1422808" y="1432421"/>
              <a:ext cx="377181" cy="377181"/>
            </a:xfrm>
            <a:prstGeom prst="ellipse">
              <a:avLst/>
            </a:prstGeom>
            <a:solidFill>
              <a:schemeClr val="accent2"/>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001" name="Google Shape;1001;p13"/>
            <p:cNvPicPr preferRelativeResize="0"/>
            <p:nvPr/>
          </p:nvPicPr>
          <p:blipFill rotWithShape="1">
            <a:blip r:embed="rId10">
              <a:alphaModFix/>
            </a:blip>
            <a:srcRect/>
            <a:stretch/>
          </p:blipFill>
          <p:spPr>
            <a:xfrm>
              <a:off x="1479619" y="1489232"/>
              <a:ext cx="263558" cy="263558"/>
            </a:xfrm>
            <a:prstGeom prst="rect">
              <a:avLst/>
            </a:prstGeom>
            <a:noFill/>
            <a:ln>
              <a:noFill/>
            </a:ln>
          </p:spPr>
        </p:pic>
      </p:grpSp>
      <p:grpSp>
        <p:nvGrpSpPr>
          <p:cNvPr id="1002" name="Google Shape;1002;p13"/>
          <p:cNvGrpSpPr/>
          <p:nvPr/>
        </p:nvGrpSpPr>
        <p:grpSpPr>
          <a:xfrm>
            <a:off x="538717" y="2053575"/>
            <a:ext cx="2325028" cy="388210"/>
            <a:chOff x="538717" y="2067936"/>
            <a:chExt cx="2325028" cy="388210"/>
          </a:xfrm>
        </p:grpSpPr>
        <p:cxnSp>
          <p:nvCxnSpPr>
            <p:cNvPr id="1003" name="Google Shape;1003;p13"/>
            <p:cNvCxnSpPr/>
            <p:nvPr/>
          </p:nvCxnSpPr>
          <p:spPr>
            <a:xfrm>
              <a:off x="1701231" y="2078353"/>
              <a:ext cx="0" cy="377793"/>
            </a:xfrm>
            <a:prstGeom prst="straightConnector1">
              <a:avLst/>
            </a:prstGeom>
            <a:noFill/>
            <a:ln w="38100" cap="flat" cmpd="sng">
              <a:solidFill>
                <a:srgbClr val="BFBFBF"/>
              </a:solidFill>
              <a:prstDash val="solid"/>
              <a:miter lim="800000"/>
              <a:headEnd type="none" w="sm" len="sm"/>
              <a:tailEnd type="triangle" w="med" len="med"/>
            </a:ln>
          </p:spPr>
        </p:cxnSp>
        <p:cxnSp>
          <p:nvCxnSpPr>
            <p:cNvPr id="1004" name="Google Shape;1004;p13"/>
            <p:cNvCxnSpPr/>
            <p:nvPr/>
          </p:nvCxnSpPr>
          <p:spPr>
            <a:xfrm>
              <a:off x="538717" y="2067936"/>
              <a:ext cx="2325028" cy="0"/>
            </a:xfrm>
            <a:prstGeom prst="straightConnector1">
              <a:avLst/>
            </a:prstGeom>
            <a:noFill/>
            <a:ln w="28575" cap="flat" cmpd="sng">
              <a:solidFill>
                <a:srgbClr val="D0CECE"/>
              </a:solidFill>
              <a:prstDash val="solid"/>
              <a:round/>
              <a:headEnd type="none" w="sm" len="sm"/>
              <a:tailEnd type="none" w="sm" len="sm"/>
            </a:ln>
          </p:spPr>
        </p:cxnSp>
      </p:grpSp>
      <p:grpSp>
        <p:nvGrpSpPr>
          <p:cNvPr id="1005" name="Google Shape;1005;p13"/>
          <p:cNvGrpSpPr/>
          <p:nvPr/>
        </p:nvGrpSpPr>
        <p:grpSpPr>
          <a:xfrm>
            <a:off x="557062" y="3427896"/>
            <a:ext cx="2325028" cy="388210"/>
            <a:chOff x="538717" y="2067936"/>
            <a:chExt cx="2325028" cy="388210"/>
          </a:xfrm>
        </p:grpSpPr>
        <p:cxnSp>
          <p:nvCxnSpPr>
            <p:cNvPr id="1006" name="Google Shape;1006;p13"/>
            <p:cNvCxnSpPr/>
            <p:nvPr/>
          </p:nvCxnSpPr>
          <p:spPr>
            <a:xfrm>
              <a:off x="1701231" y="2078353"/>
              <a:ext cx="0" cy="377793"/>
            </a:xfrm>
            <a:prstGeom prst="straightConnector1">
              <a:avLst/>
            </a:prstGeom>
            <a:noFill/>
            <a:ln w="38100" cap="flat" cmpd="sng">
              <a:solidFill>
                <a:srgbClr val="BFBFBF"/>
              </a:solidFill>
              <a:prstDash val="solid"/>
              <a:miter lim="800000"/>
              <a:headEnd type="none" w="sm" len="sm"/>
              <a:tailEnd type="triangle" w="med" len="med"/>
            </a:ln>
          </p:spPr>
        </p:cxnSp>
        <p:cxnSp>
          <p:nvCxnSpPr>
            <p:cNvPr id="1007" name="Google Shape;1007;p13"/>
            <p:cNvCxnSpPr/>
            <p:nvPr/>
          </p:nvCxnSpPr>
          <p:spPr>
            <a:xfrm>
              <a:off x="538717" y="2067936"/>
              <a:ext cx="2325028" cy="0"/>
            </a:xfrm>
            <a:prstGeom prst="straightConnector1">
              <a:avLst/>
            </a:prstGeom>
            <a:noFill/>
            <a:ln w="28575" cap="flat" cmpd="sng">
              <a:solidFill>
                <a:srgbClr val="D0CECE"/>
              </a:solidFill>
              <a:prstDash val="solid"/>
              <a:round/>
              <a:headEnd type="none" w="sm" len="sm"/>
              <a:tailEnd type="none" w="sm" len="sm"/>
            </a:ln>
          </p:spPr>
        </p:cxnSp>
      </p:grpSp>
      <p:sp>
        <p:nvSpPr>
          <p:cNvPr id="1008" name="Google Shape;1008;p13"/>
          <p:cNvSpPr/>
          <p:nvPr/>
        </p:nvSpPr>
        <p:spPr>
          <a:xfrm>
            <a:off x="1096651" y="2488575"/>
            <a:ext cx="323095" cy="670023"/>
          </a:xfrm>
          <a:prstGeom prst="curvedRightArrow">
            <a:avLst>
              <a:gd name="adj1" fmla="val 25000"/>
              <a:gd name="adj2" fmla="val 50000"/>
              <a:gd name="adj3" fmla="val 25000"/>
            </a:avLst>
          </a:prstGeom>
          <a:gradFill>
            <a:gsLst>
              <a:gs pos="0">
                <a:srgbClr val="B4BDC6"/>
              </a:gs>
              <a:gs pos="35000">
                <a:srgbClr val="CBD1D7"/>
              </a:gs>
              <a:gs pos="100000">
                <a:srgbClr val="EBEFEF"/>
              </a:gs>
            </a:gsLst>
            <a:lin ang="16200000" scaled="0"/>
          </a:gradFill>
          <a:ln w="9525" cap="flat" cmpd="sng">
            <a:solidFill>
              <a:srgbClr val="00384B"/>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09" name="Google Shape;1009;p13"/>
          <p:cNvSpPr/>
          <p:nvPr/>
        </p:nvSpPr>
        <p:spPr>
          <a:xfrm rot="10800000">
            <a:off x="1966761" y="2463636"/>
            <a:ext cx="323095" cy="670023"/>
          </a:xfrm>
          <a:prstGeom prst="curvedRightArrow">
            <a:avLst>
              <a:gd name="adj1" fmla="val 25000"/>
              <a:gd name="adj2" fmla="val 50000"/>
              <a:gd name="adj3" fmla="val 25000"/>
            </a:avLst>
          </a:prstGeom>
          <a:gradFill>
            <a:gsLst>
              <a:gs pos="0">
                <a:srgbClr val="B4BDC6"/>
              </a:gs>
              <a:gs pos="35000">
                <a:srgbClr val="CBD1D7"/>
              </a:gs>
              <a:gs pos="100000">
                <a:srgbClr val="EBEFEF"/>
              </a:gs>
            </a:gsLst>
            <a:lin ang="16200000" scaled="0"/>
          </a:gradFill>
          <a:ln w="9525" cap="flat" cmpd="sng">
            <a:solidFill>
              <a:srgbClr val="00384B"/>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pic>
        <p:nvPicPr>
          <p:cNvPr id="1010" name="Google Shape;1010;p13"/>
          <p:cNvPicPr preferRelativeResize="0"/>
          <p:nvPr/>
        </p:nvPicPr>
        <p:blipFill rotWithShape="1">
          <a:blip r:embed="rId11">
            <a:alphaModFix/>
          </a:blip>
          <a:srcRect/>
          <a:stretch/>
        </p:blipFill>
        <p:spPr>
          <a:xfrm>
            <a:off x="1504664" y="2590302"/>
            <a:ext cx="428228" cy="42822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p10"/>
          <p:cNvSpPr txBox="1">
            <a:spLocks noGrp="1"/>
          </p:cNvSpPr>
          <p:nvPr>
            <p:ph type="title" idx="4294967295"/>
          </p:nvPr>
        </p:nvSpPr>
        <p:spPr>
          <a:xfrm>
            <a:off x="215405" y="225121"/>
            <a:ext cx="8831580" cy="619125"/>
          </a:xfrm>
          <a:prstGeom prst="rect">
            <a:avLst/>
          </a:prstGeom>
          <a:noFill/>
          <a:ln>
            <a:noFill/>
          </a:ln>
        </p:spPr>
        <p:txBody>
          <a:bodyPr spcFirstLastPara="1" wrap="square" lIns="68550" tIns="34275" rIns="68550" bIns="34275" anchor="ctr" anchorCtr="0">
            <a:noAutofit/>
          </a:bodyPr>
          <a:lstStyle/>
          <a:p>
            <a:pPr marL="0" lvl="0" indent="0" algn="l" rtl="0">
              <a:lnSpc>
                <a:spcPct val="90000"/>
              </a:lnSpc>
              <a:spcBef>
                <a:spcPts val="0"/>
              </a:spcBef>
              <a:spcAft>
                <a:spcPts val="0"/>
              </a:spcAft>
              <a:buClr>
                <a:schemeClr val="dk2"/>
              </a:buClr>
              <a:buSzPts val="2800"/>
              <a:buFont typeface="Arial"/>
              <a:buNone/>
            </a:pPr>
            <a:r>
              <a:rPr lang="en-US" sz="2000">
                <a:solidFill>
                  <a:schemeClr val="dk2"/>
                </a:solidFill>
              </a:rPr>
              <a:t>TraceLink’s Digital Recalls enables better business outcomes </a:t>
            </a:r>
            <a:br>
              <a:rPr lang="en-US" sz="2000">
                <a:solidFill>
                  <a:schemeClr val="dk2"/>
                </a:solidFill>
              </a:rPr>
            </a:br>
            <a:r>
              <a:rPr lang="en-US" sz="2000">
                <a:solidFill>
                  <a:schemeClr val="dk2"/>
                </a:solidFill>
              </a:rPr>
              <a:t>and patient care.</a:t>
            </a:r>
            <a:endParaRPr sz="2000"/>
          </a:p>
        </p:txBody>
      </p:sp>
      <p:grpSp>
        <p:nvGrpSpPr>
          <p:cNvPr id="1017" name="Google Shape;1017;p10"/>
          <p:cNvGrpSpPr/>
          <p:nvPr/>
        </p:nvGrpSpPr>
        <p:grpSpPr>
          <a:xfrm>
            <a:off x="690834" y="1909891"/>
            <a:ext cx="7446665" cy="469970"/>
            <a:chOff x="661015" y="1533216"/>
            <a:chExt cx="7446665" cy="469970"/>
          </a:xfrm>
        </p:grpSpPr>
        <p:sp>
          <p:nvSpPr>
            <p:cNvPr id="1018" name="Google Shape;1018;p10"/>
            <p:cNvSpPr txBox="1"/>
            <p:nvPr/>
          </p:nvSpPr>
          <p:spPr>
            <a:xfrm>
              <a:off x="742639" y="1533216"/>
              <a:ext cx="7365041" cy="469970"/>
            </a:xfrm>
            <a:prstGeom prst="rect">
              <a:avLst/>
            </a:prstGeom>
            <a:noFill/>
            <a:ln>
              <a:noFill/>
            </a:ln>
          </p:spPr>
          <p:txBody>
            <a:bodyPr spcFirstLastPara="1" wrap="square" lIns="68550" tIns="34275" rIns="68550" bIns="34275" anchor="t" anchorCtr="0">
              <a:spAutoFit/>
            </a:bodyPr>
            <a:lstStyle/>
            <a:p>
              <a:pPr marL="411480" marR="0" lvl="0" indent="-363855" algn="l" rtl="0">
                <a:lnSpc>
                  <a:spcPct val="93000"/>
                </a:lnSpc>
                <a:spcBef>
                  <a:spcPts val="0"/>
                </a:spcBef>
                <a:spcAft>
                  <a:spcPts val="0"/>
                </a:spcAft>
                <a:buClr>
                  <a:schemeClr val="lt1"/>
                </a:buClr>
                <a:buSzPts val="1120"/>
                <a:buFont typeface="Arial"/>
                <a:buChar char="●"/>
              </a:pPr>
              <a:r>
                <a:rPr lang="en-US" sz="1400" b="1" i="0" u="none" strike="noStrike" cap="none">
                  <a:solidFill>
                    <a:schemeClr val="dk2"/>
                  </a:solidFill>
                  <a:latin typeface="Arial"/>
                  <a:ea typeface="Arial"/>
                  <a:cs typeface="Arial"/>
                  <a:sym typeface="Arial"/>
                </a:rPr>
                <a:t>Digital Recalls supports organizational efficiency</a:t>
              </a:r>
              <a:r>
                <a:rPr lang="en-US" sz="1400" b="0" i="0" u="none" strike="noStrike" cap="none">
                  <a:solidFill>
                    <a:schemeClr val="dk2"/>
                  </a:solidFill>
                  <a:latin typeface="Arial"/>
                  <a:ea typeface="Arial"/>
                  <a:cs typeface="Arial"/>
                  <a:sym typeface="Arial"/>
                </a:rPr>
                <a:t>. The reduction in labor needed to coordinate recall responses and keep records gives time back to your organization.</a:t>
              </a:r>
              <a:endParaRPr sz="1400" b="0" i="0" u="none" strike="noStrike" cap="none">
                <a:solidFill>
                  <a:schemeClr val="dk2"/>
                </a:solidFill>
                <a:latin typeface="Arial"/>
                <a:ea typeface="Arial"/>
                <a:cs typeface="Arial"/>
                <a:sym typeface="Arial"/>
              </a:endParaRPr>
            </a:p>
          </p:txBody>
        </p:sp>
        <p:grpSp>
          <p:nvGrpSpPr>
            <p:cNvPr id="1019" name="Google Shape;1019;p10"/>
            <p:cNvGrpSpPr/>
            <p:nvPr/>
          </p:nvGrpSpPr>
          <p:grpSpPr>
            <a:xfrm>
              <a:off x="661015" y="1534041"/>
              <a:ext cx="426497" cy="426497"/>
              <a:chOff x="4689944" y="1571794"/>
              <a:chExt cx="426497" cy="426497"/>
            </a:xfrm>
          </p:grpSpPr>
          <p:sp>
            <p:nvSpPr>
              <p:cNvPr id="1020" name="Google Shape;1020;p10"/>
              <p:cNvSpPr/>
              <p:nvPr/>
            </p:nvSpPr>
            <p:spPr>
              <a:xfrm>
                <a:off x="4689944" y="1571794"/>
                <a:ext cx="426497" cy="426497"/>
              </a:xfrm>
              <a:prstGeom prst="ellipse">
                <a:avLst/>
              </a:prstGeom>
              <a:gradFill>
                <a:gsLst>
                  <a:gs pos="0">
                    <a:schemeClr val="accent1"/>
                  </a:gs>
                  <a:gs pos="100000">
                    <a:schemeClr val="dk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021" name="Google Shape;1021;p10"/>
              <p:cNvPicPr preferRelativeResize="0"/>
              <p:nvPr/>
            </p:nvPicPr>
            <p:blipFill rotWithShape="1">
              <a:blip r:embed="rId3">
                <a:alphaModFix/>
              </a:blip>
              <a:srcRect/>
              <a:stretch/>
            </p:blipFill>
            <p:spPr>
              <a:xfrm>
                <a:off x="4764609" y="1634039"/>
                <a:ext cx="292931" cy="292931"/>
              </a:xfrm>
              <a:prstGeom prst="rect">
                <a:avLst/>
              </a:prstGeom>
              <a:noFill/>
              <a:ln>
                <a:noFill/>
              </a:ln>
            </p:spPr>
          </p:pic>
        </p:grpSp>
      </p:grpSp>
      <p:grpSp>
        <p:nvGrpSpPr>
          <p:cNvPr id="1022" name="Google Shape;1022;p10"/>
          <p:cNvGrpSpPr/>
          <p:nvPr/>
        </p:nvGrpSpPr>
        <p:grpSpPr>
          <a:xfrm>
            <a:off x="690834" y="1094494"/>
            <a:ext cx="7530485" cy="469970"/>
            <a:chOff x="4703211" y="736632"/>
            <a:chExt cx="7530485" cy="469970"/>
          </a:xfrm>
        </p:grpSpPr>
        <p:sp>
          <p:nvSpPr>
            <p:cNvPr id="1023" name="Google Shape;1023;p10"/>
            <p:cNvSpPr txBox="1"/>
            <p:nvPr/>
          </p:nvSpPr>
          <p:spPr>
            <a:xfrm>
              <a:off x="4769053" y="736632"/>
              <a:ext cx="7464643" cy="469970"/>
            </a:xfrm>
            <a:prstGeom prst="rect">
              <a:avLst/>
            </a:prstGeom>
            <a:noFill/>
            <a:ln>
              <a:noFill/>
            </a:ln>
          </p:spPr>
          <p:txBody>
            <a:bodyPr spcFirstLastPara="1" wrap="square" lIns="68550" tIns="34275" rIns="68550" bIns="34275" anchor="t" anchorCtr="0">
              <a:spAutoFit/>
            </a:bodyPr>
            <a:lstStyle/>
            <a:p>
              <a:pPr marL="411480" marR="0" lvl="0" indent="-363855" algn="l" rtl="0">
                <a:lnSpc>
                  <a:spcPct val="93000"/>
                </a:lnSpc>
                <a:spcBef>
                  <a:spcPts val="0"/>
                </a:spcBef>
                <a:spcAft>
                  <a:spcPts val="0"/>
                </a:spcAft>
                <a:buClr>
                  <a:schemeClr val="lt1"/>
                </a:buClr>
                <a:buSzPts val="1120"/>
                <a:buFont typeface="Arial"/>
                <a:buChar char="●"/>
              </a:pPr>
              <a:r>
                <a:rPr lang="en-US" sz="1400" b="1" i="0" u="none" strike="noStrike" cap="none">
                  <a:solidFill>
                    <a:schemeClr val="dk2"/>
                  </a:solidFill>
                  <a:latin typeface="Arial"/>
                  <a:ea typeface="Arial"/>
                  <a:cs typeface="Arial"/>
                  <a:sym typeface="Arial"/>
                </a:rPr>
                <a:t>Digital Recalls improves patient safety</a:t>
              </a:r>
              <a:r>
                <a:rPr lang="en-US" sz="1400" b="0" i="0" u="none" strike="noStrike" cap="none">
                  <a:solidFill>
                    <a:schemeClr val="dk2"/>
                  </a:solidFill>
                  <a:latin typeface="Arial"/>
                  <a:ea typeface="Arial"/>
                  <a:cs typeface="Arial"/>
                  <a:sym typeface="Arial"/>
                </a:rPr>
                <a:t>. Recalled product will be removed from the supply chain faster, reducing the risk it reaches consumers.</a:t>
              </a:r>
              <a:endParaRPr sz="1400" b="1" i="0" u="none" strike="noStrike" cap="none">
                <a:solidFill>
                  <a:srgbClr val="000000"/>
                </a:solidFill>
                <a:latin typeface="Arial"/>
                <a:ea typeface="Arial"/>
                <a:cs typeface="Arial"/>
                <a:sym typeface="Arial"/>
              </a:endParaRPr>
            </a:p>
          </p:txBody>
        </p:sp>
        <p:grpSp>
          <p:nvGrpSpPr>
            <p:cNvPr id="1024" name="Google Shape;1024;p10"/>
            <p:cNvGrpSpPr/>
            <p:nvPr/>
          </p:nvGrpSpPr>
          <p:grpSpPr>
            <a:xfrm>
              <a:off x="4703211" y="744152"/>
              <a:ext cx="426497" cy="426497"/>
              <a:chOff x="4689944" y="1571794"/>
              <a:chExt cx="426497" cy="426497"/>
            </a:xfrm>
          </p:grpSpPr>
          <p:sp>
            <p:nvSpPr>
              <p:cNvPr id="1025" name="Google Shape;1025;p10"/>
              <p:cNvSpPr/>
              <p:nvPr/>
            </p:nvSpPr>
            <p:spPr>
              <a:xfrm>
                <a:off x="4689944" y="1571794"/>
                <a:ext cx="426497" cy="426497"/>
              </a:xfrm>
              <a:prstGeom prst="ellipse">
                <a:avLst/>
              </a:prstGeom>
              <a:gradFill>
                <a:gsLst>
                  <a:gs pos="0">
                    <a:schemeClr val="accent1"/>
                  </a:gs>
                  <a:gs pos="100000">
                    <a:schemeClr val="dk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026" name="Google Shape;1026;p10"/>
              <p:cNvPicPr preferRelativeResize="0"/>
              <p:nvPr/>
            </p:nvPicPr>
            <p:blipFill rotWithShape="1">
              <a:blip r:embed="rId3">
                <a:alphaModFix/>
              </a:blip>
              <a:srcRect/>
              <a:stretch/>
            </p:blipFill>
            <p:spPr>
              <a:xfrm>
                <a:off x="4764609" y="1634039"/>
                <a:ext cx="292931" cy="292931"/>
              </a:xfrm>
              <a:prstGeom prst="rect">
                <a:avLst/>
              </a:prstGeom>
              <a:noFill/>
              <a:ln>
                <a:noFill/>
              </a:ln>
            </p:spPr>
          </p:pic>
        </p:grpSp>
      </p:grpSp>
      <p:grpSp>
        <p:nvGrpSpPr>
          <p:cNvPr id="1027" name="Google Shape;1027;p10"/>
          <p:cNvGrpSpPr/>
          <p:nvPr/>
        </p:nvGrpSpPr>
        <p:grpSpPr>
          <a:xfrm>
            <a:off x="690834" y="2783852"/>
            <a:ext cx="7152746" cy="670346"/>
            <a:chOff x="4703211" y="2305197"/>
            <a:chExt cx="7152746" cy="670346"/>
          </a:xfrm>
        </p:grpSpPr>
        <p:sp>
          <p:nvSpPr>
            <p:cNvPr id="1028" name="Google Shape;1028;p10"/>
            <p:cNvSpPr txBox="1"/>
            <p:nvPr/>
          </p:nvSpPr>
          <p:spPr>
            <a:xfrm>
              <a:off x="4777876" y="2305197"/>
              <a:ext cx="7078081" cy="670346"/>
            </a:xfrm>
            <a:prstGeom prst="rect">
              <a:avLst/>
            </a:prstGeom>
            <a:noFill/>
            <a:ln>
              <a:noFill/>
            </a:ln>
          </p:spPr>
          <p:txBody>
            <a:bodyPr spcFirstLastPara="1" wrap="square" lIns="68550" tIns="34275" rIns="68550" bIns="34275" anchor="t" anchorCtr="0">
              <a:spAutoFit/>
            </a:bodyPr>
            <a:lstStyle/>
            <a:p>
              <a:pPr marL="411480" marR="0" lvl="0" indent="-363855" algn="l" rtl="0">
                <a:lnSpc>
                  <a:spcPct val="93000"/>
                </a:lnSpc>
                <a:spcBef>
                  <a:spcPts val="0"/>
                </a:spcBef>
                <a:spcAft>
                  <a:spcPts val="0"/>
                </a:spcAft>
                <a:buClr>
                  <a:schemeClr val="lt1"/>
                </a:buClr>
                <a:buSzPts val="1120"/>
                <a:buFont typeface="Arial"/>
                <a:buChar char="●"/>
              </a:pPr>
              <a:r>
                <a:rPr lang="en-US" sz="1400" b="1" i="0" u="none" strike="noStrike" cap="none">
                  <a:solidFill>
                    <a:schemeClr val="dk2"/>
                  </a:solidFill>
                  <a:latin typeface="Arial"/>
                  <a:ea typeface="Arial"/>
                  <a:cs typeface="Arial"/>
                  <a:sym typeface="Arial"/>
                </a:rPr>
                <a:t>Digital Recalls promotes product availability</a:t>
              </a:r>
              <a:r>
                <a:rPr lang="en-US" sz="1400" b="0" i="0" u="none" strike="noStrike" cap="none">
                  <a:solidFill>
                    <a:schemeClr val="dk2"/>
                  </a:solidFill>
                  <a:latin typeface="Arial"/>
                  <a:ea typeface="Arial"/>
                  <a:cs typeface="Arial"/>
                  <a:sym typeface="Arial"/>
                </a:rPr>
                <a:t>. Reacting faster to recalled product removal gives organizations a jump start on replenishing inventory or planning alternative treatment. </a:t>
              </a:r>
              <a:endParaRPr sz="1400" b="0" i="0" u="none" strike="noStrike" cap="none">
                <a:solidFill>
                  <a:schemeClr val="dk2"/>
                </a:solidFill>
                <a:latin typeface="Arial"/>
                <a:ea typeface="Arial"/>
                <a:cs typeface="Arial"/>
                <a:sym typeface="Arial"/>
              </a:endParaRPr>
            </a:p>
          </p:txBody>
        </p:sp>
        <p:grpSp>
          <p:nvGrpSpPr>
            <p:cNvPr id="1029" name="Google Shape;1029;p10"/>
            <p:cNvGrpSpPr/>
            <p:nvPr/>
          </p:nvGrpSpPr>
          <p:grpSpPr>
            <a:xfrm>
              <a:off x="4703211" y="2310540"/>
              <a:ext cx="426497" cy="426497"/>
              <a:chOff x="4689944" y="1571794"/>
              <a:chExt cx="426497" cy="426497"/>
            </a:xfrm>
          </p:grpSpPr>
          <p:sp>
            <p:nvSpPr>
              <p:cNvPr id="1030" name="Google Shape;1030;p10"/>
              <p:cNvSpPr/>
              <p:nvPr/>
            </p:nvSpPr>
            <p:spPr>
              <a:xfrm>
                <a:off x="4689944" y="1571794"/>
                <a:ext cx="426497" cy="426497"/>
              </a:xfrm>
              <a:prstGeom prst="ellipse">
                <a:avLst/>
              </a:prstGeom>
              <a:gradFill>
                <a:gsLst>
                  <a:gs pos="0">
                    <a:schemeClr val="accent1"/>
                  </a:gs>
                  <a:gs pos="100000">
                    <a:schemeClr val="dk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031" name="Google Shape;1031;p10"/>
              <p:cNvPicPr preferRelativeResize="0"/>
              <p:nvPr/>
            </p:nvPicPr>
            <p:blipFill rotWithShape="1">
              <a:blip r:embed="rId3">
                <a:alphaModFix/>
              </a:blip>
              <a:srcRect/>
              <a:stretch/>
            </p:blipFill>
            <p:spPr>
              <a:xfrm>
                <a:off x="4764609" y="1634039"/>
                <a:ext cx="292931" cy="292931"/>
              </a:xfrm>
              <a:prstGeom prst="rect">
                <a:avLst/>
              </a:prstGeom>
              <a:noFill/>
              <a:ln>
                <a:noFill/>
              </a:ln>
            </p:spPr>
          </p:pic>
        </p:grpSp>
      </p:grpSp>
      <p:grpSp>
        <p:nvGrpSpPr>
          <p:cNvPr id="1032" name="Google Shape;1032;p10"/>
          <p:cNvGrpSpPr/>
          <p:nvPr/>
        </p:nvGrpSpPr>
        <p:grpSpPr>
          <a:xfrm>
            <a:off x="683875" y="3683974"/>
            <a:ext cx="7157842" cy="469970"/>
            <a:chOff x="4703211" y="3178965"/>
            <a:chExt cx="7157842" cy="469970"/>
          </a:xfrm>
        </p:grpSpPr>
        <p:sp>
          <p:nvSpPr>
            <p:cNvPr id="1033" name="Google Shape;1033;p10"/>
            <p:cNvSpPr txBox="1"/>
            <p:nvPr/>
          </p:nvSpPr>
          <p:spPr>
            <a:xfrm>
              <a:off x="4776012" y="3178965"/>
              <a:ext cx="7085041" cy="469970"/>
            </a:xfrm>
            <a:prstGeom prst="rect">
              <a:avLst/>
            </a:prstGeom>
            <a:noFill/>
            <a:ln>
              <a:noFill/>
            </a:ln>
          </p:spPr>
          <p:txBody>
            <a:bodyPr spcFirstLastPara="1" wrap="square" lIns="68550" tIns="34275" rIns="68550" bIns="34275" anchor="t" anchorCtr="0">
              <a:spAutoFit/>
            </a:bodyPr>
            <a:lstStyle/>
            <a:p>
              <a:pPr marL="411480" marR="0" lvl="0" indent="-363855" algn="l" rtl="0">
                <a:lnSpc>
                  <a:spcPct val="93000"/>
                </a:lnSpc>
                <a:spcBef>
                  <a:spcPts val="0"/>
                </a:spcBef>
                <a:spcAft>
                  <a:spcPts val="0"/>
                </a:spcAft>
                <a:buClr>
                  <a:schemeClr val="lt1"/>
                </a:buClr>
                <a:buSzPts val="1120"/>
                <a:buFont typeface="Arial"/>
                <a:buChar char="●"/>
              </a:pPr>
              <a:r>
                <a:rPr lang="en-US" sz="1400" b="1" i="0" u="none" strike="noStrike" cap="none">
                  <a:solidFill>
                    <a:schemeClr val="dk2"/>
                  </a:solidFill>
                  <a:latin typeface="Arial"/>
                  <a:ea typeface="Arial"/>
                  <a:cs typeface="Arial"/>
                  <a:sym typeface="Arial"/>
                </a:rPr>
                <a:t>Digital Recalls supports regulatory compliance</a:t>
              </a:r>
              <a:r>
                <a:rPr lang="en-US" sz="1400" b="0" i="0" u="none" strike="noStrike" cap="none">
                  <a:solidFill>
                    <a:schemeClr val="dk2"/>
                  </a:solidFill>
                  <a:latin typeface="Arial"/>
                  <a:ea typeface="Arial"/>
                  <a:cs typeface="Arial"/>
                  <a:sym typeface="Arial"/>
                </a:rPr>
                <a:t>. Recordkeeping is paramount, and the digital audit trail tracks an organization’s recall responses automatically. </a:t>
              </a:r>
              <a:endParaRPr sz="1400" b="0" i="0" u="none" strike="noStrike" cap="none">
                <a:solidFill>
                  <a:schemeClr val="dk2"/>
                </a:solidFill>
                <a:latin typeface="Arial"/>
                <a:ea typeface="Arial"/>
                <a:cs typeface="Arial"/>
                <a:sym typeface="Arial"/>
              </a:endParaRPr>
            </a:p>
          </p:txBody>
        </p:sp>
        <p:grpSp>
          <p:nvGrpSpPr>
            <p:cNvPr id="1034" name="Google Shape;1034;p10"/>
            <p:cNvGrpSpPr/>
            <p:nvPr/>
          </p:nvGrpSpPr>
          <p:grpSpPr>
            <a:xfrm>
              <a:off x="4703211" y="3178965"/>
              <a:ext cx="426497" cy="426497"/>
              <a:chOff x="4689944" y="1571794"/>
              <a:chExt cx="426497" cy="426497"/>
            </a:xfrm>
          </p:grpSpPr>
          <p:sp>
            <p:nvSpPr>
              <p:cNvPr id="1035" name="Google Shape;1035;p10"/>
              <p:cNvSpPr/>
              <p:nvPr/>
            </p:nvSpPr>
            <p:spPr>
              <a:xfrm>
                <a:off x="4689944" y="1571794"/>
                <a:ext cx="426497" cy="426497"/>
              </a:xfrm>
              <a:prstGeom prst="ellipse">
                <a:avLst/>
              </a:prstGeom>
              <a:gradFill>
                <a:gsLst>
                  <a:gs pos="0">
                    <a:schemeClr val="accent1"/>
                  </a:gs>
                  <a:gs pos="100000">
                    <a:schemeClr val="dk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036" name="Google Shape;1036;p10"/>
              <p:cNvPicPr preferRelativeResize="0"/>
              <p:nvPr/>
            </p:nvPicPr>
            <p:blipFill rotWithShape="1">
              <a:blip r:embed="rId3">
                <a:alphaModFix/>
              </a:blip>
              <a:srcRect/>
              <a:stretch/>
            </p:blipFill>
            <p:spPr>
              <a:xfrm>
                <a:off x="4764609" y="1634039"/>
                <a:ext cx="292931" cy="292931"/>
              </a:xfrm>
              <a:prstGeom prst="rect">
                <a:avLst/>
              </a:prstGeom>
              <a:noFill/>
              <a:ln>
                <a:noFill/>
              </a:ln>
            </p:spPr>
          </p:pic>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25"/>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6"/>
              </a:buClr>
              <a:buSzPts val="1800"/>
              <a:buNone/>
            </a:pPr>
            <a:r>
              <a:rPr lang="en-US" sz="2000"/>
              <a:t>TraceLink is your trusted recall transformation partner</a:t>
            </a:r>
            <a:endParaRPr sz="2000"/>
          </a:p>
        </p:txBody>
      </p:sp>
      <p:sp>
        <p:nvSpPr>
          <p:cNvPr id="1042" name="Google Shape;1042;p25"/>
          <p:cNvSpPr/>
          <p:nvPr/>
        </p:nvSpPr>
        <p:spPr>
          <a:xfrm flipH="1">
            <a:off x="0" y="4295953"/>
            <a:ext cx="9144000" cy="40800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200" b="1" i="0" u="none" strike="noStrike" cap="none">
                <a:solidFill>
                  <a:schemeClr val="lt1"/>
                </a:solidFill>
                <a:latin typeface="Arial"/>
                <a:ea typeface="Arial"/>
                <a:cs typeface="Arial"/>
                <a:sym typeface="Arial"/>
              </a:rPr>
              <a:t>TraceLink’s Professional Services and Healthcare Operational Services Team (HOST) provides you dedicated support.</a:t>
            </a:r>
            <a:endParaRPr sz="1200" b="1" i="0" u="none" strike="noStrike" cap="none">
              <a:solidFill>
                <a:srgbClr val="000000"/>
              </a:solidFill>
              <a:latin typeface="Arial"/>
              <a:ea typeface="Arial"/>
              <a:cs typeface="Arial"/>
              <a:sym typeface="Arial"/>
            </a:endParaRPr>
          </a:p>
        </p:txBody>
      </p:sp>
      <p:grpSp>
        <p:nvGrpSpPr>
          <p:cNvPr id="1043" name="Google Shape;1043;p25"/>
          <p:cNvGrpSpPr/>
          <p:nvPr/>
        </p:nvGrpSpPr>
        <p:grpSpPr>
          <a:xfrm>
            <a:off x="1182097" y="844210"/>
            <a:ext cx="794385" cy="794385"/>
            <a:chOff x="863600" y="755650"/>
            <a:chExt cx="882650" cy="882650"/>
          </a:xfrm>
        </p:grpSpPr>
        <p:sp>
          <p:nvSpPr>
            <p:cNvPr id="1044" name="Google Shape;1044;p25"/>
            <p:cNvSpPr/>
            <p:nvPr/>
          </p:nvSpPr>
          <p:spPr>
            <a:xfrm>
              <a:off x="863600" y="755650"/>
              <a:ext cx="882650" cy="8826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045" name="Google Shape;1045;p25"/>
            <p:cNvPicPr preferRelativeResize="0"/>
            <p:nvPr/>
          </p:nvPicPr>
          <p:blipFill rotWithShape="1">
            <a:blip r:embed="rId3">
              <a:alphaModFix/>
            </a:blip>
            <a:srcRect/>
            <a:stretch/>
          </p:blipFill>
          <p:spPr>
            <a:xfrm>
              <a:off x="996950" y="973385"/>
              <a:ext cx="597466" cy="420094"/>
            </a:xfrm>
            <a:prstGeom prst="rect">
              <a:avLst/>
            </a:prstGeom>
            <a:noFill/>
            <a:ln>
              <a:noFill/>
            </a:ln>
          </p:spPr>
        </p:pic>
      </p:grpSp>
      <p:grpSp>
        <p:nvGrpSpPr>
          <p:cNvPr id="1046" name="Google Shape;1046;p25"/>
          <p:cNvGrpSpPr/>
          <p:nvPr/>
        </p:nvGrpSpPr>
        <p:grpSpPr>
          <a:xfrm>
            <a:off x="3932393" y="834008"/>
            <a:ext cx="794385" cy="794385"/>
            <a:chOff x="2940050" y="755650"/>
            <a:chExt cx="882650" cy="882650"/>
          </a:xfrm>
        </p:grpSpPr>
        <p:sp>
          <p:nvSpPr>
            <p:cNvPr id="1047" name="Google Shape;1047;p25"/>
            <p:cNvSpPr/>
            <p:nvPr/>
          </p:nvSpPr>
          <p:spPr>
            <a:xfrm>
              <a:off x="2940050" y="755650"/>
              <a:ext cx="882650" cy="8826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048" name="Google Shape;1048;p25"/>
            <p:cNvPicPr preferRelativeResize="0"/>
            <p:nvPr/>
          </p:nvPicPr>
          <p:blipFill rotWithShape="1">
            <a:blip r:embed="rId4">
              <a:alphaModFix/>
            </a:blip>
            <a:srcRect/>
            <a:stretch/>
          </p:blipFill>
          <p:spPr>
            <a:xfrm>
              <a:off x="3065001" y="863600"/>
              <a:ext cx="609600" cy="609600"/>
            </a:xfrm>
            <a:prstGeom prst="rect">
              <a:avLst/>
            </a:prstGeom>
            <a:noFill/>
            <a:ln>
              <a:noFill/>
            </a:ln>
          </p:spPr>
        </p:pic>
      </p:grpSp>
      <p:grpSp>
        <p:nvGrpSpPr>
          <p:cNvPr id="1049" name="Google Shape;1049;p25"/>
          <p:cNvGrpSpPr/>
          <p:nvPr/>
        </p:nvGrpSpPr>
        <p:grpSpPr>
          <a:xfrm>
            <a:off x="6697163" y="844210"/>
            <a:ext cx="794385" cy="794385"/>
            <a:chOff x="7092950" y="755650"/>
            <a:chExt cx="882650" cy="882650"/>
          </a:xfrm>
        </p:grpSpPr>
        <p:sp>
          <p:nvSpPr>
            <p:cNvPr id="1050" name="Google Shape;1050;p25"/>
            <p:cNvSpPr/>
            <p:nvPr/>
          </p:nvSpPr>
          <p:spPr>
            <a:xfrm>
              <a:off x="7092950" y="755650"/>
              <a:ext cx="882650" cy="8826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051" name="Google Shape;1051;p25"/>
            <p:cNvPicPr preferRelativeResize="0"/>
            <p:nvPr/>
          </p:nvPicPr>
          <p:blipFill rotWithShape="1">
            <a:blip r:embed="rId5">
              <a:alphaModFix/>
            </a:blip>
            <a:srcRect/>
            <a:stretch/>
          </p:blipFill>
          <p:spPr>
            <a:xfrm>
              <a:off x="7331624" y="912714"/>
              <a:ext cx="395015" cy="499815"/>
            </a:xfrm>
            <a:prstGeom prst="rect">
              <a:avLst/>
            </a:prstGeom>
            <a:noFill/>
            <a:ln>
              <a:noFill/>
            </a:ln>
          </p:spPr>
        </p:pic>
      </p:grpSp>
      <p:sp>
        <p:nvSpPr>
          <p:cNvPr id="1052" name="Google Shape;1052;p25"/>
          <p:cNvSpPr txBox="1"/>
          <p:nvPr/>
        </p:nvSpPr>
        <p:spPr>
          <a:xfrm>
            <a:off x="683388" y="1707473"/>
            <a:ext cx="1880061" cy="658601"/>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Clr>
                <a:srgbClr val="000000"/>
              </a:buClr>
              <a:buSzPts val="1600"/>
              <a:buFont typeface="Arial"/>
              <a:buNone/>
            </a:pPr>
            <a:r>
              <a:rPr lang="en-US" sz="1600" b="1" i="0" u="none" strike="noStrike" cap="none" dirty="0">
                <a:solidFill>
                  <a:schemeClr val="accent1"/>
                </a:solidFill>
                <a:latin typeface="Roboto Medium"/>
                <a:ea typeface="Roboto Medium"/>
                <a:cs typeface="Roboto Medium"/>
                <a:sym typeface="Roboto Medium"/>
              </a:rPr>
              <a:t>Full-Service Onboarding</a:t>
            </a:r>
            <a:endParaRPr sz="1600" b="1" i="0" u="none" strike="noStrike" cap="none" dirty="0">
              <a:solidFill>
                <a:schemeClr val="accent1"/>
              </a:solidFill>
              <a:latin typeface="Roboto"/>
              <a:ea typeface="Roboto"/>
              <a:cs typeface="Roboto"/>
              <a:sym typeface="Roboto"/>
            </a:endParaRPr>
          </a:p>
        </p:txBody>
      </p:sp>
      <p:sp>
        <p:nvSpPr>
          <p:cNvPr id="1053" name="Google Shape;1053;p25"/>
          <p:cNvSpPr txBox="1"/>
          <p:nvPr/>
        </p:nvSpPr>
        <p:spPr>
          <a:xfrm>
            <a:off x="3389556" y="1714203"/>
            <a:ext cx="1880100" cy="621900"/>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Clr>
                <a:srgbClr val="000000"/>
              </a:buClr>
              <a:buSzPts val="1600"/>
              <a:buFont typeface="Arial"/>
              <a:buNone/>
            </a:pPr>
            <a:r>
              <a:rPr lang="en-US" sz="1600" b="1" i="0" u="none" strike="noStrike" cap="none">
                <a:solidFill>
                  <a:schemeClr val="accent1"/>
                </a:solidFill>
                <a:latin typeface="Roboto Medium"/>
                <a:ea typeface="Roboto Medium"/>
                <a:cs typeface="Roboto Medium"/>
                <a:sym typeface="Roboto Medium"/>
              </a:rPr>
              <a:t>Training and Support</a:t>
            </a:r>
            <a:endParaRPr sz="1600" b="1" i="0" u="none" strike="noStrike" cap="none">
              <a:solidFill>
                <a:schemeClr val="accent1"/>
              </a:solidFill>
              <a:latin typeface="Roboto"/>
              <a:ea typeface="Roboto"/>
              <a:cs typeface="Roboto"/>
              <a:sym typeface="Roboto"/>
            </a:endParaRPr>
          </a:p>
        </p:txBody>
      </p:sp>
      <p:sp>
        <p:nvSpPr>
          <p:cNvPr id="1054" name="Google Shape;1054;p25"/>
          <p:cNvSpPr txBox="1"/>
          <p:nvPr/>
        </p:nvSpPr>
        <p:spPr>
          <a:xfrm>
            <a:off x="6208940" y="1707473"/>
            <a:ext cx="1880100" cy="621900"/>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Clr>
                <a:srgbClr val="000000"/>
              </a:buClr>
              <a:buSzPts val="1600"/>
              <a:buFont typeface="Arial"/>
              <a:buNone/>
            </a:pPr>
            <a:r>
              <a:rPr lang="en-US" sz="1600" b="1" i="0" u="none" strike="noStrike" cap="none">
                <a:solidFill>
                  <a:schemeClr val="accent1"/>
                </a:solidFill>
                <a:latin typeface="Roboto Medium"/>
                <a:ea typeface="Roboto Medium"/>
                <a:cs typeface="Roboto Medium"/>
                <a:sym typeface="Roboto Medium"/>
              </a:rPr>
              <a:t>Proven Partner for Dispensers</a:t>
            </a:r>
            <a:endParaRPr sz="1600" b="1" i="0" u="none" strike="noStrike" cap="none">
              <a:solidFill>
                <a:schemeClr val="accent1"/>
              </a:solidFill>
              <a:latin typeface="Roboto"/>
              <a:ea typeface="Roboto"/>
              <a:cs typeface="Roboto"/>
              <a:sym typeface="Roboto"/>
            </a:endParaRPr>
          </a:p>
        </p:txBody>
      </p:sp>
      <p:sp>
        <p:nvSpPr>
          <p:cNvPr id="1055" name="Google Shape;1055;p25"/>
          <p:cNvSpPr txBox="1"/>
          <p:nvPr/>
        </p:nvSpPr>
        <p:spPr>
          <a:xfrm>
            <a:off x="732433" y="2400562"/>
            <a:ext cx="1781970" cy="1065741"/>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Clr>
                <a:srgbClr val="000000"/>
              </a:buClr>
              <a:buSzPts val="1400"/>
              <a:buFont typeface="Arial"/>
              <a:buNone/>
            </a:pPr>
            <a:r>
              <a:rPr lang="en-US" sz="1400" b="0" i="0" u="none" strike="noStrike" cap="none">
                <a:solidFill>
                  <a:srgbClr val="3F3F3F"/>
                </a:solidFill>
                <a:latin typeface="Roboto"/>
                <a:ea typeface="Roboto"/>
                <a:cs typeface="Roboto"/>
                <a:sym typeface="Roboto"/>
              </a:rPr>
              <a:t>Startup support to ensure smooth transition to digital recall management</a:t>
            </a:r>
            <a:endParaRPr sz="1400" b="0" i="0" u="none" strike="noStrike" cap="none">
              <a:solidFill>
                <a:srgbClr val="000000"/>
              </a:solidFill>
              <a:latin typeface="Arial"/>
              <a:ea typeface="Arial"/>
              <a:cs typeface="Arial"/>
              <a:sym typeface="Arial"/>
            </a:endParaRPr>
          </a:p>
        </p:txBody>
      </p:sp>
      <p:sp>
        <p:nvSpPr>
          <p:cNvPr id="1056" name="Google Shape;1056;p25"/>
          <p:cNvSpPr txBox="1"/>
          <p:nvPr/>
        </p:nvSpPr>
        <p:spPr>
          <a:xfrm>
            <a:off x="3428249" y="2453517"/>
            <a:ext cx="1825200" cy="1299000"/>
          </a:xfrm>
          <a:prstGeom prst="rect">
            <a:avLst/>
          </a:prstGeom>
          <a:noFill/>
          <a:ln>
            <a:noFill/>
          </a:ln>
        </p:spPr>
        <p:txBody>
          <a:bodyPr spcFirstLastPara="1" wrap="square" lIns="91425" tIns="45700" rIns="91425" bIns="45700" anchor="t" anchorCtr="0">
            <a:spAutoFit/>
          </a:bodyPr>
          <a:lstStyle/>
          <a:p>
            <a:pPr marL="4000" marR="0" lvl="0" indent="0" algn="ctr" rtl="0">
              <a:lnSpc>
                <a:spcPct val="115000"/>
              </a:lnSpc>
              <a:spcBef>
                <a:spcPts val="0"/>
              </a:spcBef>
              <a:spcAft>
                <a:spcPts val="0"/>
              </a:spcAft>
              <a:buClr>
                <a:srgbClr val="000000"/>
              </a:buClr>
              <a:buSzPts val="1400"/>
              <a:buFont typeface="Arial"/>
              <a:buNone/>
            </a:pPr>
            <a:r>
              <a:rPr lang="en-US" sz="1400" b="0" i="0" u="none" strike="noStrike" cap="none">
                <a:solidFill>
                  <a:srgbClr val="3F3F3F"/>
                </a:solidFill>
                <a:latin typeface="Roboto"/>
                <a:ea typeface="Roboto"/>
                <a:cs typeface="Roboto"/>
                <a:sym typeface="Roboto"/>
              </a:rPr>
              <a:t>Regular training via webinars and informative videos for asynchronous support</a:t>
            </a:r>
            <a:endParaRPr sz="1400" b="0" i="0" u="none" strike="noStrike" cap="none">
              <a:solidFill>
                <a:srgbClr val="000000"/>
              </a:solidFill>
              <a:latin typeface="Arial"/>
              <a:ea typeface="Arial"/>
              <a:cs typeface="Arial"/>
              <a:sym typeface="Arial"/>
            </a:endParaRPr>
          </a:p>
        </p:txBody>
      </p:sp>
      <p:sp>
        <p:nvSpPr>
          <p:cNvPr id="1057" name="Google Shape;1057;p25"/>
          <p:cNvSpPr txBox="1"/>
          <p:nvPr/>
        </p:nvSpPr>
        <p:spPr>
          <a:xfrm>
            <a:off x="6208940" y="2408109"/>
            <a:ext cx="1825311" cy="1065676"/>
          </a:xfrm>
          <a:prstGeom prst="rect">
            <a:avLst/>
          </a:prstGeom>
          <a:noFill/>
          <a:ln>
            <a:noFill/>
          </a:ln>
        </p:spPr>
        <p:txBody>
          <a:bodyPr spcFirstLastPara="1" wrap="square" lIns="91425" tIns="45700" rIns="91425" bIns="45700" anchor="t" anchorCtr="0">
            <a:spAutoFit/>
          </a:bodyPr>
          <a:lstStyle/>
          <a:p>
            <a:pPr marL="157162" marR="0" lvl="0" indent="0" algn="ctr" rtl="0">
              <a:lnSpc>
                <a:spcPct val="115000"/>
              </a:lnSpc>
              <a:spcBef>
                <a:spcPts val="0"/>
              </a:spcBef>
              <a:spcAft>
                <a:spcPts val="0"/>
              </a:spcAft>
              <a:buClr>
                <a:srgbClr val="000000"/>
              </a:buClr>
              <a:buSzPts val="1400"/>
              <a:buFont typeface="Arial"/>
              <a:buNone/>
            </a:pPr>
            <a:r>
              <a:rPr lang="en-US" sz="1400" b="0" i="0" u="none" strike="noStrike" cap="none">
                <a:solidFill>
                  <a:srgbClr val="3F3F3F"/>
                </a:solidFill>
                <a:latin typeface="Roboto"/>
                <a:ea typeface="Roboto"/>
                <a:cs typeface="Roboto"/>
                <a:sym typeface="Roboto"/>
              </a:rPr>
              <a:t>300+ dispenser customers part of the TraceLink Network</a:t>
            </a:r>
            <a:endParaRPr sz="1400" b="0" i="0" u="none" strike="noStrike" cap="none">
              <a:solidFill>
                <a:srgbClr val="000000"/>
              </a:solidFill>
              <a:latin typeface="Arial"/>
              <a:ea typeface="Arial"/>
              <a:cs typeface="Arial"/>
              <a:sym typeface="Arial"/>
            </a:endParaRPr>
          </a:p>
        </p:txBody>
      </p:sp>
      <p:cxnSp>
        <p:nvCxnSpPr>
          <p:cNvPr id="1058" name="Google Shape;1058;p25"/>
          <p:cNvCxnSpPr/>
          <p:nvPr/>
        </p:nvCxnSpPr>
        <p:spPr>
          <a:xfrm>
            <a:off x="2915845" y="781053"/>
            <a:ext cx="0" cy="3206750"/>
          </a:xfrm>
          <a:prstGeom prst="straightConnector1">
            <a:avLst/>
          </a:prstGeom>
          <a:noFill/>
          <a:ln w="19050" cap="rnd" cmpd="sng">
            <a:solidFill>
              <a:srgbClr val="001D26"/>
            </a:solidFill>
            <a:prstDash val="dot"/>
            <a:round/>
            <a:headEnd type="none" w="sm" len="sm"/>
            <a:tailEnd type="none" w="sm" len="sm"/>
          </a:ln>
        </p:spPr>
      </p:cxnSp>
      <p:cxnSp>
        <p:nvCxnSpPr>
          <p:cNvPr id="1059" name="Google Shape;1059;p25"/>
          <p:cNvCxnSpPr/>
          <p:nvPr/>
        </p:nvCxnSpPr>
        <p:spPr>
          <a:xfrm>
            <a:off x="5832362" y="781053"/>
            <a:ext cx="0" cy="3206750"/>
          </a:xfrm>
          <a:prstGeom prst="straightConnector1">
            <a:avLst/>
          </a:prstGeom>
          <a:noFill/>
          <a:ln w="19050" cap="rnd" cmpd="sng">
            <a:solidFill>
              <a:srgbClr val="001D26"/>
            </a:solidFill>
            <a:prstDash val="dot"/>
            <a:round/>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p45"/>
          <p:cNvSpPr txBox="1">
            <a:spLocks noGrp="1"/>
          </p:cNvSpPr>
          <p:nvPr>
            <p:ph type="title"/>
          </p:nvPr>
        </p:nvSpPr>
        <p:spPr>
          <a:xfrm>
            <a:off x="296436" y="13692"/>
            <a:ext cx="8551126" cy="618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000"/>
              <a:buFont typeface="Arial"/>
              <a:buNone/>
            </a:pPr>
            <a:r>
              <a:rPr lang="en-US" sz="2000" dirty="0"/>
              <a:t>Case Study: Digital Recalls frees up skilled full-time employees</a:t>
            </a:r>
            <a:endParaRPr sz="2000" dirty="0"/>
          </a:p>
        </p:txBody>
      </p:sp>
      <p:sp>
        <p:nvSpPr>
          <p:cNvPr id="1066" name="Google Shape;1066;p45"/>
          <p:cNvSpPr/>
          <p:nvPr/>
        </p:nvSpPr>
        <p:spPr>
          <a:xfrm>
            <a:off x="428602" y="774208"/>
            <a:ext cx="3454500" cy="3992700"/>
          </a:xfrm>
          <a:prstGeom prst="rect">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67" name="Google Shape;1067;p45"/>
          <p:cNvSpPr/>
          <p:nvPr/>
        </p:nvSpPr>
        <p:spPr>
          <a:xfrm>
            <a:off x="435264" y="774210"/>
            <a:ext cx="1704720" cy="312502"/>
          </a:xfrm>
          <a:prstGeom prst="rect">
            <a:avLst/>
          </a:prstGeom>
          <a:solidFill>
            <a:schemeClr val="accent5"/>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lt1"/>
                </a:solidFill>
                <a:latin typeface="Arial"/>
                <a:ea typeface="Arial"/>
                <a:cs typeface="Arial"/>
                <a:sym typeface="Arial"/>
              </a:rPr>
              <a:t>Company profile:</a:t>
            </a:r>
            <a:endParaRPr sz="1400" b="0" i="0" u="none" strike="noStrike" cap="none">
              <a:solidFill>
                <a:srgbClr val="000000"/>
              </a:solidFill>
              <a:latin typeface="Arial"/>
              <a:ea typeface="Arial"/>
              <a:cs typeface="Arial"/>
              <a:sym typeface="Arial"/>
            </a:endParaRPr>
          </a:p>
        </p:txBody>
      </p:sp>
      <p:graphicFrame>
        <p:nvGraphicFramePr>
          <p:cNvPr id="1068" name="Google Shape;1068;p45"/>
          <p:cNvGraphicFramePr/>
          <p:nvPr/>
        </p:nvGraphicFramePr>
        <p:xfrm>
          <a:off x="4445006" y="963927"/>
          <a:ext cx="3454500" cy="1581930"/>
        </p:xfrm>
        <a:graphic>
          <a:graphicData uri="http://schemas.openxmlformats.org/drawingml/2006/table">
            <a:tbl>
              <a:tblPr>
                <a:noFill/>
                <a:tableStyleId>{088D0F16-12C9-4366-920E-C24F37EE5CB3}</a:tableStyleId>
              </a:tblPr>
              <a:tblGrid>
                <a:gridCol w="2472075">
                  <a:extLst>
                    <a:ext uri="{9D8B030D-6E8A-4147-A177-3AD203B41FA5}">
                      <a16:colId xmlns:a16="http://schemas.microsoft.com/office/drawing/2014/main" val="20000"/>
                    </a:ext>
                  </a:extLst>
                </a:gridCol>
                <a:gridCol w="982425">
                  <a:extLst>
                    <a:ext uri="{9D8B030D-6E8A-4147-A177-3AD203B41FA5}">
                      <a16:colId xmlns:a16="http://schemas.microsoft.com/office/drawing/2014/main" val="20001"/>
                    </a:ext>
                  </a:extLst>
                </a:gridCol>
              </a:tblGrid>
              <a:tr h="326900">
                <a:tc>
                  <a:txBody>
                    <a:bodyPr/>
                    <a:lstStyle/>
                    <a:p>
                      <a:pPr marL="0" marR="0" lvl="1" indent="0" algn="l" rtl="0">
                        <a:lnSpc>
                          <a:spcPct val="100000"/>
                        </a:lnSpc>
                        <a:spcBef>
                          <a:spcPts val="0"/>
                        </a:spcBef>
                        <a:spcAft>
                          <a:spcPts val="0"/>
                        </a:spcAft>
                        <a:buClr>
                          <a:srgbClr val="000000"/>
                        </a:buClr>
                        <a:buSzPts val="1200"/>
                        <a:buFont typeface="Arial"/>
                        <a:buNone/>
                      </a:pPr>
                      <a:r>
                        <a:rPr lang="en-US" sz="1200" u="none" strike="noStrike" cap="none"/>
                        <a:t>Site admin hours per week</a:t>
                      </a:r>
                      <a:endParaRPr sz="1400" u="none" strike="noStrike" cap="none"/>
                    </a:p>
                  </a:txBody>
                  <a:tcPr marL="91450" marR="91450" marT="45725" marB="45725" anchor="ctr">
                    <a:lnL w="19050" cap="flat" cmpd="sng">
                      <a:solidFill>
                        <a:schemeClr val="dk2"/>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accent6"/>
                      </a:solidFill>
                      <a:prstDash val="solid"/>
                      <a:round/>
                      <a:headEnd type="none" w="sm" len="sm"/>
                      <a:tailEnd type="none" w="sm" len="sm"/>
                    </a:lnT>
                    <a:lnB w="12700" cap="flat" cmpd="sng">
                      <a:solidFill>
                        <a:srgbClr val="7F7F7F"/>
                      </a:solidFill>
                      <a:prstDash val="solid"/>
                      <a:round/>
                      <a:headEnd type="none" w="sm" len="sm"/>
                      <a:tailEnd type="none" w="sm" len="sm"/>
                    </a:lnB>
                    <a:solidFill>
                      <a:schemeClr val="lt1">
                        <a:alpha val="49019"/>
                      </a:schemeClr>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4.16</a:t>
                      </a:r>
                      <a:endParaRPr sz="1400" u="none" strike="noStrike" cap="none"/>
                    </a:p>
                  </a:txBody>
                  <a:tcPr marL="28575" marR="28575" marT="19050" marB="19050" anchor="ctr">
                    <a:lnL w="9525" cap="flat" cmpd="sng">
                      <a:solidFill>
                        <a:srgbClr val="000000">
                          <a:alpha val="0"/>
                        </a:srgb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accent6"/>
                      </a:solidFill>
                      <a:prstDash val="solid"/>
                      <a:round/>
                      <a:headEnd type="none" w="sm" len="sm"/>
                      <a:tailEnd type="none" w="sm" len="sm"/>
                    </a:lnT>
                    <a:lnB w="12700" cap="flat" cmpd="sng">
                      <a:solidFill>
                        <a:srgbClr val="7F7F7F"/>
                      </a:solidFill>
                      <a:prstDash val="solid"/>
                      <a:round/>
                      <a:headEnd type="none" w="sm" len="sm"/>
                      <a:tailEnd type="none" w="sm" len="sm"/>
                    </a:lnB>
                    <a:solidFill>
                      <a:schemeClr val="lt1">
                        <a:alpha val="49019"/>
                      </a:schemeClr>
                    </a:solidFill>
                  </a:tcPr>
                </a:tc>
                <a:extLst>
                  <a:ext uri="{0D108BD9-81ED-4DB2-BD59-A6C34878D82A}">
                    <a16:rowId xmlns:a16="http://schemas.microsoft.com/office/drawing/2014/main" val="10000"/>
                  </a:ext>
                </a:extLst>
              </a:tr>
              <a:tr h="326900">
                <a:tc>
                  <a:txBody>
                    <a:bodyPr/>
                    <a:lstStyle/>
                    <a:p>
                      <a:pPr marL="0" marR="0" lvl="1" indent="0" algn="l" rtl="0">
                        <a:lnSpc>
                          <a:spcPct val="100000"/>
                        </a:lnSpc>
                        <a:spcBef>
                          <a:spcPts val="0"/>
                        </a:spcBef>
                        <a:spcAft>
                          <a:spcPts val="0"/>
                        </a:spcAft>
                        <a:buClr>
                          <a:srgbClr val="000000"/>
                        </a:buClr>
                        <a:buSzPts val="1200"/>
                        <a:buFont typeface="Arial"/>
                        <a:buNone/>
                      </a:pPr>
                      <a:r>
                        <a:rPr lang="en-US" sz="1200" u="none" strike="noStrike" cap="none"/>
                        <a:t>Digital Recalls admin time saved</a:t>
                      </a:r>
                      <a:endParaRPr sz="1400" u="none" strike="noStrike" cap="none"/>
                    </a:p>
                  </a:txBody>
                  <a:tcPr marL="91450" marR="91450" marT="45725" marB="45725" anchor="ctr">
                    <a:lnL w="19050" cap="flat" cmpd="sng">
                      <a:solidFill>
                        <a:schemeClr val="dk2"/>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chemeClr val="lt2">
                        <a:alpha val="49019"/>
                      </a:schemeClr>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25%</a:t>
                      </a:r>
                      <a:endParaRPr sz="1400" u="none" strike="noStrike" cap="none"/>
                    </a:p>
                  </a:txBody>
                  <a:tcPr marL="28575" marR="28575" marT="19050" marB="19050" anchor="ctr">
                    <a:lnL w="9525" cap="flat" cmpd="sng">
                      <a:solidFill>
                        <a:srgbClr val="000000">
                          <a:alpha val="0"/>
                        </a:srgbClr>
                      </a:solidFill>
                      <a:prstDash val="solid"/>
                      <a:round/>
                      <a:headEnd type="none" w="sm" len="sm"/>
                      <a:tailEnd type="none" w="sm" len="sm"/>
                    </a:lnL>
                    <a:lnR w="19050" cap="flat" cmpd="sng">
                      <a:solidFill>
                        <a:schemeClr val="dk2"/>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chemeClr val="lt2">
                        <a:alpha val="49019"/>
                      </a:schemeClr>
                    </a:solidFill>
                  </a:tcPr>
                </a:tc>
                <a:extLst>
                  <a:ext uri="{0D108BD9-81ED-4DB2-BD59-A6C34878D82A}">
                    <a16:rowId xmlns:a16="http://schemas.microsoft.com/office/drawing/2014/main" val="10001"/>
                  </a:ext>
                </a:extLst>
              </a:tr>
              <a:tr h="326900">
                <a:tc>
                  <a:txBody>
                    <a:bodyPr/>
                    <a:lstStyle/>
                    <a:p>
                      <a:pPr marL="0" marR="0" lvl="1" indent="0" algn="l" rtl="0">
                        <a:lnSpc>
                          <a:spcPct val="100000"/>
                        </a:lnSpc>
                        <a:spcBef>
                          <a:spcPts val="0"/>
                        </a:spcBef>
                        <a:spcAft>
                          <a:spcPts val="0"/>
                        </a:spcAft>
                        <a:buClr>
                          <a:srgbClr val="000000"/>
                        </a:buClr>
                        <a:buSzPts val="1200"/>
                        <a:buFont typeface="Arial"/>
                        <a:buNone/>
                      </a:pPr>
                      <a:r>
                        <a:rPr lang="en-US" sz="1200" u="none" strike="noStrike" cap="none"/>
                        <a:t>Site admin hours saved per week</a:t>
                      </a:r>
                      <a:endParaRPr sz="1400" u="none" strike="noStrike" cap="none"/>
                    </a:p>
                  </a:txBody>
                  <a:tcPr marL="91450" marR="91450" marT="45725" marB="45725" anchor="ctr">
                    <a:lnL w="19050" cap="flat" cmpd="sng">
                      <a:solidFill>
                        <a:schemeClr val="dk2"/>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chemeClr val="lt1">
                        <a:alpha val="49019"/>
                      </a:schemeClr>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1.04</a:t>
                      </a:r>
                      <a:endParaRPr sz="1400" u="none" strike="noStrike" cap="none"/>
                    </a:p>
                  </a:txBody>
                  <a:tcPr marL="28575" marR="28575" marT="19050" marB="19050" anchor="ctr">
                    <a:lnL w="9525" cap="flat" cmpd="sng">
                      <a:solidFill>
                        <a:srgbClr val="000000">
                          <a:alpha val="0"/>
                        </a:srgbClr>
                      </a:solidFill>
                      <a:prstDash val="solid"/>
                      <a:round/>
                      <a:headEnd type="none" w="sm" len="sm"/>
                      <a:tailEnd type="none" w="sm" len="sm"/>
                    </a:lnL>
                    <a:lnR w="19050" cap="flat" cmpd="sng">
                      <a:solidFill>
                        <a:schemeClr val="dk2"/>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chemeClr val="lt1">
                        <a:alpha val="49019"/>
                      </a:schemeClr>
                    </a:solidFill>
                  </a:tcPr>
                </a:tc>
                <a:extLst>
                  <a:ext uri="{0D108BD9-81ED-4DB2-BD59-A6C34878D82A}">
                    <a16:rowId xmlns:a16="http://schemas.microsoft.com/office/drawing/2014/main" val="10002"/>
                  </a:ext>
                </a:extLst>
              </a:tr>
              <a:tr h="326900">
                <a:tc>
                  <a:txBody>
                    <a:bodyPr/>
                    <a:lstStyle/>
                    <a:p>
                      <a:pPr marL="0" marR="0" lvl="1" indent="0" algn="l" rtl="0">
                        <a:lnSpc>
                          <a:spcPct val="100000"/>
                        </a:lnSpc>
                        <a:spcBef>
                          <a:spcPts val="0"/>
                        </a:spcBef>
                        <a:spcAft>
                          <a:spcPts val="0"/>
                        </a:spcAft>
                        <a:buClr>
                          <a:srgbClr val="000000"/>
                        </a:buClr>
                        <a:buSzPts val="1200"/>
                        <a:buFont typeface="Arial"/>
                        <a:buNone/>
                      </a:pPr>
                      <a:r>
                        <a:rPr lang="en-US" sz="1200" u="none" strike="noStrike" cap="none"/>
                        <a:t>Site admin hours saved per year</a:t>
                      </a:r>
                      <a:endParaRPr sz="1400" u="none" strike="noStrike" cap="none"/>
                    </a:p>
                  </a:txBody>
                  <a:tcPr marL="91450" marR="91450" marT="45725" marB="45725" anchor="ctr">
                    <a:lnL w="19050" cap="flat" cmpd="sng">
                      <a:solidFill>
                        <a:schemeClr val="dk2"/>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9050" cap="flat" cmpd="sng">
                      <a:solidFill>
                        <a:schemeClr val="accent6"/>
                      </a:solidFill>
                      <a:prstDash val="solid"/>
                      <a:round/>
                      <a:headEnd type="none" w="sm" len="sm"/>
                      <a:tailEnd type="none" w="sm" len="sm"/>
                    </a:lnB>
                    <a:solidFill>
                      <a:schemeClr val="lt2">
                        <a:alpha val="49019"/>
                      </a:schemeClr>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52</a:t>
                      </a:r>
                      <a:endParaRPr sz="1400" u="none" strike="noStrike" cap="none"/>
                    </a:p>
                  </a:txBody>
                  <a:tcPr marL="28575" marR="28575" marT="19050" marB="19050" anchor="ctr">
                    <a:lnL w="9525" cap="flat" cmpd="sng">
                      <a:solidFill>
                        <a:srgbClr val="000000">
                          <a:alpha val="0"/>
                        </a:srgbClr>
                      </a:solidFill>
                      <a:prstDash val="solid"/>
                      <a:round/>
                      <a:headEnd type="none" w="sm" len="sm"/>
                      <a:tailEnd type="none" w="sm" len="sm"/>
                    </a:lnL>
                    <a:lnR w="19050" cap="flat" cmpd="sng">
                      <a:solidFill>
                        <a:schemeClr val="dk2"/>
                      </a:solidFill>
                      <a:prstDash val="solid"/>
                      <a:round/>
                      <a:headEnd type="none" w="sm" len="sm"/>
                      <a:tailEnd type="none" w="sm" len="sm"/>
                    </a:lnR>
                    <a:lnT w="12700" cap="flat" cmpd="sng">
                      <a:solidFill>
                        <a:srgbClr val="7F7F7F"/>
                      </a:solidFill>
                      <a:prstDash val="solid"/>
                      <a:round/>
                      <a:headEnd type="none" w="sm" len="sm"/>
                      <a:tailEnd type="none" w="sm" len="sm"/>
                    </a:lnT>
                    <a:lnB w="19050" cap="flat" cmpd="sng">
                      <a:solidFill>
                        <a:schemeClr val="accent6"/>
                      </a:solidFill>
                      <a:prstDash val="solid"/>
                      <a:round/>
                      <a:headEnd type="none" w="sm" len="sm"/>
                      <a:tailEnd type="none" w="sm" len="sm"/>
                    </a:lnB>
                    <a:solidFill>
                      <a:schemeClr val="lt2">
                        <a:alpha val="49019"/>
                      </a:schemeClr>
                    </a:solidFill>
                  </a:tcPr>
                </a:tc>
                <a:extLst>
                  <a:ext uri="{0D108BD9-81ED-4DB2-BD59-A6C34878D82A}">
                    <a16:rowId xmlns:a16="http://schemas.microsoft.com/office/drawing/2014/main" val="10003"/>
                  </a:ext>
                </a:extLst>
              </a:tr>
              <a:tr h="152400">
                <a:tc>
                  <a:txBody>
                    <a:bodyPr/>
                    <a:lstStyle/>
                    <a:p>
                      <a:pPr marL="0" marR="0" lvl="1" indent="0" algn="l" rtl="0">
                        <a:lnSpc>
                          <a:spcPct val="100000"/>
                        </a:lnSpc>
                        <a:spcBef>
                          <a:spcPts val="0"/>
                        </a:spcBef>
                        <a:spcAft>
                          <a:spcPts val="0"/>
                        </a:spcAft>
                        <a:buClr>
                          <a:srgbClr val="000000"/>
                        </a:buClr>
                        <a:buSzPts val="1200"/>
                        <a:buFont typeface="Arial"/>
                        <a:buNone/>
                      </a:pPr>
                      <a:r>
                        <a:rPr lang="en-US" sz="1200" b="1" u="none" strike="noStrike" cap="none">
                          <a:solidFill>
                            <a:schemeClr val="lt1"/>
                          </a:solidFill>
                        </a:rPr>
                        <a:t>FTE admin equivalent created</a:t>
                      </a:r>
                      <a:endParaRPr sz="1400" u="none" strike="noStrike" cap="none">
                        <a:solidFill>
                          <a:schemeClr val="lt1"/>
                        </a:solidFill>
                      </a:endParaRPr>
                    </a:p>
                  </a:txBody>
                  <a:tcPr marL="91450" marR="91450" marT="45725" marB="45725" anchor="ctr">
                    <a:lnL w="19050" cap="flat" cmpd="sng">
                      <a:solidFill>
                        <a:schemeClr val="dk2"/>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accent6"/>
                      </a:solidFill>
                      <a:prstDash val="solid"/>
                      <a:round/>
                      <a:headEnd type="none" w="sm" len="sm"/>
                      <a:tailEnd type="none" w="sm" len="sm"/>
                    </a:lnT>
                    <a:lnB w="19050" cap="flat" cmpd="sng">
                      <a:solidFill>
                        <a:schemeClr val="accent6"/>
                      </a:solidFill>
                      <a:prstDash val="solid"/>
                      <a:round/>
                      <a:headEnd type="none" w="sm" len="sm"/>
                      <a:tailEnd type="none" w="sm" len="sm"/>
                    </a:lnB>
                    <a:solidFill>
                      <a:schemeClr val="accent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solidFill>
                            <a:schemeClr val="lt1"/>
                          </a:solidFill>
                        </a:rPr>
                        <a:t>1.9</a:t>
                      </a:r>
                      <a:endParaRPr sz="1400" u="none" strike="noStrike" cap="none">
                        <a:solidFill>
                          <a:schemeClr val="lt1"/>
                        </a:solidFill>
                      </a:endParaRPr>
                    </a:p>
                  </a:txBody>
                  <a:tcPr marL="28575" marR="28575" marT="19050" marB="19050" anchor="ctr">
                    <a:lnL w="9525" cap="flat" cmpd="sng">
                      <a:solidFill>
                        <a:srgbClr val="000000">
                          <a:alpha val="0"/>
                        </a:srgb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accent6"/>
                      </a:solidFill>
                      <a:prstDash val="solid"/>
                      <a:round/>
                      <a:headEnd type="none" w="sm" len="sm"/>
                      <a:tailEnd type="none" w="sm" len="sm"/>
                    </a:lnT>
                    <a:lnB w="19050" cap="flat" cmpd="sng">
                      <a:solidFill>
                        <a:schemeClr val="accent6"/>
                      </a:solidFill>
                      <a:prstDash val="solid"/>
                      <a:round/>
                      <a:headEnd type="none" w="sm" len="sm"/>
                      <a:tailEnd type="none" w="sm" len="sm"/>
                    </a:lnB>
                    <a:solidFill>
                      <a:schemeClr val="accent6"/>
                    </a:solidFill>
                  </a:tcPr>
                </a:tc>
                <a:extLst>
                  <a:ext uri="{0D108BD9-81ED-4DB2-BD59-A6C34878D82A}">
                    <a16:rowId xmlns:a16="http://schemas.microsoft.com/office/drawing/2014/main" val="10004"/>
                  </a:ext>
                </a:extLst>
              </a:tr>
            </a:tbl>
          </a:graphicData>
        </a:graphic>
      </p:graphicFrame>
      <p:sp>
        <p:nvSpPr>
          <p:cNvPr id="1069" name="Google Shape;1069;p45"/>
          <p:cNvSpPr txBox="1"/>
          <p:nvPr/>
        </p:nvSpPr>
        <p:spPr>
          <a:xfrm>
            <a:off x="4333485" y="656150"/>
            <a:ext cx="3862497"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accent6"/>
                </a:solidFill>
                <a:latin typeface="Arial"/>
                <a:ea typeface="Arial"/>
                <a:cs typeface="Arial"/>
                <a:sym typeface="Arial"/>
              </a:rPr>
              <a:t>Work Management value:</a:t>
            </a:r>
            <a:endParaRPr sz="1400" b="1" i="0" u="none" strike="noStrike" cap="none">
              <a:solidFill>
                <a:schemeClr val="accent6"/>
              </a:solidFill>
              <a:latin typeface="Arial"/>
              <a:ea typeface="Arial"/>
              <a:cs typeface="Arial"/>
              <a:sym typeface="Arial"/>
            </a:endParaRPr>
          </a:p>
        </p:txBody>
      </p:sp>
      <p:graphicFrame>
        <p:nvGraphicFramePr>
          <p:cNvPr id="1070" name="Google Shape;1070;p45"/>
          <p:cNvGraphicFramePr/>
          <p:nvPr/>
        </p:nvGraphicFramePr>
        <p:xfrm>
          <a:off x="4425410" y="3267254"/>
          <a:ext cx="4044150" cy="1202460"/>
        </p:xfrm>
        <a:graphic>
          <a:graphicData uri="http://schemas.openxmlformats.org/drawingml/2006/table">
            <a:tbl>
              <a:tblPr>
                <a:noFill/>
                <a:tableStyleId>{088D0F16-12C9-4366-920E-C24F37EE5CB3}</a:tableStyleId>
              </a:tblPr>
              <a:tblGrid>
                <a:gridCol w="3061725">
                  <a:extLst>
                    <a:ext uri="{9D8B030D-6E8A-4147-A177-3AD203B41FA5}">
                      <a16:colId xmlns:a16="http://schemas.microsoft.com/office/drawing/2014/main" val="20000"/>
                    </a:ext>
                  </a:extLst>
                </a:gridCol>
                <a:gridCol w="982425">
                  <a:extLst>
                    <a:ext uri="{9D8B030D-6E8A-4147-A177-3AD203B41FA5}">
                      <a16:colId xmlns:a16="http://schemas.microsoft.com/office/drawing/2014/main" val="20001"/>
                    </a:ext>
                  </a:extLst>
                </a:gridCol>
              </a:tblGrid>
              <a:tr h="152400">
                <a:tc>
                  <a:txBody>
                    <a:bodyPr/>
                    <a:lstStyle/>
                    <a:p>
                      <a:pPr marL="0" marR="0" lvl="1" indent="0" algn="l" rtl="0">
                        <a:lnSpc>
                          <a:spcPct val="100000"/>
                        </a:lnSpc>
                        <a:spcBef>
                          <a:spcPts val="0"/>
                        </a:spcBef>
                        <a:spcAft>
                          <a:spcPts val="0"/>
                        </a:spcAft>
                        <a:buClr>
                          <a:srgbClr val="000000"/>
                        </a:buClr>
                        <a:buSzPts val="1200"/>
                        <a:buFont typeface="Arial"/>
                        <a:buNone/>
                      </a:pPr>
                      <a:r>
                        <a:rPr lang="en-US" sz="1200" u="none" strike="noStrike" cap="none"/>
                        <a:t>Site technician hours per week</a:t>
                      </a:r>
                      <a:endParaRPr sz="1400" u="none" strike="noStrike" cap="none"/>
                    </a:p>
                  </a:txBody>
                  <a:tcPr marL="91450" marR="91450" marT="45725" marB="45725" anchor="ctr">
                    <a:lnL w="19050" cap="flat" cmpd="sng">
                      <a:solidFill>
                        <a:schemeClr val="dk2"/>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accent6"/>
                      </a:solidFill>
                      <a:prstDash val="solid"/>
                      <a:round/>
                      <a:headEnd type="none" w="sm" len="sm"/>
                      <a:tailEnd type="none" w="sm" len="sm"/>
                    </a:lnT>
                    <a:lnB w="12700" cap="flat" cmpd="sng">
                      <a:solidFill>
                        <a:srgbClr val="7F7F7F"/>
                      </a:solidFill>
                      <a:prstDash val="solid"/>
                      <a:round/>
                      <a:headEnd type="none" w="sm" len="sm"/>
                      <a:tailEnd type="none" w="sm" len="sm"/>
                    </a:lnB>
                    <a:solidFill>
                      <a:schemeClr val="lt1">
                        <a:alpha val="49019"/>
                      </a:schemeClr>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9.3</a:t>
                      </a:r>
                      <a:endParaRPr sz="1200" u="none" strike="noStrike" cap="none"/>
                    </a:p>
                  </a:txBody>
                  <a:tcPr marL="28575" marR="28575" marT="19050" marB="19050" anchor="ctr">
                    <a:lnL w="9525" cap="flat" cmpd="sng">
                      <a:solidFill>
                        <a:srgbClr val="000000">
                          <a:alpha val="0"/>
                        </a:srgb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accent6"/>
                      </a:solidFill>
                      <a:prstDash val="solid"/>
                      <a:round/>
                      <a:headEnd type="none" w="sm" len="sm"/>
                      <a:tailEnd type="none" w="sm" len="sm"/>
                    </a:lnT>
                    <a:lnB w="12700" cap="flat" cmpd="sng">
                      <a:solidFill>
                        <a:srgbClr val="7F7F7F"/>
                      </a:solidFill>
                      <a:prstDash val="solid"/>
                      <a:round/>
                      <a:headEnd type="none" w="sm" len="sm"/>
                      <a:tailEnd type="none" w="sm" len="sm"/>
                    </a:lnB>
                    <a:solidFill>
                      <a:schemeClr val="lt1">
                        <a:alpha val="49019"/>
                      </a:schemeClr>
                    </a:solidFill>
                  </a:tcPr>
                </a:tc>
                <a:extLst>
                  <a:ext uri="{0D108BD9-81ED-4DB2-BD59-A6C34878D82A}">
                    <a16:rowId xmlns:a16="http://schemas.microsoft.com/office/drawing/2014/main" val="10000"/>
                  </a:ext>
                </a:extLst>
              </a:tr>
              <a:tr h="152400">
                <a:tc>
                  <a:txBody>
                    <a:bodyPr/>
                    <a:lstStyle/>
                    <a:p>
                      <a:pPr marL="0" marR="0" lvl="1" indent="0" algn="l" rtl="0">
                        <a:lnSpc>
                          <a:spcPct val="100000"/>
                        </a:lnSpc>
                        <a:spcBef>
                          <a:spcPts val="0"/>
                        </a:spcBef>
                        <a:spcAft>
                          <a:spcPts val="0"/>
                        </a:spcAft>
                        <a:buClr>
                          <a:srgbClr val="000000"/>
                        </a:buClr>
                        <a:buSzPts val="1200"/>
                        <a:buFont typeface="Arial"/>
                        <a:buNone/>
                      </a:pPr>
                      <a:r>
                        <a:rPr lang="en-US" sz="1200" u="none" strike="noStrike" cap="none"/>
                        <a:t>Digital Recalls shelf walk reduction</a:t>
                      </a:r>
                      <a:endParaRPr sz="1200" u="none" strike="noStrike" cap="none"/>
                    </a:p>
                  </a:txBody>
                  <a:tcPr marL="91450" marR="91450" marT="45725" marB="45725" anchor="ctr">
                    <a:lnL w="19050" cap="flat" cmpd="sng">
                      <a:solidFill>
                        <a:schemeClr val="dk2"/>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chemeClr val="lt1">
                        <a:alpha val="49019"/>
                      </a:schemeClr>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50%</a:t>
                      </a:r>
                      <a:endParaRPr sz="1200" u="none" strike="noStrike" cap="none"/>
                    </a:p>
                  </a:txBody>
                  <a:tcPr marL="28575" marR="28575" marT="19050" marB="19050" anchor="ctr">
                    <a:lnL w="9525" cap="flat" cmpd="sng">
                      <a:solidFill>
                        <a:srgbClr val="000000">
                          <a:alpha val="0"/>
                        </a:srgbClr>
                      </a:solidFill>
                      <a:prstDash val="solid"/>
                      <a:round/>
                      <a:headEnd type="none" w="sm" len="sm"/>
                      <a:tailEnd type="none" w="sm" len="sm"/>
                    </a:lnL>
                    <a:lnR w="19050" cap="flat" cmpd="sng">
                      <a:solidFill>
                        <a:schemeClr val="dk2"/>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chemeClr val="lt1">
                        <a:alpha val="49019"/>
                      </a:schemeClr>
                    </a:solidFill>
                  </a:tcPr>
                </a:tc>
                <a:extLst>
                  <a:ext uri="{0D108BD9-81ED-4DB2-BD59-A6C34878D82A}">
                    <a16:rowId xmlns:a16="http://schemas.microsoft.com/office/drawing/2014/main" val="10001"/>
                  </a:ext>
                </a:extLst>
              </a:tr>
              <a:tr h="326900">
                <a:tc>
                  <a:txBody>
                    <a:bodyPr/>
                    <a:lstStyle/>
                    <a:p>
                      <a:pPr marL="0" marR="0" lvl="1" indent="0" algn="l" rtl="0">
                        <a:lnSpc>
                          <a:spcPct val="100000"/>
                        </a:lnSpc>
                        <a:spcBef>
                          <a:spcPts val="0"/>
                        </a:spcBef>
                        <a:spcAft>
                          <a:spcPts val="0"/>
                        </a:spcAft>
                        <a:buClr>
                          <a:srgbClr val="000000"/>
                        </a:buClr>
                        <a:buSzPts val="1200"/>
                        <a:buFont typeface="Arial"/>
                        <a:buNone/>
                      </a:pPr>
                      <a:r>
                        <a:rPr lang="en-US" sz="1200" u="none" strike="noStrike" cap="none"/>
                        <a:t>Site technician hours saved per year</a:t>
                      </a:r>
                      <a:endParaRPr sz="1200" u="none" strike="noStrike" cap="none"/>
                    </a:p>
                  </a:txBody>
                  <a:tcPr marL="91450" marR="91450" marT="45725" marB="45725" anchor="ctr">
                    <a:lnL w="19050" cap="flat" cmpd="sng">
                      <a:solidFill>
                        <a:schemeClr val="dk2"/>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9050" cap="flat" cmpd="sng">
                      <a:solidFill>
                        <a:schemeClr val="accent6"/>
                      </a:solidFill>
                      <a:prstDash val="solid"/>
                      <a:round/>
                      <a:headEnd type="none" w="sm" len="sm"/>
                      <a:tailEnd type="none" w="sm" len="sm"/>
                    </a:lnB>
                    <a:solidFill>
                      <a:schemeClr val="lt2">
                        <a:alpha val="49019"/>
                      </a:schemeClr>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233</a:t>
                      </a:r>
                      <a:endParaRPr sz="1200" u="none" strike="noStrike" cap="none"/>
                    </a:p>
                  </a:txBody>
                  <a:tcPr marL="28575" marR="28575" marT="19050" marB="19050" anchor="ctr">
                    <a:lnL w="9525" cap="flat" cmpd="sng">
                      <a:solidFill>
                        <a:srgbClr val="000000">
                          <a:alpha val="0"/>
                        </a:srgbClr>
                      </a:solidFill>
                      <a:prstDash val="solid"/>
                      <a:round/>
                      <a:headEnd type="none" w="sm" len="sm"/>
                      <a:tailEnd type="none" w="sm" len="sm"/>
                    </a:lnL>
                    <a:lnR w="19050" cap="flat" cmpd="sng">
                      <a:solidFill>
                        <a:schemeClr val="dk2"/>
                      </a:solidFill>
                      <a:prstDash val="solid"/>
                      <a:round/>
                      <a:headEnd type="none" w="sm" len="sm"/>
                      <a:tailEnd type="none" w="sm" len="sm"/>
                    </a:lnR>
                    <a:lnT w="12700" cap="flat" cmpd="sng">
                      <a:solidFill>
                        <a:srgbClr val="7F7F7F"/>
                      </a:solidFill>
                      <a:prstDash val="solid"/>
                      <a:round/>
                      <a:headEnd type="none" w="sm" len="sm"/>
                      <a:tailEnd type="none" w="sm" len="sm"/>
                    </a:lnT>
                    <a:lnB w="19050" cap="flat" cmpd="sng">
                      <a:solidFill>
                        <a:schemeClr val="accent6"/>
                      </a:solidFill>
                      <a:prstDash val="solid"/>
                      <a:round/>
                      <a:headEnd type="none" w="sm" len="sm"/>
                      <a:tailEnd type="none" w="sm" len="sm"/>
                    </a:lnB>
                    <a:solidFill>
                      <a:schemeClr val="lt2">
                        <a:alpha val="49019"/>
                      </a:schemeClr>
                    </a:solidFill>
                  </a:tcPr>
                </a:tc>
                <a:extLst>
                  <a:ext uri="{0D108BD9-81ED-4DB2-BD59-A6C34878D82A}">
                    <a16:rowId xmlns:a16="http://schemas.microsoft.com/office/drawing/2014/main" val="10002"/>
                  </a:ext>
                </a:extLst>
              </a:tr>
              <a:tr h="326900">
                <a:tc>
                  <a:txBody>
                    <a:bodyPr/>
                    <a:lstStyle/>
                    <a:p>
                      <a:pPr marL="0" marR="0" lvl="1" indent="0" algn="l" rtl="0">
                        <a:lnSpc>
                          <a:spcPct val="100000"/>
                        </a:lnSpc>
                        <a:spcBef>
                          <a:spcPts val="0"/>
                        </a:spcBef>
                        <a:spcAft>
                          <a:spcPts val="0"/>
                        </a:spcAft>
                        <a:buClr>
                          <a:srgbClr val="000000"/>
                        </a:buClr>
                        <a:buSzPts val="1200"/>
                        <a:buFont typeface="Arial"/>
                        <a:buNone/>
                      </a:pPr>
                      <a:r>
                        <a:rPr lang="en-US" sz="1200" b="1" u="none" strike="noStrike" cap="none">
                          <a:solidFill>
                            <a:schemeClr val="lt1"/>
                          </a:solidFill>
                        </a:rPr>
                        <a:t>FTE technician equivalent created</a:t>
                      </a:r>
                      <a:endParaRPr sz="1400" u="none" strike="noStrike" cap="none">
                        <a:solidFill>
                          <a:schemeClr val="lt1"/>
                        </a:solidFill>
                      </a:endParaRPr>
                    </a:p>
                  </a:txBody>
                  <a:tcPr marL="91450" marR="91450" marT="45725" marB="45725" anchor="ctr">
                    <a:lnL w="19050" cap="flat" cmpd="sng">
                      <a:solidFill>
                        <a:schemeClr val="dk2"/>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accent6"/>
                      </a:solidFill>
                      <a:prstDash val="solid"/>
                      <a:round/>
                      <a:headEnd type="none" w="sm" len="sm"/>
                      <a:tailEnd type="none" w="sm" len="sm"/>
                    </a:lnT>
                    <a:lnB w="19050" cap="flat" cmpd="sng">
                      <a:solidFill>
                        <a:schemeClr val="dk2"/>
                      </a:solidFill>
                      <a:prstDash val="solid"/>
                      <a:round/>
                      <a:headEnd type="none" w="sm" len="sm"/>
                      <a:tailEnd type="none" w="sm" len="sm"/>
                    </a:lnB>
                    <a:solidFill>
                      <a:schemeClr val="accent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solidFill>
                            <a:schemeClr val="lt1"/>
                          </a:solidFill>
                        </a:rPr>
                        <a:t>8.6</a:t>
                      </a:r>
                      <a:endParaRPr sz="1400" u="none" strike="noStrike" cap="none">
                        <a:solidFill>
                          <a:schemeClr val="lt1"/>
                        </a:solidFill>
                      </a:endParaRPr>
                    </a:p>
                  </a:txBody>
                  <a:tcPr marL="28575" marR="28575" marT="19050" marB="19050" anchor="ctr">
                    <a:lnL w="9525" cap="flat" cmpd="sng">
                      <a:solidFill>
                        <a:srgbClr val="000000">
                          <a:alpha val="0"/>
                        </a:srgb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accent6"/>
                      </a:solidFill>
                      <a:prstDash val="solid"/>
                      <a:round/>
                      <a:headEnd type="none" w="sm" len="sm"/>
                      <a:tailEnd type="none" w="sm" len="sm"/>
                    </a:lnT>
                    <a:lnB w="19050" cap="flat" cmpd="sng">
                      <a:solidFill>
                        <a:schemeClr val="dk2"/>
                      </a:solidFill>
                      <a:prstDash val="solid"/>
                      <a:round/>
                      <a:headEnd type="none" w="sm" len="sm"/>
                      <a:tailEnd type="none" w="sm" len="sm"/>
                    </a:lnB>
                    <a:solidFill>
                      <a:schemeClr val="accent6"/>
                    </a:solidFill>
                  </a:tcPr>
                </a:tc>
                <a:extLst>
                  <a:ext uri="{0D108BD9-81ED-4DB2-BD59-A6C34878D82A}">
                    <a16:rowId xmlns:a16="http://schemas.microsoft.com/office/drawing/2014/main" val="10003"/>
                  </a:ext>
                </a:extLst>
              </a:tr>
            </a:tbl>
          </a:graphicData>
        </a:graphic>
      </p:graphicFrame>
      <p:sp>
        <p:nvSpPr>
          <p:cNvPr id="1071" name="Google Shape;1071;p45"/>
          <p:cNvSpPr txBox="1"/>
          <p:nvPr/>
        </p:nvSpPr>
        <p:spPr>
          <a:xfrm>
            <a:off x="4333485" y="2966737"/>
            <a:ext cx="305419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accent6"/>
                </a:solidFill>
                <a:latin typeface="Arial"/>
                <a:ea typeface="Arial"/>
                <a:cs typeface="Arial"/>
                <a:sym typeface="Arial"/>
              </a:rPr>
              <a:t>Targeted Notifications value:</a:t>
            </a:r>
            <a:endParaRPr sz="1400" b="1" i="0" u="none" strike="noStrike" cap="none">
              <a:solidFill>
                <a:schemeClr val="accent6"/>
              </a:solidFill>
              <a:latin typeface="Arial"/>
              <a:ea typeface="Arial"/>
              <a:cs typeface="Arial"/>
              <a:sym typeface="Arial"/>
            </a:endParaRPr>
          </a:p>
        </p:txBody>
      </p:sp>
      <p:grpSp>
        <p:nvGrpSpPr>
          <p:cNvPr id="1072" name="Google Shape;1072;p45"/>
          <p:cNvGrpSpPr/>
          <p:nvPr/>
        </p:nvGrpSpPr>
        <p:grpSpPr>
          <a:xfrm>
            <a:off x="681901" y="1254607"/>
            <a:ext cx="3149958" cy="3291187"/>
            <a:chOff x="681901" y="1254607"/>
            <a:chExt cx="3149958" cy="3291187"/>
          </a:xfrm>
        </p:grpSpPr>
        <p:sp>
          <p:nvSpPr>
            <p:cNvPr id="1073" name="Google Shape;1073;p45"/>
            <p:cNvSpPr txBox="1"/>
            <p:nvPr/>
          </p:nvSpPr>
          <p:spPr>
            <a:xfrm>
              <a:off x="1190359" y="1319386"/>
              <a:ext cx="25833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1200"/>
                </a:spcAft>
                <a:buClr>
                  <a:srgbClr val="000000"/>
                </a:buClr>
                <a:buSzPts val="1400"/>
                <a:buFont typeface="Arial"/>
                <a:buNone/>
              </a:pPr>
              <a:r>
                <a:rPr lang="en-US" sz="1400" b="1" i="0" u="none" strike="noStrike" cap="none">
                  <a:solidFill>
                    <a:srgbClr val="0C0C0C"/>
                  </a:solidFill>
                  <a:latin typeface="Arial"/>
                  <a:ea typeface="Arial"/>
                  <a:cs typeface="Arial"/>
                  <a:sym typeface="Arial"/>
                </a:rPr>
                <a:t>74-site</a:t>
              </a:r>
              <a:r>
                <a:rPr lang="en-US" sz="1400" b="0" i="0" u="none" strike="noStrike" cap="none">
                  <a:solidFill>
                    <a:srgbClr val="0C0C0C"/>
                  </a:solidFill>
                  <a:latin typeface="Arial"/>
                  <a:ea typeface="Arial"/>
                  <a:cs typeface="Arial"/>
                  <a:sym typeface="Arial"/>
                </a:rPr>
                <a:t> health system</a:t>
              </a:r>
              <a:endParaRPr sz="1400" b="0" i="0" u="none" strike="noStrike" cap="none">
                <a:solidFill>
                  <a:srgbClr val="0C0C0C"/>
                </a:solidFill>
                <a:latin typeface="Arial"/>
                <a:ea typeface="Arial"/>
                <a:cs typeface="Arial"/>
                <a:sym typeface="Arial"/>
              </a:endParaRPr>
            </a:p>
          </p:txBody>
        </p:sp>
        <p:grpSp>
          <p:nvGrpSpPr>
            <p:cNvPr id="1074" name="Google Shape;1074;p45"/>
            <p:cNvGrpSpPr/>
            <p:nvPr/>
          </p:nvGrpSpPr>
          <p:grpSpPr>
            <a:xfrm>
              <a:off x="681901" y="1254607"/>
              <a:ext cx="459896" cy="459896"/>
              <a:chOff x="773549" y="1184711"/>
              <a:chExt cx="459896" cy="459896"/>
            </a:xfrm>
          </p:grpSpPr>
          <p:sp>
            <p:nvSpPr>
              <p:cNvPr id="1075" name="Google Shape;1075;p45"/>
              <p:cNvSpPr/>
              <p:nvPr/>
            </p:nvSpPr>
            <p:spPr>
              <a:xfrm>
                <a:off x="773549" y="1184711"/>
                <a:ext cx="459896" cy="45989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076" name="Google Shape;1076;p45"/>
              <p:cNvPicPr preferRelativeResize="0"/>
              <p:nvPr/>
            </p:nvPicPr>
            <p:blipFill rotWithShape="1">
              <a:blip r:embed="rId3">
                <a:alphaModFix/>
              </a:blip>
              <a:srcRect/>
              <a:stretch/>
            </p:blipFill>
            <p:spPr>
              <a:xfrm>
                <a:off x="846298" y="1247593"/>
                <a:ext cx="307820" cy="307820"/>
              </a:xfrm>
              <a:prstGeom prst="rect">
                <a:avLst/>
              </a:prstGeom>
              <a:noFill/>
              <a:ln>
                <a:noFill/>
              </a:ln>
            </p:spPr>
          </p:pic>
        </p:grpSp>
        <p:grpSp>
          <p:nvGrpSpPr>
            <p:cNvPr id="1077" name="Google Shape;1077;p45"/>
            <p:cNvGrpSpPr/>
            <p:nvPr/>
          </p:nvGrpSpPr>
          <p:grpSpPr>
            <a:xfrm>
              <a:off x="681901" y="1960258"/>
              <a:ext cx="459896" cy="459896"/>
              <a:chOff x="773549" y="2002690"/>
              <a:chExt cx="459896" cy="459896"/>
            </a:xfrm>
          </p:grpSpPr>
          <p:sp>
            <p:nvSpPr>
              <p:cNvPr id="1078" name="Google Shape;1078;p45"/>
              <p:cNvSpPr/>
              <p:nvPr/>
            </p:nvSpPr>
            <p:spPr>
              <a:xfrm>
                <a:off x="773549" y="2002690"/>
                <a:ext cx="459896" cy="45989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079" name="Google Shape;1079;p45"/>
              <p:cNvPicPr preferRelativeResize="0"/>
              <p:nvPr/>
            </p:nvPicPr>
            <p:blipFill rotWithShape="1">
              <a:blip r:embed="rId4">
                <a:alphaModFix/>
              </a:blip>
              <a:srcRect/>
              <a:stretch/>
            </p:blipFill>
            <p:spPr>
              <a:xfrm>
                <a:off x="842119" y="2076047"/>
                <a:ext cx="313182" cy="313182"/>
              </a:xfrm>
              <a:prstGeom prst="rect">
                <a:avLst/>
              </a:prstGeom>
              <a:noFill/>
              <a:ln>
                <a:noFill/>
              </a:ln>
            </p:spPr>
          </p:pic>
        </p:grpSp>
        <p:sp>
          <p:nvSpPr>
            <p:cNvPr id="1080" name="Google Shape;1080;p45"/>
            <p:cNvSpPr txBox="1"/>
            <p:nvPr/>
          </p:nvSpPr>
          <p:spPr>
            <a:xfrm>
              <a:off x="1190359" y="1954768"/>
              <a:ext cx="2583204" cy="523180"/>
            </a:xfrm>
            <a:prstGeom prst="rect">
              <a:avLst/>
            </a:prstGeom>
            <a:noFill/>
            <a:ln>
              <a:noFill/>
            </a:ln>
          </p:spPr>
          <p:txBody>
            <a:bodyPr spcFirstLastPara="1" wrap="square" lIns="91425" tIns="45700" rIns="91425" bIns="45700" anchor="t" anchorCtr="0">
              <a:sp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a:solidFill>
                    <a:srgbClr val="0C0C0C"/>
                  </a:solidFill>
                  <a:latin typeface="Arial"/>
                  <a:ea typeface="Arial"/>
                  <a:cs typeface="Arial"/>
                  <a:sym typeface="Arial"/>
                </a:rPr>
                <a:t>4.16 hours </a:t>
              </a:r>
              <a:r>
                <a:rPr lang="en-US" sz="1400" b="0" i="0" u="none" strike="noStrike" cap="none">
                  <a:solidFill>
                    <a:srgbClr val="0C0C0C"/>
                  </a:solidFill>
                  <a:latin typeface="Arial"/>
                  <a:ea typeface="Arial"/>
                  <a:cs typeface="Arial"/>
                  <a:sym typeface="Arial"/>
                </a:rPr>
                <a:t>spent per week at each site orchestrating recalls</a:t>
              </a:r>
              <a:endParaRPr sz="1400" b="0" i="0" u="none" strike="noStrike" cap="none">
                <a:solidFill>
                  <a:srgbClr val="0C0C0C"/>
                </a:solidFill>
                <a:latin typeface="Arial"/>
                <a:ea typeface="Arial"/>
                <a:cs typeface="Arial"/>
                <a:sym typeface="Arial"/>
              </a:endParaRPr>
            </a:p>
          </p:txBody>
        </p:sp>
        <p:grpSp>
          <p:nvGrpSpPr>
            <p:cNvPr id="1081" name="Google Shape;1081;p45"/>
            <p:cNvGrpSpPr/>
            <p:nvPr/>
          </p:nvGrpSpPr>
          <p:grpSpPr>
            <a:xfrm>
              <a:off x="681901" y="2665909"/>
              <a:ext cx="459896" cy="459896"/>
              <a:chOff x="773549" y="2002690"/>
              <a:chExt cx="459896" cy="459896"/>
            </a:xfrm>
          </p:grpSpPr>
          <p:sp>
            <p:nvSpPr>
              <p:cNvPr id="1082" name="Google Shape;1082;p45"/>
              <p:cNvSpPr/>
              <p:nvPr/>
            </p:nvSpPr>
            <p:spPr>
              <a:xfrm>
                <a:off x="773549" y="2002690"/>
                <a:ext cx="459896" cy="45989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083" name="Google Shape;1083;p45"/>
              <p:cNvPicPr preferRelativeResize="0"/>
              <p:nvPr/>
            </p:nvPicPr>
            <p:blipFill rotWithShape="1">
              <a:blip r:embed="rId4">
                <a:alphaModFix/>
              </a:blip>
              <a:srcRect/>
              <a:stretch/>
            </p:blipFill>
            <p:spPr>
              <a:xfrm>
                <a:off x="842119" y="2076047"/>
                <a:ext cx="313182" cy="313182"/>
              </a:xfrm>
              <a:prstGeom prst="rect">
                <a:avLst/>
              </a:prstGeom>
              <a:noFill/>
              <a:ln>
                <a:noFill/>
              </a:ln>
            </p:spPr>
          </p:pic>
        </p:grpSp>
        <p:sp>
          <p:nvSpPr>
            <p:cNvPr id="1084" name="Google Shape;1084;p45"/>
            <p:cNvSpPr txBox="1"/>
            <p:nvPr/>
          </p:nvSpPr>
          <p:spPr>
            <a:xfrm>
              <a:off x="1190359" y="2650349"/>
              <a:ext cx="2641419" cy="523180"/>
            </a:xfrm>
            <a:prstGeom prst="rect">
              <a:avLst/>
            </a:prstGeom>
            <a:noFill/>
            <a:ln>
              <a:noFill/>
            </a:ln>
          </p:spPr>
          <p:txBody>
            <a:bodyPr spcFirstLastPara="1" wrap="square" lIns="91425" tIns="45700" rIns="91425" bIns="45700" anchor="t" anchorCtr="0">
              <a:sp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a:solidFill>
                    <a:srgbClr val="0C0C0C"/>
                  </a:solidFill>
                  <a:latin typeface="Arial"/>
                  <a:ea typeface="Arial"/>
                  <a:cs typeface="Arial"/>
                  <a:sym typeface="Arial"/>
                </a:rPr>
                <a:t>9.3 hours </a:t>
              </a:r>
              <a:r>
                <a:rPr lang="en-US" sz="1400" b="0" i="0" u="none" strike="noStrike" cap="none">
                  <a:solidFill>
                    <a:srgbClr val="0C0C0C"/>
                  </a:solidFill>
                  <a:latin typeface="Arial"/>
                  <a:ea typeface="Arial"/>
                  <a:cs typeface="Arial"/>
                  <a:sym typeface="Arial"/>
                </a:rPr>
                <a:t>spent per week at each site walking shelves</a:t>
              </a:r>
              <a:endParaRPr sz="1400" b="0" i="0" u="none" strike="noStrike" cap="none">
                <a:solidFill>
                  <a:srgbClr val="0C0C0C"/>
                </a:solidFill>
                <a:latin typeface="Arial"/>
                <a:ea typeface="Arial"/>
                <a:cs typeface="Arial"/>
                <a:sym typeface="Arial"/>
              </a:endParaRPr>
            </a:p>
          </p:txBody>
        </p:sp>
        <p:sp>
          <p:nvSpPr>
            <p:cNvPr id="1085" name="Google Shape;1085;p45"/>
            <p:cNvSpPr txBox="1"/>
            <p:nvPr/>
          </p:nvSpPr>
          <p:spPr>
            <a:xfrm>
              <a:off x="1190359" y="3315397"/>
              <a:ext cx="2409792" cy="738900"/>
            </a:xfrm>
            <a:prstGeom prst="rect">
              <a:avLst/>
            </a:prstGeom>
            <a:noFill/>
            <a:ln>
              <a:noFill/>
            </a:ln>
          </p:spPr>
          <p:txBody>
            <a:bodyPr spcFirstLastPara="1" wrap="square" lIns="91425" tIns="45700" rIns="91425" bIns="45700" anchor="t" anchorCtr="0">
              <a:sp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a:solidFill>
                    <a:srgbClr val="0C0C0C"/>
                  </a:solidFill>
                  <a:latin typeface="Arial"/>
                  <a:ea typeface="Arial"/>
                  <a:cs typeface="Arial"/>
                  <a:sym typeface="Arial"/>
                </a:rPr>
                <a:t>Result: </a:t>
              </a:r>
              <a:r>
                <a:rPr lang="en-US" sz="1400" b="0" i="0" u="none" strike="noStrike" cap="none">
                  <a:solidFill>
                    <a:srgbClr val="0C0C0C"/>
                  </a:solidFill>
                  <a:latin typeface="Arial"/>
                  <a:ea typeface="Arial"/>
                  <a:cs typeface="Arial"/>
                  <a:sym typeface="Arial"/>
                </a:rPr>
                <a:t>10.5 FTE of skilled labor freed to focus on serving patients</a:t>
              </a:r>
              <a:endParaRPr sz="1400" b="0" i="0" u="none" strike="noStrike" cap="none">
                <a:solidFill>
                  <a:srgbClr val="0C0C0C"/>
                </a:solidFill>
                <a:latin typeface="Arial"/>
                <a:ea typeface="Arial"/>
                <a:cs typeface="Arial"/>
                <a:sym typeface="Arial"/>
              </a:endParaRPr>
            </a:p>
          </p:txBody>
        </p:sp>
        <p:sp>
          <p:nvSpPr>
            <p:cNvPr id="1086" name="Google Shape;1086;p45"/>
            <p:cNvSpPr txBox="1"/>
            <p:nvPr/>
          </p:nvSpPr>
          <p:spPr>
            <a:xfrm>
              <a:off x="1190359" y="4161978"/>
              <a:ext cx="2641500" cy="307800"/>
            </a:xfrm>
            <a:prstGeom prst="rect">
              <a:avLst/>
            </a:prstGeom>
            <a:noFill/>
            <a:ln>
              <a:noFill/>
            </a:ln>
          </p:spPr>
          <p:txBody>
            <a:bodyPr spcFirstLastPara="1" wrap="square" lIns="91425" tIns="45700" rIns="91425" bIns="45700" anchor="t" anchorCtr="0">
              <a:sp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a:solidFill>
                    <a:srgbClr val="0C0C0C"/>
                  </a:solidFill>
                  <a:latin typeface="Arial"/>
                  <a:ea typeface="Arial"/>
                  <a:cs typeface="Arial"/>
                  <a:sym typeface="Arial"/>
                </a:rPr>
                <a:t>Digital Recalls Price: </a:t>
              </a:r>
              <a:r>
                <a:rPr lang="en-US" sz="1400" b="0" i="0" u="none" strike="noStrike" cap="none">
                  <a:solidFill>
                    <a:srgbClr val="0C0C0C"/>
                  </a:solidFill>
                  <a:latin typeface="Arial"/>
                  <a:ea typeface="Arial"/>
                  <a:cs typeface="Arial"/>
                  <a:sym typeface="Arial"/>
                </a:rPr>
                <a:t>$52,000 </a:t>
              </a:r>
              <a:endParaRPr sz="1400" b="0" i="0" u="none" strike="noStrike" cap="none">
                <a:solidFill>
                  <a:srgbClr val="0C0C0C"/>
                </a:solidFill>
                <a:latin typeface="Arial"/>
                <a:ea typeface="Arial"/>
                <a:cs typeface="Arial"/>
                <a:sym typeface="Arial"/>
              </a:endParaRPr>
            </a:p>
          </p:txBody>
        </p:sp>
        <p:grpSp>
          <p:nvGrpSpPr>
            <p:cNvPr id="1087" name="Google Shape;1087;p45"/>
            <p:cNvGrpSpPr/>
            <p:nvPr/>
          </p:nvGrpSpPr>
          <p:grpSpPr>
            <a:xfrm>
              <a:off x="681901" y="3404815"/>
              <a:ext cx="459896" cy="459896"/>
              <a:chOff x="681901" y="3404815"/>
              <a:chExt cx="459896" cy="459896"/>
            </a:xfrm>
          </p:grpSpPr>
          <p:sp>
            <p:nvSpPr>
              <p:cNvPr id="1088" name="Google Shape;1088;p45"/>
              <p:cNvSpPr/>
              <p:nvPr/>
            </p:nvSpPr>
            <p:spPr>
              <a:xfrm>
                <a:off x="681901" y="3404815"/>
                <a:ext cx="459896" cy="45989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089" name="Google Shape;1089;p45"/>
              <p:cNvPicPr preferRelativeResize="0"/>
              <p:nvPr/>
            </p:nvPicPr>
            <p:blipFill rotWithShape="1">
              <a:blip r:embed="rId5">
                <a:alphaModFix/>
              </a:blip>
              <a:srcRect/>
              <a:stretch/>
            </p:blipFill>
            <p:spPr>
              <a:xfrm>
                <a:off x="753704" y="3543005"/>
                <a:ext cx="316981" cy="163019"/>
              </a:xfrm>
              <a:prstGeom prst="rect">
                <a:avLst/>
              </a:prstGeom>
              <a:noFill/>
              <a:ln>
                <a:noFill/>
              </a:ln>
            </p:spPr>
          </p:pic>
        </p:grpSp>
        <p:grpSp>
          <p:nvGrpSpPr>
            <p:cNvPr id="1090" name="Google Shape;1090;p45"/>
            <p:cNvGrpSpPr/>
            <p:nvPr/>
          </p:nvGrpSpPr>
          <p:grpSpPr>
            <a:xfrm>
              <a:off x="681901" y="4085898"/>
              <a:ext cx="459896" cy="459896"/>
              <a:chOff x="701635" y="4085898"/>
              <a:chExt cx="459896" cy="459896"/>
            </a:xfrm>
          </p:grpSpPr>
          <p:sp>
            <p:nvSpPr>
              <p:cNvPr id="1091" name="Google Shape;1091;p45"/>
              <p:cNvSpPr/>
              <p:nvPr/>
            </p:nvSpPr>
            <p:spPr>
              <a:xfrm>
                <a:off x="701635" y="4085898"/>
                <a:ext cx="459896" cy="45989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092" name="Google Shape;1092;p45"/>
              <p:cNvGrpSpPr/>
              <p:nvPr/>
            </p:nvGrpSpPr>
            <p:grpSpPr>
              <a:xfrm>
                <a:off x="727697" y="4119784"/>
                <a:ext cx="395536" cy="395536"/>
                <a:chOff x="727697" y="4119784"/>
                <a:chExt cx="395536" cy="395536"/>
              </a:xfrm>
            </p:grpSpPr>
            <p:pic>
              <p:nvPicPr>
                <p:cNvPr id="1093" name="Google Shape;1093;p45" descr="Tag with solid fill"/>
                <p:cNvPicPr preferRelativeResize="0"/>
                <p:nvPr/>
              </p:nvPicPr>
              <p:blipFill rotWithShape="1">
                <a:blip r:embed="rId6">
                  <a:alphaModFix/>
                </a:blip>
                <a:srcRect/>
                <a:stretch/>
              </p:blipFill>
              <p:spPr>
                <a:xfrm>
                  <a:off x="727697" y="4119784"/>
                  <a:ext cx="395536" cy="395536"/>
                </a:xfrm>
                <a:prstGeom prst="rect">
                  <a:avLst/>
                </a:prstGeom>
                <a:noFill/>
                <a:ln>
                  <a:noFill/>
                </a:ln>
              </p:spPr>
            </p:pic>
            <p:pic>
              <p:nvPicPr>
                <p:cNvPr id="1094" name="Google Shape;1094;p45" descr="Dollar with solid fill"/>
                <p:cNvPicPr preferRelativeResize="0"/>
                <p:nvPr/>
              </p:nvPicPr>
              <p:blipFill rotWithShape="1">
                <a:blip r:embed="rId7">
                  <a:alphaModFix/>
                </a:blip>
                <a:srcRect/>
                <a:stretch/>
              </p:blipFill>
              <p:spPr>
                <a:xfrm rot="-2749909">
                  <a:off x="861520" y="4263503"/>
                  <a:ext cx="164592" cy="164592"/>
                </a:xfrm>
                <a:prstGeom prst="rect">
                  <a:avLst/>
                </a:prstGeom>
                <a:noFill/>
                <a:ln>
                  <a:noFill/>
                </a:ln>
              </p:spPr>
            </p:pic>
          </p:gr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g2bfe78d61b7_0_0"/>
          <p:cNvSpPr txBox="1"/>
          <p:nvPr/>
        </p:nvSpPr>
        <p:spPr>
          <a:xfrm>
            <a:off x="891088" y="913290"/>
            <a:ext cx="22623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000" b="1" i="0" u="none" strike="noStrike" cap="none">
                <a:solidFill>
                  <a:srgbClr val="262626"/>
                </a:solidFill>
                <a:latin typeface="Arial"/>
                <a:ea typeface="Arial"/>
                <a:cs typeface="Arial"/>
                <a:sym typeface="Arial"/>
              </a:rPr>
              <a:t>Digital Recalls Notifications + Supply Chain Work Management</a:t>
            </a:r>
            <a:endParaRPr sz="1200" b="0" i="0" u="none" strike="noStrike" cap="none">
              <a:solidFill>
                <a:srgbClr val="262626"/>
              </a:solidFill>
              <a:latin typeface="Arial"/>
              <a:ea typeface="Arial"/>
              <a:cs typeface="Arial"/>
              <a:sym typeface="Arial"/>
            </a:endParaRPr>
          </a:p>
        </p:txBody>
      </p:sp>
      <p:sp>
        <p:nvSpPr>
          <p:cNvPr id="1100" name="Google Shape;1100;g2bfe78d61b7_0_0"/>
          <p:cNvSpPr txBox="1">
            <a:spLocks noGrp="1"/>
          </p:cNvSpPr>
          <p:nvPr>
            <p:ph type="title"/>
          </p:nvPr>
        </p:nvSpPr>
        <p:spPr>
          <a:xfrm>
            <a:off x="592807" y="205811"/>
            <a:ext cx="8551200" cy="426600"/>
          </a:xfrm>
          <a:prstGeom prst="rect">
            <a:avLst/>
          </a:prstGeom>
          <a:noFill/>
          <a:ln>
            <a:noFill/>
          </a:ln>
        </p:spPr>
        <p:txBody>
          <a:bodyPr spcFirstLastPara="1" wrap="square" lIns="68550" tIns="34275" rIns="68550" bIns="34275" anchor="ctr" anchorCtr="0">
            <a:noAutofit/>
          </a:bodyPr>
          <a:lstStyle/>
          <a:p>
            <a:pPr marL="0" lvl="0" indent="0" algn="l" rtl="0">
              <a:lnSpc>
                <a:spcPct val="90000"/>
              </a:lnSpc>
              <a:spcBef>
                <a:spcPts val="0"/>
              </a:spcBef>
              <a:spcAft>
                <a:spcPts val="0"/>
              </a:spcAft>
              <a:buClr>
                <a:schemeClr val="lt1"/>
              </a:buClr>
              <a:buSzPts val="3600"/>
              <a:buFont typeface="Arial"/>
              <a:buNone/>
            </a:pPr>
            <a:r>
              <a:rPr lang="en-US" sz="2000">
                <a:solidFill>
                  <a:schemeClr val="dk2"/>
                </a:solidFill>
              </a:rPr>
              <a:t>TraceLink Digital Recalls - Subscription Pricing Model</a:t>
            </a:r>
            <a:endParaRPr sz="2000">
              <a:solidFill>
                <a:schemeClr val="dk2"/>
              </a:solidFill>
            </a:endParaRPr>
          </a:p>
        </p:txBody>
      </p:sp>
      <p:grpSp>
        <p:nvGrpSpPr>
          <p:cNvPr id="1101" name="Google Shape;1101;g2bfe78d61b7_0_0"/>
          <p:cNvGrpSpPr/>
          <p:nvPr/>
        </p:nvGrpSpPr>
        <p:grpSpPr>
          <a:xfrm>
            <a:off x="3052581" y="1357832"/>
            <a:ext cx="4886185" cy="988499"/>
            <a:chOff x="2593811" y="1277507"/>
            <a:chExt cx="4886185" cy="3764275"/>
          </a:xfrm>
        </p:grpSpPr>
        <p:sp>
          <p:nvSpPr>
            <p:cNvPr id="1102" name="Google Shape;1102;g2bfe78d61b7_0_0"/>
            <p:cNvSpPr/>
            <p:nvPr/>
          </p:nvSpPr>
          <p:spPr>
            <a:xfrm>
              <a:off x="3829870" y="1281282"/>
              <a:ext cx="1193700" cy="3760500"/>
            </a:xfrm>
            <a:prstGeom prst="rect">
              <a:avLst/>
            </a:prstGeom>
            <a:gradFill>
              <a:gsLst>
                <a:gs pos="0">
                  <a:srgbClr val="026243">
                    <a:alpha val="20000"/>
                  </a:srgbClr>
                </a:gs>
                <a:gs pos="100000">
                  <a:srgbClr val="FFFFFF">
                    <a:alpha val="1176"/>
                  </a:srgbClr>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03" name="Google Shape;1103;g2bfe78d61b7_0_0"/>
            <p:cNvSpPr/>
            <p:nvPr/>
          </p:nvSpPr>
          <p:spPr>
            <a:xfrm>
              <a:off x="2593811" y="1281284"/>
              <a:ext cx="1193700" cy="3744600"/>
            </a:xfrm>
            <a:prstGeom prst="rect">
              <a:avLst/>
            </a:prstGeom>
            <a:gradFill>
              <a:gsLst>
                <a:gs pos="0">
                  <a:srgbClr val="008556">
                    <a:alpha val="20000"/>
                  </a:srgbClr>
                </a:gs>
                <a:gs pos="100000">
                  <a:srgbClr val="FFFFFF">
                    <a:alpha val="1176"/>
                  </a:srgbClr>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04" name="Google Shape;1104;g2bfe78d61b7_0_0"/>
            <p:cNvSpPr/>
            <p:nvPr/>
          </p:nvSpPr>
          <p:spPr>
            <a:xfrm>
              <a:off x="5051608" y="1277507"/>
              <a:ext cx="1193700" cy="3760500"/>
            </a:xfrm>
            <a:prstGeom prst="rect">
              <a:avLst/>
            </a:prstGeom>
            <a:gradFill>
              <a:gsLst>
                <a:gs pos="0">
                  <a:srgbClr val="003A4C">
                    <a:alpha val="20000"/>
                  </a:srgbClr>
                </a:gs>
                <a:gs pos="100000">
                  <a:srgbClr val="FFFFFF">
                    <a:alpha val="1176"/>
                  </a:srgbClr>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05" name="Google Shape;1105;g2bfe78d61b7_0_0"/>
            <p:cNvSpPr/>
            <p:nvPr/>
          </p:nvSpPr>
          <p:spPr>
            <a:xfrm>
              <a:off x="6286296" y="1281282"/>
              <a:ext cx="1193700" cy="3760500"/>
            </a:xfrm>
            <a:prstGeom prst="rect">
              <a:avLst/>
            </a:prstGeom>
            <a:gradFill>
              <a:gsLst>
                <a:gs pos="0">
                  <a:srgbClr val="005487">
                    <a:alpha val="20000"/>
                  </a:srgbClr>
                </a:gs>
                <a:gs pos="100000">
                  <a:srgbClr val="FFFFFF">
                    <a:alpha val="1176"/>
                  </a:srgbClr>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graphicFrame>
        <p:nvGraphicFramePr>
          <p:cNvPr id="1106" name="Google Shape;1106;g2bfe78d61b7_0_0"/>
          <p:cNvGraphicFramePr/>
          <p:nvPr/>
        </p:nvGraphicFramePr>
        <p:xfrm>
          <a:off x="924576" y="1354424"/>
          <a:ext cx="7015675" cy="690750"/>
        </p:xfrm>
        <a:graphic>
          <a:graphicData uri="http://schemas.openxmlformats.org/drawingml/2006/table">
            <a:tbl>
              <a:tblPr bandRow="1">
                <a:noFill/>
                <a:tableStyleId>{43D95E27-4F1A-4FA0-9A2C-323CD723D678}</a:tableStyleId>
              </a:tblPr>
              <a:tblGrid>
                <a:gridCol w="2120300">
                  <a:extLst>
                    <a:ext uri="{9D8B030D-6E8A-4147-A177-3AD203B41FA5}">
                      <a16:colId xmlns:a16="http://schemas.microsoft.com/office/drawing/2014/main" val="20000"/>
                    </a:ext>
                  </a:extLst>
                </a:gridCol>
                <a:gridCol w="1217550">
                  <a:extLst>
                    <a:ext uri="{9D8B030D-6E8A-4147-A177-3AD203B41FA5}">
                      <a16:colId xmlns:a16="http://schemas.microsoft.com/office/drawing/2014/main" val="20001"/>
                    </a:ext>
                  </a:extLst>
                </a:gridCol>
                <a:gridCol w="1230150">
                  <a:extLst>
                    <a:ext uri="{9D8B030D-6E8A-4147-A177-3AD203B41FA5}">
                      <a16:colId xmlns:a16="http://schemas.microsoft.com/office/drawing/2014/main" val="20002"/>
                    </a:ext>
                  </a:extLst>
                </a:gridCol>
                <a:gridCol w="1232200">
                  <a:extLst>
                    <a:ext uri="{9D8B030D-6E8A-4147-A177-3AD203B41FA5}">
                      <a16:colId xmlns:a16="http://schemas.microsoft.com/office/drawing/2014/main" val="20003"/>
                    </a:ext>
                  </a:extLst>
                </a:gridCol>
                <a:gridCol w="1215475">
                  <a:extLst>
                    <a:ext uri="{9D8B030D-6E8A-4147-A177-3AD203B41FA5}">
                      <a16:colId xmlns:a16="http://schemas.microsoft.com/office/drawing/2014/main" val="20004"/>
                    </a:ext>
                  </a:extLst>
                </a:gridCol>
              </a:tblGrid>
              <a:tr h="345375">
                <a:tc>
                  <a:txBody>
                    <a:bodyPr/>
                    <a:lstStyle/>
                    <a:p>
                      <a:pPr marL="0" marR="0" lvl="0" indent="0" algn="l" rtl="0">
                        <a:lnSpc>
                          <a:spcPct val="100000"/>
                        </a:lnSpc>
                        <a:spcBef>
                          <a:spcPts val="0"/>
                        </a:spcBef>
                        <a:spcAft>
                          <a:spcPts val="0"/>
                        </a:spcAft>
                        <a:buClr>
                          <a:srgbClr val="000000"/>
                        </a:buClr>
                        <a:buSzPts val="1100"/>
                        <a:buFont typeface="Arial"/>
                        <a:buNone/>
                      </a:pPr>
                      <a:r>
                        <a:rPr lang="en-US" sz="1000" u="none" strike="noStrike" cap="none">
                          <a:solidFill>
                            <a:srgbClr val="262626"/>
                          </a:solidFill>
                        </a:rPr>
                        <a:t>Number of Pharmacy Sites</a:t>
                      </a:r>
                      <a:endParaRPr sz="1300" u="none" strike="noStrike" cap="none"/>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9050" cap="flat" cmpd="sng">
                      <a:solidFill>
                        <a:srgbClr val="BFBFBF"/>
                      </a:solidFill>
                      <a:prstDash val="dot"/>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000" u="none" strike="noStrike" cap="none">
                          <a:solidFill>
                            <a:srgbClr val="262626"/>
                          </a:solidFill>
                        </a:rPr>
                        <a:t>1 – 3</a:t>
                      </a:r>
                      <a:endParaRPr sz="1300" u="none" strike="noStrike" cap="none"/>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9050" cap="flat" cmpd="sng">
                      <a:solidFill>
                        <a:srgbClr val="BFBFBF"/>
                      </a:solidFill>
                      <a:prstDash val="dot"/>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000" u="none" strike="noStrike" cap="none">
                          <a:solidFill>
                            <a:srgbClr val="262626"/>
                          </a:solidFill>
                        </a:rPr>
                        <a:t>4 – 50</a:t>
                      </a:r>
                      <a:endParaRPr sz="1300" u="none" strike="noStrike" cap="none"/>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9050" cap="flat" cmpd="sng">
                      <a:solidFill>
                        <a:srgbClr val="BFBFBF"/>
                      </a:solidFill>
                      <a:prstDash val="dot"/>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100"/>
                        <a:buFont typeface="Arial"/>
                        <a:buNone/>
                      </a:pPr>
                      <a:r>
                        <a:rPr lang="en-US" sz="1000" u="none" strike="noStrike" cap="none">
                          <a:solidFill>
                            <a:srgbClr val="262626"/>
                          </a:solidFill>
                        </a:rPr>
                        <a:t>51 – 100</a:t>
                      </a:r>
                      <a:endParaRPr sz="1300" u="none" strike="noStrike" cap="none"/>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9050" cap="flat" cmpd="sng">
                      <a:solidFill>
                        <a:srgbClr val="BFBFBF"/>
                      </a:solidFill>
                      <a:prstDash val="dot"/>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100"/>
                        <a:buFont typeface="Arial"/>
                        <a:buNone/>
                      </a:pPr>
                      <a:r>
                        <a:rPr lang="en-US" sz="1000" u="none" strike="noStrike" cap="none">
                          <a:solidFill>
                            <a:srgbClr val="262626"/>
                          </a:solidFill>
                        </a:rPr>
                        <a:t>&gt;100</a:t>
                      </a:r>
                      <a:endParaRPr sz="1300" u="none" strike="noStrike" cap="none"/>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9050" cap="flat" cmpd="sng">
                      <a:solidFill>
                        <a:srgbClr val="BFBFBF"/>
                      </a:solidFill>
                      <a:prstDash val="dot"/>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45375">
                <a:tc>
                  <a:txBody>
                    <a:bodyPr/>
                    <a:lstStyle/>
                    <a:p>
                      <a:pPr marL="0" marR="0" lvl="0" indent="0" algn="l" rtl="0">
                        <a:lnSpc>
                          <a:spcPct val="100000"/>
                        </a:lnSpc>
                        <a:spcBef>
                          <a:spcPts val="0"/>
                        </a:spcBef>
                        <a:spcAft>
                          <a:spcPts val="0"/>
                        </a:spcAft>
                        <a:buClr>
                          <a:schemeClr val="dk1"/>
                        </a:buClr>
                        <a:buSzPts val="1100"/>
                        <a:buFont typeface="Arial"/>
                        <a:buNone/>
                      </a:pPr>
                      <a:r>
                        <a:rPr lang="en-US" sz="1000" u="none" strike="noStrike" cap="none">
                          <a:solidFill>
                            <a:srgbClr val="262626"/>
                          </a:solidFill>
                        </a:rPr>
                        <a:t>Annual Cost per Pharmacy Site</a:t>
                      </a:r>
                      <a:endParaRPr sz="13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BFBFBF"/>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000" u="none" strike="noStrike" cap="none">
                          <a:solidFill>
                            <a:srgbClr val="262626"/>
                          </a:solidFill>
                        </a:rPr>
                        <a:t>$0</a:t>
                      </a:r>
                      <a:endParaRPr sz="1300" b="0" i="0" u="none" strike="noStrike" cap="none">
                        <a:solidFill>
                          <a:srgbClr val="262626"/>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BFBFBF"/>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000" u="none" strike="noStrike" cap="none">
                          <a:solidFill>
                            <a:srgbClr val="262626"/>
                          </a:solidFill>
                        </a:rPr>
                        <a:t>$800</a:t>
                      </a:r>
                      <a:endParaRPr sz="1300" b="0" i="0" u="none" strike="noStrike" cap="none">
                        <a:solidFill>
                          <a:srgbClr val="262626"/>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BFBFBF"/>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100"/>
                        <a:buFont typeface="Arial"/>
                        <a:buNone/>
                      </a:pPr>
                      <a:r>
                        <a:rPr lang="en-US" sz="1000" u="none" strike="noStrike" cap="none">
                          <a:solidFill>
                            <a:srgbClr val="262626"/>
                          </a:solidFill>
                        </a:rPr>
                        <a:t>$600</a:t>
                      </a:r>
                      <a:endParaRPr sz="1300" b="0" i="0" u="none" strike="noStrike" cap="none">
                        <a:solidFill>
                          <a:srgbClr val="262626"/>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BFBFBF"/>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100"/>
                        <a:buFont typeface="Arial"/>
                        <a:buNone/>
                      </a:pPr>
                      <a:r>
                        <a:rPr lang="en-US" sz="1000" u="none" strike="noStrike" cap="none">
                          <a:solidFill>
                            <a:srgbClr val="262626"/>
                          </a:solidFill>
                        </a:rPr>
                        <a:t>Contact Us</a:t>
                      </a:r>
                      <a:endParaRPr sz="1300" b="0" i="0" u="none" strike="noStrike" cap="none">
                        <a:solidFill>
                          <a:srgbClr val="262626"/>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BFBFBF"/>
                      </a:solidFill>
                      <a:prstDash val="dot"/>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107" name="Google Shape;1107;g2bfe78d61b7_0_0"/>
          <p:cNvGraphicFramePr/>
          <p:nvPr/>
        </p:nvGraphicFramePr>
        <p:xfrm>
          <a:off x="3052569" y="933845"/>
          <a:ext cx="1193675" cy="413775"/>
        </p:xfrm>
        <a:graphic>
          <a:graphicData uri="http://schemas.openxmlformats.org/drawingml/2006/table">
            <a:tbl>
              <a:tblPr firstRow="1" bandRow="1">
                <a:noFill/>
                <a:tableStyleId>{43D95E27-4F1A-4FA0-9A2C-323CD723D678}</a:tableStyleId>
              </a:tblPr>
              <a:tblGrid>
                <a:gridCol w="1193675">
                  <a:extLst>
                    <a:ext uri="{9D8B030D-6E8A-4147-A177-3AD203B41FA5}">
                      <a16:colId xmlns:a16="http://schemas.microsoft.com/office/drawing/2014/main" val="20000"/>
                    </a:ext>
                  </a:extLst>
                </a:gridCol>
              </a:tblGrid>
              <a:tr h="413775">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a:t>Tier 1</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2"/>
                    </a:solidFill>
                  </a:tcPr>
                </a:tc>
                <a:extLst>
                  <a:ext uri="{0D108BD9-81ED-4DB2-BD59-A6C34878D82A}">
                    <a16:rowId xmlns:a16="http://schemas.microsoft.com/office/drawing/2014/main" val="10000"/>
                  </a:ext>
                </a:extLst>
              </a:tr>
            </a:tbl>
          </a:graphicData>
        </a:graphic>
      </p:graphicFrame>
      <p:graphicFrame>
        <p:nvGraphicFramePr>
          <p:cNvPr id="1108" name="Google Shape;1108;g2bfe78d61b7_0_0"/>
          <p:cNvGraphicFramePr/>
          <p:nvPr/>
        </p:nvGraphicFramePr>
        <p:xfrm>
          <a:off x="4282384" y="933845"/>
          <a:ext cx="1193675" cy="420575"/>
        </p:xfrm>
        <a:graphic>
          <a:graphicData uri="http://schemas.openxmlformats.org/drawingml/2006/table">
            <a:tbl>
              <a:tblPr firstRow="1" bandRow="1">
                <a:noFill/>
                <a:tableStyleId>{43D95E27-4F1A-4FA0-9A2C-323CD723D678}</a:tableStyleId>
              </a:tblPr>
              <a:tblGrid>
                <a:gridCol w="1193675">
                  <a:extLst>
                    <a:ext uri="{9D8B030D-6E8A-4147-A177-3AD203B41FA5}">
                      <a16:colId xmlns:a16="http://schemas.microsoft.com/office/drawing/2014/main" val="20000"/>
                    </a:ext>
                  </a:extLst>
                </a:gridCol>
              </a:tblGrid>
              <a:tr h="420575">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a:t>Tier 2</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bl>
          </a:graphicData>
        </a:graphic>
      </p:graphicFrame>
      <p:graphicFrame>
        <p:nvGraphicFramePr>
          <p:cNvPr id="1109" name="Google Shape;1109;g2bfe78d61b7_0_0"/>
          <p:cNvGraphicFramePr/>
          <p:nvPr/>
        </p:nvGraphicFramePr>
        <p:xfrm>
          <a:off x="5512092" y="933845"/>
          <a:ext cx="1193675" cy="413775"/>
        </p:xfrm>
        <a:graphic>
          <a:graphicData uri="http://schemas.openxmlformats.org/drawingml/2006/table">
            <a:tbl>
              <a:tblPr firstRow="1" bandRow="1">
                <a:noFill/>
                <a:tableStyleId>{43D95E27-4F1A-4FA0-9A2C-323CD723D678}</a:tableStyleId>
              </a:tblPr>
              <a:tblGrid>
                <a:gridCol w="1193675">
                  <a:extLst>
                    <a:ext uri="{9D8B030D-6E8A-4147-A177-3AD203B41FA5}">
                      <a16:colId xmlns:a16="http://schemas.microsoft.com/office/drawing/2014/main" val="20000"/>
                    </a:ext>
                  </a:extLst>
                </a:gridCol>
              </a:tblGrid>
              <a:tr h="413775">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a:t>Tier 3</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bl>
          </a:graphicData>
        </a:graphic>
      </p:graphicFrame>
      <p:graphicFrame>
        <p:nvGraphicFramePr>
          <p:cNvPr id="1110" name="Google Shape;1110;g2bfe78d61b7_0_0"/>
          <p:cNvGraphicFramePr/>
          <p:nvPr/>
        </p:nvGraphicFramePr>
        <p:xfrm>
          <a:off x="6741800" y="933845"/>
          <a:ext cx="1193675" cy="420575"/>
        </p:xfrm>
        <a:graphic>
          <a:graphicData uri="http://schemas.openxmlformats.org/drawingml/2006/table">
            <a:tbl>
              <a:tblPr firstRow="1" bandRow="1">
                <a:noFill/>
                <a:tableStyleId>{43D95E27-4F1A-4FA0-9A2C-323CD723D678}</a:tableStyleId>
              </a:tblPr>
              <a:tblGrid>
                <a:gridCol w="1193675">
                  <a:extLst>
                    <a:ext uri="{9D8B030D-6E8A-4147-A177-3AD203B41FA5}">
                      <a16:colId xmlns:a16="http://schemas.microsoft.com/office/drawing/2014/main" val="20000"/>
                    </a:ext>
                  </a:extLst>
                </a:gridCol>
              </a:tblGrid>
              <a:tr h="420575">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a:t>Custom Price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5"/>
                    </a:solidFill>
                  </a:tcPr>
                </a:tc>
                <a:extLst>
                  <a:ext uri="{0D108BD9-81ED-4DB2-BD59-A6C34878D82A}">
                    <a16:rowId xmlns:a16="http://schemas.microsoft.com/office/drawing/2014/main" val="10000"/>
                  </a:ext>
                </a:extLst>
              </a:tr>
            </a:tbl>
          </a:graphicData>
        </a:graphic>
      </p:graphicFrame>
      <p:pic>
        <p:nvPicPr>
          <p:cNvPr id="1111" name="Google Shape;1111;g2bfe78d61b7_0_0" descr="Play with solid fill"/>
          <p:cNvPicPr preferRelativeResize="0"/>
          <p:nvPr/>
        </p:nvPicPr>
        <p:blipFill rotWithShape="1">
          <a:blip r:embed="rId3">
            <a:alphaModFix/>
          </a:blip>
          <a:srcRect/>
          <a:stretch/>
        </p:blipFill>
        <p:spPr>
          <a:xfrm>
            <a:off x="735650" y="3412137"/>
            <a:ext cx="155448" cy="155448"/>
          </a:xfrm>
          <a:prstGeom prst="rect">
            <a:avLst/>
          </a:prstGeom>
          <a:noFill/>
          <a:ln>
            <a:noFill/>
          </a:ln>
        </p:spPr>
      </p:pic>
      <p:pic>
        <p:nvPicPr>
          <p:cNvPr id="1112" name="Google Shape;1112;g2bfe78d61b7_0_0" descr="Play with solid fill"/>
          <p:cNvPicPr preferRelativeResize="0"/>
          <p:nvPr/>
        </p:nvPicPr>
        <p:blipFill rotWithShape="1">
          <a:blip r:embed="rId3">
            <a:alphaModFix/>
          </a:blip>
          <a:srcRect/>
          <a:stretch/>
        </p:blipFill>
        <p:spPr>
          <a:xfrm>
            <a:off x="735651" y="968272"/>
            <a:ext cx="155448" cy="155448"/>
          </a:xfrm>
          <a:prstGeom prst="rect">
            <a:avLst/>
          </a:prstGeom>
          <a:noFill/>
          <a:ln>
            <a:noFill/>
          </a:ln>
        </p:spPr>
      </p:pic>
      <p:grpSp>
        <p:nvGrpSpPr>
          <p:cNvPr id="1113" name="Google Shape;1113;g2bfe78d61b7_0_0"/>
          <p:cNvGrpSpPr/>
          <p:nvPr/>
        </p:nvGrpSpPr>
        <p:grpSpPr>
          <a:xfrm>
            <a:off x="735648" y="2349734"/>
            <a:ext cx="8292873" cy="2674500"/>
            <a:chOff x="735648" y="2349734"/>
            <a:chExt cx="8292873" cy="2674500"/>
          </a:xfrm>
        </p:grpSpPr>
        <p:grpSp>
          <p:nvGrpSpPr>
            <p:cNvPr id="1114" name="Google Shape;1114;g2bfe78d61b7_0_0"/>
            <p:cNvGrpSpPr/>
            <p:nvPr/>
          </p:nvGrpSpPr>
          <p:grpSpPr>
            <a:xfrm>
              <a:off x="735648" y="2349734"/>
              <a:ext cx="8292873" cy="2674500"/>
              <a:chOff x="341118" y="2338859"/>
              <a:chExt cx="8292873" cy="2674500"/>
            </a:xfrm>
          </p:grpSpPr>
          <p:sp>
            <p:nvSpPr>
              <p:cNvPr id="1115" name="Google Shape;1115;g2bfe78d61b7_0_0"/>
              <p:cNvSpPr txBox="1"/>
              <p:nvPr/>
            </p:nvSpPr>
            <p:spPr>
              <a:xfrm>
                <a:off x="454191" y="2338859"/>
                <a:ext cx="8179800" cy="2674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100" b="1" i="0" u="none" strike="noStrike" cap="none">
                    <a:solidFill>
                      <a:srgbClr val="262626"/>
                    </a:solidFill>
                    <a:latin typeface="Arial"/>
                    <a:ea typeface="Arial"/>
                    <a:cs typeface="Arial"/>
                    <a:sym typeface="Arial"/>
                  </a:rPr>
                  <a:t>Pricing Model Features</a:t>
                </a:r>
                <a:endParaRPr sz="1300" b="1" i="0" u="none" strike="noStrike" cap="none">
                  <a:solidFill>
                    <a:srgbClr val="262626"/>
                  </a:solidFill>
                  <a:latin typeface="Arial"/>
                  <a:ea typeface="Arial"/>
                  <a:cs typeface="Arial"/>
                  <a:sym typeface="Arial"/>
                </a:endParaRPr>
              </a:p>
              <a:p>
                <a:pPr marL="292100" marR="0" lvl="0" indent="-107950" algn="l" rtl="0">
                  <a:lnSpc>
                    <a:spcPct val="100000"/>
                  </a:lnSpc>
                  <a:spcBef>
                    <a:spcPts val="0"/>
                  </a:spcBef>
                  <a:spcAft>
                    <a:spcPts val="0"/>
                  </a:spcAft>
                  <a:buClr>
                    <a:srgbClr val="000000"/>
                  </a:buClr>
                  <a:buSzPts val="1100"/>
                  <a:buFont typeface="Arial"/>
                  <a:buChar char="●"/>
                </a:pPr>
                <a:r>
                  <a:rPr lang="en-US" sz="1100" b="0" i="0" u="none" strike="noStrike" cap="none">
                    <a:solidFill>
                      <a:srgbClr val="262626"/>
                    </a:solidFill>
                    <a:latin typeface="Arial"/>
                    <a:ea typeface="Arial"/>
                    <a:cs typeface="Arial"/>
                    <a:sym typeface="Arial"/>
                  </a:rPr>
                  <a:t> </a:t>
                </a:r>
                <a:r>
                  <a:rPr lang="en-US" sz="1100" b="0" i="0" u="sng" strike="noStrike" cap="none">
                    <a:solidFill>
                      <a:srgbClr val="262626"/>
                    </a:solidFill>
                    <a:latin typeface="Arial"/>
                    <a:ea typeface="Arial"/>
                    <a:cs typeface="Arial"/>
                    <a:sym typeface="Arial"/>
                  </a:rPr>
                  <a:t>No cost</a:t>
                </a:r>
                <a:r>
                  <a:rPr lang="en-US" sz="1100" b="0" i="0" u="none" strike="noStrike" cap="none">
                    <a:solidFill>
                      <a:srgbClr val="262626"/>
                    </a:solidFill>
                    <a:latin typeface="Arial"/>
                    <a:ea typeface="Arial"/>
                    <a:cs typeface="Arial"/>
                    <a:sym typeface="Arial"/>
                  </a:rPr>
                  <a:t> for organizations with three or fewer pharmacy sites</a:t>
                </a:r>
                <a:endParaRPr sz="1100" b="0" i="0" u="none" strike="noStrike" cap="none">
                  <a:solidFill>
                    <a:srgbClr val="262626"/>
                  </a:solidFill>
                  <a:latin typeface="Arial"/>
                  <a:ea typeface="Arial"/>
                  <a:cs typeface="Arial"/>
                  <a:sym typeface="Arial"/>
                </a:endParaRPr>
              </a:p>
              <a:p>
                <a:pPr marL="292100" marR="0" lvl="0" indent="-107950" algn="l" rtl="0">
                  <a:lnSpc>
                    <a:spcPct val="100000"/>
                  </a:lnSpc>
                  <a:spcBef>
                    <a:spcPts val="0"/>
                  </a:spcBef>
                  <a:spcAft>
                    <a:spcPts val="0"/>
                  </a:spcAft>
                  <a:buClr>
                    <a:srgbClr val="000000"/>
                  </a:buClr>
                  <a:buSzPts val="1100"/>
                  <a:buFont typeface="Arial"/>
                  <a:buChar char="●"/>
                </a:pPr>
                <a:r>
                  <a:rPr lang="en-US" sz="1100" b="0" i="0" u="none" strike="noStrike" cap="none">
                    <a:solidFill>
                      <a:srgbClr val="262626"/>
                    </a:solidFill>
                    <a:latin typeface="Arial"/>
                    <a:ea typeface="Arial"/>
                    <a:cs typeface="Arial"/>
                    <a:sym typeface="Arial"/>
                  </a:rPr>
                  <a:t> Regressive pricing for larger organizations</a:t>
                </a:r>
                <a:endParaRPr sz="1100" b="0" i="0" u="none" strike="noStrike" cap="none">
                  <a:solidFill>
                    <a:srgbClr val="262626"/>
                  </a:solidFill>
                  <a:latin typeface="Arial"/>
                  <a:ea typeface="Arial"/>
                  <a:cs typeface="Arial"/>
                  <a:sym typeface="Arial"/>
                </a:endParaRPr>
              </a:p>
              <a:p>
                <a:pPr marL="292100" marR="0" lvl="0" indent="-107950" algn="l" rtl="0">
                  <a:lnSpc>
                    <a:spcPct val="100000"/>
                  </a:lnSpc>
                  <a:spcBef>
                    <a:spcPts val="0"/>
                  </a:spcBef>
                  <a:spcAft>
                    <a:spcPts val="0"/>
                  </a:spcAft>
                  <a:buClr>
                    <a:srgbClr val="262626"/>
                  </a:buClr>
                  <a:buSzPts val="1100"/>
                  <a:buFont typeface="Arial"/>
                  <a:buChar char="●"/>
                </a:pPr>
                <a:r>
                  <a:rPr lang="en-US" sz="1100" b="0" i="0" u="none" strike="noStrike" cap="none">
                    <a:solidFill>
                      <a:srgbClr val="262626"/>
                    </a:solidFill>
                    <a:latin typeface="Arial"/>
                    <a:ea typeface="Arial"/>
                    <a:cs typeface="Arial"/>
                    <a:sym typeface="Arial"/>
                  </a:rPr>
                  <a:t> What’s included? 1 Digital Recalls Notifications license + 1 Supply Chain Work Management user license per site</a:t>
                </a:r>
                <a:endParaRPr sz="1100" b="0" i="0" u="none" strike="noStrike" cap="none">
                  <a:solidFill>
                    <a:srgbClr val="262626"/>
                  </a:solidFill>
                  <a:latin typeface="Arial"/>
                  <a:ea typeface="Arial"/>
                  <a:cs typeface="Arial"/>
                  <a:sym typeface="Arial"/>
                </a:endParaRPr>
              </a:p>
              <a:p>
                <a:pPr marL="292100" marR="0" lvl="0" indent="-107950" algn="l" rtl="0">
                  <a:lnSpc>
                    <a:spcPct val="100000"/>
                  </a:lnSpc>
                  <a:spcBef>
                    <a:spcPts val="0"/>
                  </a:spcBef>
                  <a:spcAft>
                    <a:spcPts val="0"/>
                  </a:spcAft>
                  <a:buClr>
                    <a:srgbClr val="262626"/>
                  </a:buClr>
                  <a:buSzPts val="1100"/>
                  <a:buFont typeface="Arial"/>
                  <a:buChar char="●"/>
                </a:pPr>
                <a:r>
                  <a:rPr lang="en-US" sz="1100" b="0" i="0" u="none" strike="noStrike" cap="none">
                    <a:solidFill>
                      <a:srgbClr val="262626"/>
                    </a:solidFill>
                    <a:latin typeface="Arial"/>
                    <a:ea typeface="Arial"/>
                    <a:cs typeface="Arial"/>
                    <a:sym typeface="Arial"/>
                  </a:rPr>
                  <a:t> Want more users? Purchase additional Supply Chain Work Management user licenses using the same tier-based model</a:t>
                </a:r>
                <a:endParaRPr sz="1100" b="0" i="0" u="none" strike="noStrike" cap="none">
                  <a:solidFill>
                    <a:srgbClr val="262626"/>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262626"/>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100" b="1" i="0" u="none" strike="noStrike" cap="none">
                    <a:solidFill>
                      <a:schemeClr val="dk1"/>
                    </a:solidFill>
                    <a:latin typeface="Arial"/>
                    <a:ea typeface="Arial"/>
                    <a:cs typeface="Arial"/>
                    <a:sym typeface="Arial"/>
                  </a:rPr>
                  <a:t>Pricing Checklist</a:t>
                </a:r>
                <a:endParaRPr sz="1300" b="1" i="0" u="none" strike="noStrike" cap="none">
                  <a:solidFill>
                    <a:schemeClr val="dk1"/>
                  </a:solidFill>
                  <a:latin typeface="Arial"/>
                  <a:ea typeface="Arial"/>
                  <a:cs typeface="Arial"/>
                  <a:sym typeface="Arial"/>
                </a:endParaRPr>
              </a:p>
              <a:p>
                <a:pPr marL="292100" marR="0" lvl="0" indent="-107950" algn="l" rtl="0">
                  <a:lnSpc>
                    <a:spcPct val="100000"/>
                  </a:lnSpc>
                  <a:spcBef>
                    <a:spcPts val="0"/>
                  </a:spcBef>
                  <a:spcAft>
                    <a:spcPts val="0"/>
                  </a:spcAft>
                  <a:buClr>
                    <a:schemeClr val="dk1"/>
                  </a:buClr>
                  <a:buSzPts val="1100"/>
                  <a:buFont typeface="Arial"/>
                  <a:buAutoNum type="arabicPeriod"/>
                </a:pPr>
                <a:r>
                  <a:rPr lang="en-US" sz="1100" b="0" i="0" u="none" strike="noStrike" cap="none">
                    <a:solidFill>
                      <a:schemeClr val="dk1"/>
                    </a:solidFill>
                    <a:latin typeface="Arial"/>
                    <a:ea typeface="Arial"/>
                    <a:cs typeface="Arial"/>
                    <a:sym typeface="Arial"/>
                  </a:rPr>
                  <a:t>How many pharmacy locations will use Recalls?</a:t>
                </a:r>
                <a:endParaRPr sz="1100" b="0" i="0" u="none" strike="noStrike" cap="none">
                  <a:solidFill>
                    <a:schemeClr val="dk1"/>
                  </a:solidFill>
                  <a:latin typeface="Arial"/>
                  <a:ea typeface="Arial"/>
                  <a:cs typeface="Arial"/>
                  <a:sym typeface="Arial"/>
                </a:endParaRPr>
              </a:p>
              <a:p>
                <a:pPr marL="292100" marR="0" lvl="0" indent="-107950" algn="l" rtl="0">
                  <a:lnSpc>
                    <a:spcPct val="100000"/>
                  </a:lnSpc>
                  <a:spcBef>
                    <a:spcPts val="0"/>
                  </a:spcBef>
                  <a:spcAft>
                    <a:spcPts val="0"/>
                  </a:spcAft>
                  <a:buClr>
                    <a:schemeClr val="dk1"/>
                  </a:buClr>
                  <a:buSzPts val="1100"/>
                  <a:buFont typeface="Arial"/>
                  <a:buAutoNum type="arabicPeriod"/>
                </a:pPr>
                <a:r>
                  <a:rPr lang="en-US" sz="1100" b="0" i="0" u="none" strike="noStrike" cap="none">
                    <a:solidFill>
                      <a:schemeClr val="dk1"/>
                    </a:solidFill>
                    <a:latin typeface="Arial"/>
                    <a:ea typeface="Arial"/>
                    <a:cs typeface="Arial"/>
                    <a:sym typeface="Arial"/>
                  </a:rPr>
                  <a:t>How many total users will use Recalls?</a:t>
                </a: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    	</a:t>
                </a:r>
                <a:endParaRPr sz="11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Example: </a:t>
                </a:r>
                <a:r>
                  <a:rPr lang="en-US" sz="1100" b="0" i="0" u="none" strike="noStrike" cap="none">
                    <a:solidFill>
                      <a:schemeClr val="dk1"/>
                    </a:solidFill>
                    <a:latin typeface="Arial"/>
                    <a:ea typeface="Arial"/>
                    <a:cs typeface="Arial"/>
                    <a:sym typeface="Arial"/>
                  </a:rPr>
                  <a:t>Health system with 30 pharmacies and 60 total users</a:t>
                </a: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a:solidFill>
                    <a:schemeClr val="dk1"/>
                  </a:solidFill>
                  <a:latin typeface="Arial"/>
                  <a:ea typeface="Arial"/>
                  <a:cs typeface="Arial"/>
                  <a:sym typeface="Arial"/>
                </a:endParaRPr>
              </a:p>
              <a:p>
                <a:pPr marL="0" marR="0" lvl="0" indent="45720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Total cost = (3 x $0) + (47 x $800) + (10 x $600) = $43,600</a:t>
                </a:r>
                <a:endParaRPr sz="1100" b="1" i="0" u="none" strike="noStrike" cap="none">
                  <a:solidFill>
                    <a:schemeClr val="dk1"/>
                  </a:solidFill>
                  <a:latin typeface="Arial"/>
                  <a:ea typeface="Arial"/>
                  <a:cs typeface="Arial"/>
                  <a:sym typeface="Arial"/>
                </a:endParaRPr>
              </a:p>
            </p:txBody>
          </p:sp>
          <p:pic>
            <p:nvPicPr>
              <p:cNvPr id="1116" name="Google Shape;1116;g2bfe78d61b7_0_0" descr="Play with solid fill"/>
              <p:cNvPicPr preferRelativeResize="0"/>
              <p:nvPr/>
            </p:nvPicPr>
            <p:blipFill rotWithShape="1">
              <a:blip r:embed="rId3">
                <a:alphaModFix/>
              </a:blip>
              <a:srcRect/>
              <a:stretch/>
            </p:blipFill>
            <p:spPr>
              <a:xfrm>
                <a:off x="341118" y="2394460"/>
                <a:ext cx="155448" cy="155448"/>
              </a:xfrm>
              <a:prstGeom prst="rect">
                <a:avLst/>
              </a:prstGeom>
              <a:noFill/>
              <a:ln>
                <a:noFill/>
              </a:ln>
            </p:spPr>
          </p:pic>
        </p:grpSp>
        <p:cxnSp>
          <p:nvCxnSpPr>
            <p:cNvPr id="1117" name="Google Shape;1117;g2bfe78d61b7_0_0"/>
            <p:cNvCxnSpPr/>
            <p:nvPr/>
          </p:nvCxnSpPr>
          <p:spPr>
            <a:xfrm>
              <a:off x="1395900" y="4390879"/>
              <a:ext cx="3635700" cy="9300"/>
            </a:xfrm>
            <a:prstGeom prst="straightConnector1">
              <a:avLst/>
            </a:prstGeom>
            <a:noFill/>
            <a:ln w="9525" cap="flat" cmpd="sng">
              <a:solidFill>
                <a:schemeClr val="dk2"/>
              </a:solidFill>
              <a:prstDash val="solid"/>
              <a:round/>
              <a:headEnd type="none" w="sm" len="sm"/>
              <a:tailEnd type="none" w="sm" len="sm"/>
            </a:ln>
          </p:spPr>
        </p:cxnSp>
      </p:grpSp>
      <p:pic>
        <p:nvPicPr>
          <p:cNvPr id="1118" name="Google Shape;1118;g2bfe78d61b7_0_0" descr="Play with solid fill"/>
          <p:cNvPicPr preferRelativeResize="0"/>
          <p:nvPr/>
        </p:nvPicPr>
        <p:blipFill rotWithShape="1">
          <a:blip r:embed="rId3">
            <a:alphaModFix/>
          </a:blip>
          <a:srcRect/>
          <a:stretch/>
        </p:blipFill>
        <p:spPr>
          <a:xfrm>
            <a:off x="735650" y="4071012"/>
            <a:ext cx="155448" cy="155448"/>
          </a:xfrm>
          <a:prstGeom prst="rect">
            <a:avLst/>
          </a:prstGeom>
          <a:noFill/>
          <a:ln>
            <a:noFill/>
          </a:ln>
        </p:spPr>
      </p:pic>
      <p:sp>
        <p:nvSpPr>
          <p:cNvPr id="1119" name="Google Shape;1119;g2bfe78d61b7_0_0"/>
          <p:cNvSpPr txBox="1"/>
          <p:nvPr/>
        </p:nvSpPr>
        <p:spPr>
          <a:xfrm>
            <a:off x="2230650" y="4568075"/>
            <a:ext cx="453900" cy="30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Tier 1</a:t>
            </a:r>
            <a:endParaRPr sz="800" b="0" i="0" u="none" strike="noStrike" cap="none">
              <a:solidFill>
                <a:schemeClr val="dk1"/>
              </a:solidFill>
              <a:latin typeface="Arial"/>
              <a:ea typeface="Arial"/>
              <a:cs typeface="Arial"/>
              <a:sym typeface="Arial"/>
            </a:endParaRPr>
          </a:p>
        </p:txBody>
      </p:sp>
      <p:sp>
        <p:nvSpPr>
          <p:cNvPr id="1120" name="Google Shape;1120;g2bfe78d61b7_0_0"/>
          <p:cNvSpPr txBox="1"/>
          <p:nvPr/>
        </p:nvSpPr>
        <p:spPr>
          <a:xfrm>
            <a:off x="2987763" y="4568075"/>
            <a:ext cx="453900" cy="30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Tier 2</a:t>
            </a:r>
            <a:endParaRPr sz="800" b="0" i="0" u="none" strike="noStrike" cap="none">
              <a:solidFill>
                <a:schemeClr val="dk1"/>
              </a:solidFill>
              <a:latin typeface="Arial"/>
              <a:ea typeface="Arial"/>
              <a:cs typeface="Arial"/>
              <a:sym typeface="Arial"/>
            </a:endParaRPr>
          </a:p>
        </p:txBody>
      </p:sp>
      <p:sp>
        <p:nvSpPr>
          <p:cNvPr id="1121" name="Google Shape;1121;g2bfe78d61b7_0_0"/>
          <p:cNvSpPr txBox="1"/>
          <p:nvPr/>
        </p:nvSpPr>
        <p:spPr>
          <a:xfrm>
            <a:off x="3866000" y="4568075"/>
            <a:ext cx="453900" cy="30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Tier 3</a:t>
            </a:r>
            <a:endParaRPr sz="800" b="0" i="0" u="none" strike="noStrike" cap="none">
              <a:solidFill>
                <a:schemeClr val="dk1"/>
              </a:solidFill>
              <a:latin typeface="Arial"/>
              <a:ea typeface="Arial"/>
              <a:cs typeface="Arial"/>
              <a:sym typeface="Arial"/>
            </a:endParaRPr>
          </a:p>
        </p:txBody>
      </p:sp>
      <p:sp>
        <p:nvSpPr>
          <p:cNvPr id="1122" name="Google Shape;1122;g2bfe78d61b7_0_0"/>
          <p:cNvSpPr/>
          <p:nvPr/>
        </p:nvSpPr>
        <p:spPr>
          <a:xfrm rot="-5400000">
            <a:off x="2402725" y="4499375"/>
            <a:ext cx="75900" cy="264300"/>
          </a:xfrm>
          <a:prstGeom prst="leftBrace">
            <a:avLst>
              <a:gd name="adj1" fmla="val 50000"/>
              <a:gd name="adj2" fmla="val 4970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3" name="Google Shape;1123;g2bfe78d61b7_0_0"/>
          <p:cNvSpPr/>
          <p:nvPr/>
        </p:nvSpPr>
        <p:spPr>
          <a:xfrm rot="-5400000">
            <a:off x="3166650" y="4499375"/>
            <a:ext cx="75900" cy="264300"/>
          </a:xfrm>
          <a:prstGeom prst="leftBrace">
            <a:avLst>
              <a:gd name="adj1" fmla="val 50000"/>
              <a:gd name="adj2" fmla="val 4970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4" name="Google Shape;1124;g2bfe78d61b7_0_0"/>
          <p:cNvSpPr/>
          <p:nvPr/>
        </p:nvSpPr>
        <p:spPr>
          <a:xfrm rot="-5400000">
            <a:off x="4055000" y="4499375"/>
            <a:ext cx="75900" cy="264300"/>
          </a:xfrm>
          <a:prstGeom prst="leftBrace">
            <a:avLst>
              <a:gd name="adj1" fmla="val 50000"/>
              <a:gd name="adj2" fmla="val 4970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p14"/>
          <p:cNvSpPr txBox="1">
            <a:spLocks noGrp="1"/>
          </p:cNvSpPr>
          <p:nvPr>
            <p:ph type="title"/>
          </p:nvPr>
        </p:nvSpPr>
        <p:spPr>
          <a:xfrm>
            <a:off x="296437" y="156077"/>
            <a:ext cx="8551126" cy="618900"/>
          </a:xfrm>
          <a:prstGeom prst="rect">
            <a:avLst/>
          </a:prstGeom>
          <a:noFill/>
          <a:ln>
            <a:noFill/>
          </a:ln>
        </p:spPr>
        <p:txBody>
          <a:bodyPr spcFirstLastPara="1" wrap="square" lIns="68550" tIns="34275" rIns="68550" bIns="34275" anchor="ctr" anchorCtr="0">
            <a:noAutofit/>
          </a:bodyPr>
          <a:lstStyle/>
          <a:p>
            <a:pPr marL="0" lvl="0" indent="0" algn="l" rtl="0">
              <a:lnSpc>
                <a:spcPct val="90000"/>
              </a:lnSpc>
              <a:spcBef>
                <a:spcPts val="0"/>
              </a:spcBef>
              <a:spcAft>
                <a:spcPts val="0"/>
              </a:spcAft>
              <a:buClr>
                <a:schemeClr val="dk1"/>
              </a:buClr>
              <a:buSzPts val="1100"/>
              <a:buFont typeface="Arial"/>
              <a:buNone/>
            </a:pPr>
            <a:r>
              <a:rPr lang="en-US" sz="2000"/>
              <a:t>Digital Recalls for dispensers is a major step forward to achieve an end-to-end digitalized recall network</a:t>
            </a:r>
            <a:endParaRPr sz="2000">
              <a:solidFill>
                <a:schemeClr val="accent3"/>
              </a:solidFill>
            </a:endParaRPr>
          </a:p>
        </p:txBody>
      </p:sp>
      <p:grpSp>
        <p:nvGrpSpPr>
          <p:cNvPr id="1130" name="Google Shape;1130;p14"/>
          <p:cNvGrpSpPr/>
          <p:nvPr/>
        </p:nvGrpSpPr>
        <p:grpSpPr>
          <a:xfrm>
            <a:off x="5339124" y="1124184"/>
            <a:ext cx="3144474" cy="2927115"/>
            <a:chOff x="4312837" y="762815"/>
            <a:chExt cx="2498709" cy="2927115"/>
          </a:xfrm>
        </p:grpSpPr>
        <p:sp>
          <p:nvSpPr>
            <p:cNvPr id="1131" name="Google Shape;1131;p14"/>
            <p:cNvSpPr/>
            <p:nvPr/>
          </p:nvSpPr>
          <p:spPr>
            <a:xfrm>
              <a:off x="4591561" y="1109164"/>
              <a:ext cx="2018347" cy="2580765"/>
            </a:xfrm>
            <a:prstGeom prst="rect">
              <a:avLst/>
            </a:prstGeom>
            <a:solidFill>
              <a:schemeClr val="lt1"/>
            </a:solidFill>
            <a:ln w="38100" cap="flat" cmpd="sng">
              <a:solidFill>
                <a:schemeClr val="accent2"/>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1132" name="Google Shape;1132;p14"/>
            <p:cNvSpPr/>
            <p:nvPr/>
          </p:nvSpPr>
          <p:spPr>
            <a:xfrm rot="5400000">
              <a:off x="5330494" y="-254843"/>
              <a:ext cx="463394" cy="2498709"/>
            </a:xfrm>
            <a:prstGeom prst="round2SameRect">
              <a:avLst>
                <a:gd name="adj1" fmla="val 16667"/>
                <a:gd name="adj2" fmla="val 0"/>
              </a:avLst>
            </a:prstGeom>
            <a:solidFill>
              <a:schemeClr val="accent2"/>
            </a:solidFill>
            <a:ln w="381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33" name="Google Shape;1133;p14"/>
            <p:cNvSpPr txBox="1"/>
            <p:nvPr/>
          </p:nvSpPr>
          <p:spPr>
            <a:xfrm>
              <a:off x="4736307" y="1323651"/>
              <a:ext cx="1786739" cy="2242522"/>
            </a:xfrm>
            <a:prstGeom prst="rect">
              <a:avLst/>
            </a:prstGeom>
            <a:noFill/>
            <a:ln>
              <a:noFill/>
            </a:ln>
          </p:spPr>
          <p:txBody>
            <a:bodyPr spcFirstLastPara="1" wrap="square" lIns="25700" tIns="34275" rIns="25700" bIns="34275" anchor="t" anchorCtr="0">
              <a:noAutofit/>
            </a:bodyPr>
            <a:lstStyle/>
            <a:p>
              <a:pPr marL="137160" marR="0" lvl="0" indent="-137160" algn="l" rtl="0">
                <a:lnSpc>
                  <a:spcPct val="100000"/>
                </a:lnSpc>
                <a:spcBef>
                  <a:spcPts val="900"/>
                </a:spcBef>
                <a:spcAft>
                  <a:spcPts val="0"/>
                </a:spcAft>
                <a:buClr>
                  <a:schemeClr val="accent1"/>
                </a:buClr>
                <a:buSzPts val="1440"/>
                <a:buFont typeface="Arial"/>
                <a:buChar char="•"/>
              </a:pPr>
              <a:r>
                <a:rPr lang="en-US" sz="1200" b="0" i="0" u="none" strike="noStrike" cap="none">
                  <a:solidFill>
                    <a:srgbClr val="262626"/>
                  </a:solidFill>
                  <a:latin typeface="Arial"/>
                  <a:ea typeface="Arial"/>
                  <a:cs typeface="Arial"/>
                  <a:sym typeface="Arial"/>
                </a:rPr>
                <a:t>Shared digital space with MAHs</a:t>
              </a:r>
              <a:endParaRPr sz="1050" b="0" i="0" u="none" strike="noStrike" cap="none">
                <a:solidFill>
                  <a:srgbClr val="262626"/>
                </a:solidFill>
                <a:latin typeface="Arial"/>
                <a:ea typeface="Arial"/>
                <a:cs typeface="Arial"/>
                <a:sym typeface="Arial"/>
              </a:endParaRPr>
            </a:p>
            <a:p>
              <a:pPr marL="137160" marR="0" lvl="0" indent="-137160" algn="l" rtl="0">
                <a:lnSpc>
                  <a:spcPct val="100000"/>
                </a:lnSpc>
                <a:spcBef>
                  <a:spcPts val="900"/>
                </a:spcBef>
                <a:spcAft>
                  <a:spcPts val="0"/>
                </a:spcAft>
                <a:buClr>
                  <a:schemeClr val="accent1"/>
                </a:buClr>
                <a:buSzPts val="1440"/>
                <a:buFont typeface="Arial"/>
                <a:buChar char="•"/>
              </a:pPr>
              <a:r>
                <a:rPr lang="en-US" sz="1200" b="0" i="0" u="none" strike="noStrike" cap="none">
                  <a:solidFill>
                    <a:srgbClr val="262626"/>
                  </a:solidFill>
                  <a:latin typeface="Arial"/>
                  <a:ea typeface="Arial"/>
                  <a:cs typeface="Arial"/>
                  <a:sym typeface="Arial"/>
                </a:rPr>
                <a:t>Recall notifications direct from MAH</a:t>
              </a:r>
              <a:endParaRPr sz="1200" b="0" i="0" u="none" strike="noStrike" cap="none">
                <a:solidFill>
                  <a:srgbClr val="262626"/>
                </a:solidFill>
                <a:latin typeface="Arial"/>
                <a:ea typeface="Arial"/>
                <a:cs typeface="Arial"/>
                <a:sym typeface="Arial"/>
              </a:endParaRPr>
            </a:p>
            <a:p>
              <a:pPr marL="137160" marR="0" lvl="0" indent="-137160" algn="l" rtl="0">
                <a:lnSpc>
                  <a:spcPct val="100000"/>
                </a:lnSpc>
                <a:spcBef>
                  <a:spcPts val="900"/>
                </a:spcBef>
                <a:spcAft>
                  <a:spcPts val="0"/>
                </a:spcAft>
                <a:buClr>
                  <a:schemeClr val="accent1"/>
                </a:buClr>
                <a:buSzPts val="1440"/>
                <a:buFont typeface="Arial"/>
                <a:buChar char="•"/>
              </a:pPr>
              <a:r>
                <a:rPr lang="en-US" sz="1200" b="0" i="0" u="none" strike="noStrike" cap="none">
                  <a:solidFill>
                    <a:srgbClr val="262626"/>
                  </a:solidFill>
                  <a:latin typeface="Arial"/>
                  <a:ea typeface="Arial"/>
                  <a:cs typeface="Arial"/>
                  <a:sym typeface="Arial"/>
                </a:rPr>
                <a:t>Fully closed-loop, end-to-end recall network throughout the entire supply chain</a:t>
              </a:r>
              <a:endParaRPr sz="1050" b="0" i="0" u="none" strike="noStrike" cap="none">
                <a:solidFill>
                  <a:srgbClr val="262626"/>
                </a:solidFill>
                <a:latin typeface="Arial"/>
                <a:ea typeface="Arial"/>
                <a:cs typeface="Arial"/>
                <a:sym typeface="Arial"/>
              </a:endParaRPr>
            </a:p>
          </p:txBody>
        </p:sp>
        <p:sp>
          <p:nvSpPr>
            <p:cNvPr id="1134" name="Google Shape;1134;p14"/>
            <p:cNvSpPr/>
            <p:nvPr/>
          </p:nvSpPr>
          <p:spPr>
            <a:xfrm>
              <a:off x="4655159" y="851520"/>
              <a:ext cx="1848001" cy="287325"/>
            </a:xfrm>
            <a:prstGeom prst="rect">
              <a:avLst/>
            </a:prstGeom>
            <a:noFill/>
            <a:ln>
              <a:noFill/>
            </a:ln>
          </p:spPr>
          <p:txBody>
            <a:bodyPr spcFirstLastPara="1" wrap="square" lIns="68550" tIns="34275" rIns="68550" bIns="34275" anchor="t"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1" i="0" u="none" strike="noStrike" cap="none">
                  <a:solidFill>
                    <a:srgbClr val="FFFFFF"/>
                  </a:solidFill>
                  <a:latin typeface="Arial"/>
                  <a:ea typeface="Arial"/>
                  <a:cs typeface="Arial"/>
                  <a:sym typeface="Arial"/>
                </a:rPr>
                <a:t>2025</a:t>
              </a:r>
              <a:endParaRPr sz="1800" b="0" i="0" u="none" strike="noStrike" cap="none">
                <a:solidFill>
                  <a:schemeClr val="dk1"/>
                </a:solidFill>
                <a:latin typeface="Arial"/>
                <a:ea typeface="Arial"/>
                <a:cs typeface="Arial"/>
                <a:sym typeface="Arial"/>
              </a:endParaRPr>
            </a:p>
          </p:txBody>
        </p:sp>
      </p:grpSp>
      <p:grpSp>
        <p:nvGrpSpPr>
          <p:cNvPr id="1135" name="Google Shape;1135;p14"/>
          <p:cNvGrpSpPr/>
          <p:nvPr/>
        </p:nvGrpSpPr>
        <p:grpSpPr>
          <a:xfrm>
            <a:off x="2889157" y="1124185"/>
            <a:ext cx="2883793" cy="3244338"/>
            <a:chOff x="2353783" y="762815"/>
            <a:chExt cx="2291563" cy="3244339"/>
          </a:xfrm>
        </p:grpSpPr>
        <p:sp>
          <p:nvSpPr>
            <p:cNvPr id="1136" name="Google Shape;1136;p14"/>
            <p:cNvSpPr/>
            <p:nvPr/>
          </p:nvSpPr>
          <p:spPr>
            <a:xfrm>
              <a:off x="2449050" y="1143405"/>
              <a:ext cx="2005567" cy="2546524"/>
            </a:xfrm>
            <a:prstGeom prst="rect">
              <a:avLst/>
            </a:prstGeom>
            <a:solidFill>
              <a:schemeClr val="lt1"/>
            </a:solidFill>
            <a:ln w="38100" cap="flat" cmpd="sng">
              <a:solidFill>
                <a:schemeClr val="accent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1137" name="Google Shape;1137;p14"/>
            <p:cNvSpPr/>
            <p:nvPr/>
          </p:nvSpPr>
          <p:spPr>
            <a:xfrm rot="5400000">
              <a:off x="3267868" y="-151270"/>
              <a:ext cx="463394" cy="2291563"/>
            </a:xfrm>
            <a:prstGeom prst="round2SameRect">
              <a:avLst>
                <a:gd name="adj1" fmla="val 16667"/>
                <a:gd name="adj2" fmla="val 0"/>
              </a:avLst>
            </a:prstGeom>
            <a:solidFill>
              <a:schemeClr val="accent5"/>
            </a:solidFill>
            <a:ln w="381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38" name="Google Shape;1138;p14"/>
            <p:cNvSpPr txBox="1"/>
            <p:nvPr/>
          </p:nvSpPr>
          <p:spPr>
            <a:xfrm>
              <a:off x="2582463" y="1323651"/>
              <a:ext cx="1787525" cy="2683502"/>
            </a:xfrm>
            <a:prstGeom prst="rect">
              <a:avLst/>
            </a:prstGeom>
            <a:noFill/>
            <a:ln>
              <a:noFill/>
            </a:ln>
          </p:spPr>
          <p:txBody>
            <a:bodyPr spcFirstLastPara="1" wrap="square" lIns="25700" tIns="34275" rIns="25700" bIns="34275" anchor="t" anchorCtr="0">
              <a:noAutofit/>
            </a:bodyPr>
            <a:lstStyle/>
            <a:p>
              <a:pPr marL="137160" marR="0" lvl="0" indent="-137160" algn="l" rtl="0">
                <a:lnSpc>
                  <a:spcPct val="100000"/>
                </a:lnSpc>
                <a:spcBef>
                  <a:spcPts val="900"/>
                </a:spcBef>
                <a:spcAft>
                  <a:spcPts val="0"/>
                </a:spcAft>
                <a:buClr>
                  <a:schemeClr val="accent5"/>
                </a:buClr>
                <a:buSzPts val="1440"/>
                <a:buFont typeface="Arial"/>
                <a:buChar char="•"/>
              </a:pPr>
              <a:r>
                <a:rPr lang="en-US" sz="1200" b="0" i="0" u="none" strike="noStrike" cap="none">
                  <a:solidFill>
                    <a:srgbClr val="262626"/>
                  </a:solidFill>
                  <a:latin typeface="Arial"/>
                  <a:ea typeface="Arial"/>
                  <a:cs typeface="Arial"/>
                  <a:sym typeface="Arial"/>
                </a:rPr>
                <a:t>Integration with track and trace solution</a:t>
              </a:r>
              <a:endParaRPr sz="1200" b="0" i="0" u="none" strike="noStrike" cap="none">
                <a:solidFill>
                  <a:srgbClr val="262626"/>
                </a:solidFill>
                <a:latin typeface="Arial"/>
                <a:ea typeface="Arial"/>
                <a:cs typeface="Arial"/>
                <a:sym typeface="Arial"/>
              </a:endParaRPr>
            </a:p>
            <a:p>
              <a:pPr marL="137160" marR="0" lvl="0" indent="-137160" algn="l" rtl="0">
                <a:lnSpc>
                  <a:spcPct val="100000"/>
                </a:lnSpc>
                <a:spcBef>
                  <a:spcPts val="900"/>
                </a:spcBef>
                <a:spcAft>
                  <a:spcPts val="0"/>
                </a:spcAft>
                <a:buClr>
                  <a:schemeClr val="accent5"/>
                </a:buClr>
                <a:buSzPts val="1440"/>
                <a:buFont typeface="Arial"/>
                <a:buChar char="•"/>
              </a:pPr>
              <a:r>
                <a:rPr lang="en-US" sz="1200" b="0" i="0" u="none" strike="noStrike" cap="none">
                  <a:solidFill>
                    <a:srgbClr val="262626"/>
                  </a:solidFill>
                  <a:latin typeface="Arial"/>
                  <a:ea typeface="Arial"/>
                  <a:cs typeface="Arial"/>
                  <a:sym typeface="Arial"/>
                </a:rPr>
                <a:t>Targeted recall notifications</a:t>
              </a:r>
              <a:endParaRPr sz="1200" b="0" i="0" u="none" strike="noStrike" cap="none">
                <a:solidFill>
                  <a:srgbClr val="262626"/>
                </a:solidFill>
                <a:latin typeface="Arial"/>
                <a:ea typeface="Arial"/>
                <a:cs typeface="Arial"/>
                <a:sym typeface="Arial"/>
              </a:endParaRPr>
            </a:p>
            <a:p>
              <a:pPr marL="137160" marR="0" lvl="0" indent="-137160" algn="l" rtl="0">
                <a:lnSpc>
                  <a:spcPct val="100000"/>
                </a:lnSpc>
                <a:spcBef>
                  <a:spcPts val="900"/>
                </a:spcBef>
                <a:spcAft>
                  <a:spcPts val="0"/>
                </a:spcAft>
                <a:buClr>
                  <a:schemeClr val="accent5"/>
                </a:buClr>
                <a:buSzPts val="1440"/>
                <a:buFont typeface="Arial"/>
                <a:buChar char="•"/>
              </a:pPr>
              <a:r>
                <a:rPr lang="en-US" sz="1200" b="0" i="0" u="none" strike="noStrike" cap="none">
                  <a:solidFill>
                    <a:srgbClr val="262626"/>
                  </a:solidFill>
                  <a:latin typeface="Arial"/>
                  <a:ea typeface="Arial"/>
                  <a:cs typeface="Arial"/>
                  <a:sym typeface="Arial"/>
                </a:rPr>
                <a:t>API integration</a:t>
              </a:r>
              <a:endParaRPr sz="1050" b="0" i="0" u="none" strike="noStrike" cap="none">
                <a:solidFill>
                  <a:srgbClr val="262626"/>
                </a:solidFill>
                <a:latin typeface="Arial"/>
                <a:ea typeface="Arial"/>
                <a:cs typeface="Arial"/>
                <a:sym typeface="Arial"/>
              </a:endParaRPr>
            </a:p>
            <a:p>
              <a:pPr marL="137160" marR="0" lvl="1" indent="-137160" algn="l" rtl="0">
                <a:lnSpc>
                  <a:spcPct val="100000"/>
                </a:lnSpc>
                <a:spcBef>
                  <a:spcPts val="0"/>
                </a:spcBef>
                <a:spcAft>
                  <a:spcPts val="600"/>
                </a:spcAft>
                <a:buClr>
                  <a:srgbClr val="000000"/>
                </a:buClr>
                <a:buSzPts val="1200"/>
                <a:buFont typeface="Arial"/>
                <a:buNone/>
              </a:pPr>
              <a:endParaRPr sz="1200" b="0" i="0" u="none" strike="noStrike" cap="none">
                <a:solidFill>
                  <a:srgbClr val="262626"/>
                </a:solidFill>
                <a:latin typeface="Arial"/>
                <a:ea typeface="Arial"/>
                <a:cs typeface="Arial"/>
                <a:sym typeface="Arial"/>
              </a:endParaRPr>
            </a:p>
          </p:txBody>
        </p:sp>
        <p:sp>
          <p:nvSpPr>
            <p:cNvPr id="1139" name="Google Shape;1139;p14"/>
            <p:cNvSpPr/>
            <p:nvPr/>
          </p:nvSpPr>
          <p:spPr>
            <a:xfrm>
              <a:off x="2644915" y="851520"/>
              <a:ext cx="1383137" cy="287325"/>
            </a:xfrm>
            <a:prstGeom prst="rect">
              <a:avLst/>
            </a:prstGeom>
            <a:noFill/>
            <a:ln>
              <a:noFill/>
            </a:ln>
          </p:spPr>
          <p:txBody>
            <a:bodyPr spcFirstLastPara="1" wrap="square" lIns="68550" tIns="34275" rIns="68550" bIns="34275" anchor="t"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1" i="0" u="none" strike="noStrike" cap="none">
                  <a:solidFill>
                    <a:srgbClr val="FFFFFF"/>
                  </a:solidFill>
                  <a:latin typeface="Arial"/>
                  <a:ea typeface="Arial"/>
                  <a:cs typeface="Arial"/>
                  <a:sym typeface="Arial"/>
                </a:rPr>
                <a:t>2024</a:t>
              </a:r>
              <a:endParaRPr sz="1800" b="0" i="0" u="none" strike="noStrike" cap="none">
                <a:solidFill>
                  <a:schemeClr val="dk1"/>
                </a:solidFill>
                <a:latin typeface="Arial"/>
                <a:ea typeface="Arial"/>
                <a:cs typeface="Arial"/>
                <a:sym typeface="Arial"/>
              </a:endParaRPr>
            </a:p>
          </p:txBody>
        </p:sp>
      </p:grpSp>
      <p:grpSp>
        <p:nvGrpSpPr>
          <p:cNvPr id="1140" name="Google Shape;1140;p14"/>
          <p:cNvGrpSpPr/>
          <p:nvPr/>
        </p:nvGrpSpPr>
        <p:grpSpPr>
          <a:xfrm>
            <a:off x="348214" y="1124184"/>
            <a:ext cx="2687801" cy="3593041"/>
            <a:chOff x="348217" y="762814"/>
            <a:chExt cx="2135821" cy="3593041"/>
          </a:xfrm>
        </p:grpSpPr>
        <p:sp>
          <p:nvSpPr>
            <p:cNvPr id="1141" name="Google Shape;1141;p14"/>
            <p:cNvSpPr/>
            <p:nvPr/>
          </p:nvSpPr>
          <p:spPr>
            <a:xfrm>
              <a:off x="348219" y="1143407"/>
              <a:ext cx="2005567" cy="2546524"/>
            </a:xfrm>
            <a:prstGeom prst="rect">
              <a:avLst/>
            </a:prstGeom>
            <a:solidFill>
              <a:schemeClr val="lt1"/>
            </a:solidFill>
            <a:ln w="38100" cap="flat" cmpd="sng">
              <a:solidFill>
                <a:schemeClr val="accent4"/>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1142" name="Google Shape;1142;p14"/>
            <p:cNvSpPr/>
            <p:nvPr/>
          </p:nvSpPr>
          <p:spPr>
            <a:xfrm rot="5400000">
              <a:off x="1184430" y="-73400"/>
              <a:ext cx="463394" cy="2135821"/>
            </a:xfrm>
            <a:prstGeom prst="round2SameRect">
              <a:avLst>
                <a:gd name="adj1" fmla="val 16667"/>
                <a:gd name="adj2" fmla="val 0"/>
              </a:avLst>
            </a:prstGeom>
            <a:solidFill>
              <a:schemeClr val="accent4"/>
            </a:solidFill>
            <a:ln w="381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43" name="Google Shape;1143;p14"/>
            <p:cNvSpPr/>
            <p:nvPr/>
          </p:nvSpPr>
          <p:spPr>
            <a:xfrm>
              <a:off x="849332" y="851520"/>
              <a:ext cx="905538" cy="287325"/>
            </a:xfrm>
            <a:prstGeom prst="rect">
              <a:avLst/>
            </a:prstGeom>
            <a:noFill/>
            <a:ln>
              <a:noFill/>
            </a:ln>
          </p:spPr>
          <p:txBody>
            <a:bodyPr spcFirstLastPara="1" wrap="square" lIns="68550" tIns="34275" rIns="68550" bIns="34275" anchor="t" anchorCtr="0">
              <a:no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rgbClr val="FFFFFF"/>
                  </a:solidFill>
                  <a:latin typeface="Arial"/>
                  <a:ea typeface="Arial"/>
                  <a:cs typeface="Arial"/>
                  <a:sym typeface="Arial"/>
                </a:rPr>
                <a:t>2023</a:t>
              </a:r>
              <a:endParaRPr sz="2000" b="0" i="0" u="none" strike="noStrike" cap="none">
                <a:solidFill>
                  <a:schemeClr val="dk1"/>
                </a:solidFill>
                <a:latin typeface="Arial"/>
                <a:ea typeface="Arial"/>
                <a:cs typeface="Arial"/>
                <a:sym typeface="Arial"/>
              </a:endParaRPr>
            </a:p>
          </p:txBody>
        </p:sp>
        <p:sp>
          <p:nvSpPr>
            <p:cNvPr id="1144" name="Google Shape;1144;p14"/>
            <p:cNvSpPr txBox="1"/>
            <p:nvPr/>
          </p:nvSpPr>
          <p:spPr>
            <a:xfrm>
              <a:off x="472912" y="1425328"/>
              <a:ext cx="1788052" cy="2039168"/>
            </a:xfrm>
            <a:prstGeom prst="rect">
              <a:avLst/>
            </a:prstGeom>
            <a:noFill/>
            <a:ln>
              <a:noFill/>
            </a:ln>
          </p:spPr>
          <p:txBody>
            <a:bodyPr spcFirstLastPara="1" wrap="square" lIns="25700" tIns="34275" rIns="25700" bIns="34275" anchor="t" anchorCtr="0">
              <a:noAutofit/>
            </a:bodyPr>
            <a:lstStyle/>
            <a:p>
              <a:pPr marL="171450" marR="0" lvl="0" indent="-171450" algn="l" rtl="0">
                <a:lnSpc>
                  <a:spcPct val="100000"/>
                </a:lnSpc>
                <a:spcBef>
                  <a:spcPts val="900"/>
                </a:spcBef>
                <a:spcAft>
                  <a:spcPts val="0"/>
                </a:spcAft>
                <a:buClr>
                  <a:schemeClr val="accent4"/>
                </a:buClr>
                <a:buSzPts val="1800"/>
                <a:buFont typeface="Noto Sans Symbols"/>
                <a:buChar char="✔"/>
              </a:pPr>
              <a:r>
                <a:rPr lang="en-US" sz="1200" b="0" i="0" u="none" strike="noStrike" cap="none">
                  <a:solidFill>
                    <a:srgbClr val="262626"/>
                  </a:solidFill>
                  <a:latin typeface="Arial"/>
                  <a:ea typeface="Arial"/>
                  <a:cs typeface="Arial"/>
                  <a:sym typeface="Arial"/>
                </a:rPr>
                <a:t>Digitalized recall notifications</a:t>
              </a:r>
              <a:endParaRPr sz="1050" b="0" i="0" u="none" strike="noStrike" cap="none">
                <a:solidFill>
                  <a:srgbClr val="262626"/>
                </a:solidFill>
                <a:latin typeface="Arial"/>
                <a:ea typeface="Arial"/>
                <a:cs typeface="Arial"/>
                <a:sym typeface="Arial"/>
              </a:endParaRPr>
            </a:p>
            <a:p>
              <a:pPr marL="171450" marR="0" lvl="0" indent="-171450" algn="l" rtl="0">
                <a:lnSpc>
                  <a:spcPct val="100000"/>
                </a:lnSpc>
                <a:spcBef>
                  <a:spcPts val="900"/>
                </a:spcBef>
                <a:spcAft>
                  <a:spcPts val="0"/>
                </a:spcAft>
                <a:buClr>
                  <a:schemeClr val="accent4"/>
                </a:buClr>
                <a:buSzPts val="1800"/>
                <a:buFont typeface="Noto Sans Symbols"/>
                <a:buChar char="✔"/>
              </a:pPr>
              <a:r>
                <a:rPr lang="en-US" sz="1200" b="0" i="0" u="none" strike="noStrike" cap="none">
                  <a:solidFill>
                    <a:srgbClr val="262626"/>
                  </a:solidFill>
                  <a:latin typeface="Arial"/>
                  <a:ea typeface="Arial"/>
                  <a:cs typeface="Arial"/>
                  <a:sym typeface="Arial"/>
                </a:rPr>
                <a:t>Unified work management</a:t>
              </a:r>
              <a:endParaRPr sz="1200" b="0" i="0" u="none" strike="noStrike" cap="none">
                <a:solidFill>
                  <a:srgbClr val="262626"/>
                </a:solidFill>
                <a:latin typeface="Arial"/>
                <a:ea typeface="Arial"/>
                <a:cs typeface="Arial"/>
                <a:sym typeface="Arial"/>
              </a:endParaRPr>
            </a:p>
            <a:p>
              <a:pPr marL="171450" marR="0" lvl="0" indent="-171450" algn="l" rtl="0">
                <a:lnSpc>
                  <a:spcPct val="100000"/>
                </a:lnSpc>
                <a:spcBef>
                  <a:spcPts val="900"/>
                </a:spcBef>
                <a:spcAft>
                  <a:spcPts val="0"/>
                </a:spcAft>
                <a:buClr>
                  <a:schemeClr val="accent4"/>
                </a:buClr>
                <a:buSzPts val="1800"/>
                <a:buFont typeface="Noto Sans Symbols"/>
                <a:buChar char="✔"/>
              </a:pPr>
              <a:r>
                <a:rPr lang="en-US" sz="1200" b="0" i="0" u="none" strike="noStrike" cap="none">
                  <a:solidFill>
                    <a:srgbClr val="262626"/>
                  </a:solidFill>
                  <a:latin typeface="Arial"/>
                  <a:ea typeface="Arial"/>
                  <a:cs typeface="Arial"/>
                  <a:sym typeface="Arial"/>
                </a:rPr>
                <a:t>Digital audit trail</a:t>
              </a:r>
              <a:endParaRPr sz="1200" b="0" i="0" u="none" strike="noStrike" cap="none">
                <a:solidFill>
                  <a:srgbClr val="262626"/>
                </a:solidFill>
                <a:latin typeface="Arial"/>
                <a:ea typeface="Arial"/>
                <a:cs typeface="Arial"/>
                <a:sym typeface="Arial"/>
              </a:endParaRPr>
            </a:p>
          </p:txBody>
        </p:sp>
        <p:sp>
          <p:nvSpPr>
            <p:cNvPr id="1145" name="Google Shape;1145;p14"/>
            <p:cNvSpPr txBox="1"/>
            <p:nvPr/>
          </p:nvSpPr>
          <p:spPr>
            <a:xfrm>
              <a:off x="570769" y="4175420"/>
              <a:ext cx="1788053" cy="180435"/>
            </a:xfrm>
            <a:prstGeom prst="rect">
              <a:avLst/>
            </a:prstGeom>
            <a:noFill/>
            <a:ln>
              <a:noFill/>
            </a:ln>
          </p:spPr>
          <p:txBody>
            <a:bodyPr spcFirstLastPara="1" wrap="square" lIns="25700" tIns="34275" rIns="25700" bIns="34275" anchor="t" anchorCtr="0">
              <a:noAutofit/>
            </a:bodyPr>
            <a:lstStyle/>
            <a:p>
              <a:pPr marL="0" marR="0" lvl="0" indent="0" algn="l" rtl="0">
                <a:lnSpc>
                  <a:spcPct val="100000"/>
                </a:lnSpc>
                <a:spcBef>
                  <a:spcPts val="900"/>
                </a:spcBef>
                <a:spcAft>
                  <a:spcPts val="0"/>
                </a:spcAft>
                <a:buClr>
                  <a:srgbClr val="000000"/>
                </a:buClr>
                <a:buSzPts val="1275"/>
                <a:buFont typeface="Arial"/>
                <a:buNone/>
              </a:pPr>
              <a:endParaRPr sz="1275" b="1" i="0" u="none" strike="noStrike" cap="none">
                <a:solidFill>
                  <a:schemeClr val="lt1"/>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p15"/>
          <p:cNvSpPr txBox="1">
            <a:spLocks noGrp="1"/>
          </p:cNvSpPr>
          <p:nvPr>
            <p:ph type="title"/>
          </p:nvPr>
        </p:nvSpPr>
        <p:spPr>
          <a:xfrm>
            <a:off x="376184" y="467735"/>
            <a:ext cx="4456318" cy="480779"/>
          </a:xfrm>
          <a:prstGeom prst="rect">
            <a:avLst/>
          </a:prstGeom>
          <a:noFill/>
          <a:ln>
            <a:noFill/>
          </a:ln>
        </p:spPr>
        <p:txBody>
          <a:bodyPr spcFirstLastPara="1" wrap="square" lIns="68550" tIns="34275" rIns="68550" bIns="34275" anchor="t" anchorCtr="0">
            <a:normAutofit/>
          </a:bodyPr>
          <a:lstStyle/>
          <a:p>
            <a:pPr marL="0" lvl="0" indent="0" algn="l" rtl="0">
              <a:lnSpc>
                <a:spcPct val="90000"/>
              </a:lnSpc>
              <a:spcBef>
                <a:spcPts val="0"/>
              </a:spcBef>
              <a:spcAft>
                <a:spcPts val="0"/>
              </a:spcAft>
              <a:buClr>
                <a:schemeClr val="lt1"/>
              </a:buClr>
              <a:buSzPts val="3000"/>
              <a:buFont typeface="Arial"/>
              <a:buNone/>
            </a:pPr>
            <a:r>
              <a:rPr lang="en-US"/>
              <a:t>Next Steps</a:t>
            </a:r>
            <a:endParaRPr/>
          </a:p>
        </p:txBody>
      </p:sp>
      <p:sp>
        <p:nvSpPr>
          <p:cNvPr id="1151" name="Google Shape;1151;p15"/>
          <p:cNvSpPr txBox="1"/>
          <p:nvPr/>
        </p:nvSpPr>
        <p:spPr>
          <a:xfrm>
            <a:off x="308225" y="1251450"/>
            <a:ext cx="8238900" cy="3406200"/>
          </a:xfrm>
          <a:prstGeom prst="rect">
            <a:avLst/>
          </a:prstGeom>
          <a:noFill/>
          <a:ln>
            <a:noFill/>
          </a:ln>
        </p:spPr>
        <p:txBody>
          <a:bodyPr spcFirstLastPara="1" wrap="square" lIns="68550" tIns="34275" rIns="68550" bIns="34275" anchor="t" anchorCtr="0">
            <a:spAutoFit/>
          </a:bodyPr>
          <a:lstStyle/>
          <a:p>
            <a:pPr marL="0" marR="0" lvl="0" indent="0" algn="l" rtl="0">
              <a:lnSpc>
                <a:spcPct val="95000"/>
              </a:lnSpc>
              <a:spcBef>
                <a:spcPts val="1200"/>
              </a:spcBef>
              <a:spcAft>
                <a:spcPts val="0"/>
              </a:spcAft>
              <a:buClr>
                <a:srgbClr val="000000"/>
              </a:buClr>
              <a:buSzPts val="1600"/>
              <a:buFont typeface="Arial"/>
              <a:buNone/>
            </a:pPr>
            <a:r>
              <a:rPr lang="en-US" sz="1600" b="1" i="0" u="none" strike="noStrike" cap="none">
                <a:solidFill>
                  <a:schemeClr val="accent3"/>
                </a:solidFill>
                <a:latin typeface="Arial"/>
                <a:ea typeface="Arial"/>
                <a:cs typeface="Arial"/>
                <a:sym typeface="Arial"/>
              </a:rPr>
              <a:t>Proposed Next Meeting: </a:t>
            </a:r>
            <a:r>
              <a:rPr lang="en-US" sz="1600" b="0" i="0" u="none" strike="noStrike" cap="none">
                <a:solidFill>
                  <a:srgbClr val="FFFFFF"/>
                </a:solidFill>
                <a:latin typeface="Arial"/>
                <a:ea typeface="Arial"/>
                <a:cs typeface="Arial"/>
                <a:sym typeface="Arial"/>
              </a:rPr>
              <a:t>Deep dive into process and challenges</a:t>
            </a:r>
            <a:endParaRPr sz="1600" b="0" i="0" u="none" strike="noStrike" cap="none">
              <a:solidFill>
                <a:srgbClr val="FFFFFF"/>
              </a:solidFill>
              <a:latin typeface="Arial"/>
              <a:ea typeface="Arial"/>
              <a:cs typeface="Arial"/>
              <a:sym typeface="Arial"/>
            </a:endParaRPr>
          </a:p>
          <a:p>
            <a:pPr marL="0" marR="0" lvl="0" indent="0" algn="l" rtl="0">
              <a:lnSpc>
                <a:spcPct val="95000"/>
              </a:lnSpc>
              <a:spcBef>
                <a:spcPts val="1200"/>
              </a:spcBef>
              <a:spcAft>
                <a:spcPts val="0"/>
              </a:spcAft>
              <a:buClr>
                <a:srgbClr val="000000"/>
              </a:buClr>
              <a:buSzPts val="1600"/>
              <a:buFont typeface="Arial"/>
              <a:buNone/>
            </a:pPr>
            <a:r>
              <a:rPr lang="en-US" sz="1600" b="1" i="0" u="none" strike="noStrike" cap="none">
                <a:solidFill>
                  <a:schemeClr val="accent3"/>
                </a:solidFill>
                <a:latin typeface="Arial"/>
                <a:ea typeface="Arial"/>
                <a:cs typeface="Arial"/>
                <a:sym typeface="Arial"/>
              </a:rPr>
              <a:t>Meeting Goals:</a:t>
            </a:r>
            <a:endParaRPr sz="1600" b="1" i="0" u="none" strike="noStrike" cap="none">
              <a:solidFill>
                <a:schemeClr val="accent3"/>
              </a:solidFill>
              <a:latin typeface="Arial"/>
              <a:ea typeface="Arial"/>
              <a:cs typeface="Arial"/>
              <a:sym typeface="Arial"/>
            </a:endParaRPr>
          </a:p>
          <a:p>
            <a:pPr marL="634993" marR="0" lvl="1" indent="-177793" algn="l" rtl="0">
              <a:lnSpc>
                <a:spcPct val="95000"/>
              </a:lnSpc>
              <a:spcBef>
                <a:spcPts val="1200"/>
              </a:spcBef>
              <a:spcAft>
                <a:spcPts val="0"/>
              </a:spcAft>
              <a:buClr>
                <a:srgbClr val="FFFFFF"/>
              </a:buClr>
              <a:buSzPts val="1500"/>
              <a:buFont typeface="Arial"/>
              <a:buChar char="•"/>
            </a:pPr>
            <a:r>
              <a:rPr lang="en-US" sz="1600" b="0" i="0" u="none" strike="noStrike" cap="none">
                <a:solidFill>
                  <a:srgbClr val="FFFFFF"/>
                </a:solidFill>
                <a:latin typeface="Arial"/>
                <a:ea typeface="Arial"/>
                <a:cs typeface="Arial"/>
                <a:sym typeface="Arial"/>
              </a:rPr>
              <a:t>Workshop to understand your current recall process</a:t>
            </a:r>
            <a:endParaRPr sz="1600" b="0" i="0" u="none" strike="noStrike" cap="none">
              <a:solidFill>
                <a:srgbClr val="FFFFFF"/>
              </a:solidFill>
              <a:latin typeface="Arial"/>
              <a:ea typeface="Arial"/>
              <a:cs typeface="Arial"/>
              <a:sym typeface="Arial"/>
            </a:endParaRPr>
          </a:p>
          <a:p>
            <a:pPr marL="634993" marR="0" lvl="1" indent="-184143" algn="l" rtl="0">
              <a:lnSpc>
                <a:spcPct val="95000"/>
              </a:lnSpc>
              <a:spcBef>
                <a:spcPts val="1200"/>
              </a:spcBef>
              <a:spcAft>
                <a:spcPts val="0"/>
              </a:spcAft>
              <a:buClr>
                <a:srgbClr val="FFFFFF"/>
              </a:buClr>
              <a:buSzPts val="1600"/>
              <a:buFont typeface="Arial"/>
              <a:buChar char="•"/>
            </a:pPr>
            <a:r>
              <a:rPr lang="en-US" sz="1600" b="0" i="0" u="none" strike="noStrike" cap="none">
                <a:solidFill>
                  <a:srgbClr val="FFFFFF"/>
                </a:solidFill>
                <a:latin typeface="Arial"/>
                <a:ea typeface="Arial"/>
                <a:cs typeface="Arial"/>
                <a:sym typeface="Arial"/>
              </a:rPr>
              <a:t>Discuss use case</a:t>
            </a:r>
            <a:endParaRPr sz="1600" b="0" i="0" u="none" strike="noStrike" cap="none">
              <a:solidFill>
                <a:srgbClr val="FFFFFF"/>
              </a:solidFill>
              <a:latin typeface="Arial"/>
              <a:ea typeface="Arial"/>
              <a:cs typeface="Arial"/>
              <a:sym typeface="Arial"/>
            </a:endParaRPr>
          </a:p>
          <a:p>
            <a:pPr marL="634994" marR="0" lvl="1" indent="-177794" algn="l" rtl="0">
              <a:lnSpc>
                <a:spcPct val="95000"/>
              </a:lnSpc>
              <a:spcBef>
                <a:spcPts val="1200"/>
              </a:spcBef>
              <a:spcAft>
                <a:spcPts val="0"/>
              </a:spcAft>
              <a:buClr>
                <a:srgbClr val="FFFFFF"/>
              </a:buClr>
              <a:buSzPts val="1500"/>
              <a:buFont typeface="Arial"/>
              <a:buChar char="•"/>
            </a:pPr>
            <a:r>
              <a:rPr lang="en-US" sz="1600" b="0" i="0" u="none" strike="noStrike" cap="none">
                <a:solidFill>
                  <a:srgbClr val="FFFFFF"/>
                </a:solidFill>
                <a:latin typeface="Arial"/>
                <a:ea typeface="Arial"/>
                <a:cs typeface="Arial"/>
                <a:sym typeface="Arial"/>
              </a:rPr>
              <a:t>Business discussion</a:t>
            </a:r>
            <a:endParaRPr sz="1600" b="0" i="0" u="none" strike="noStrike" cap="none">
              <a:solidFill>
                <a:srgbClr val="000000"/>
              </a:solidFill>
              <a:latin typeface="Arial"/>
              <a:ea typeface="Arial"/>
              <a:cs typeface="Arial"/>
              <a:sym typeface="Arial"/>
            </a:endParaRPr>
          </a:p>
          <a:p>
            <a:pPr marL="634993" marR="0" lvl="1" indent="-177793" algn="l" rtl="0">
              <a:lnSpc>
                <a:spcPct val="95000"/>
              </a:lnSpc>
              <a:spcBef>
                <a:spcPts val="1200"/>
              </a:spcBef>
              <a:spcAft>
                <a:spcPts val="0"/>
              </a:spcAft>
              <a:buClr>
                <a:srgbClr val="FFFFFF"/>
              </a:buClr>
              <a:buSzPts val="1500"/>
              <a:buFont typeface="Arial"/>
              <a:buChar char="•"/>
            </a:pPr>
            <a:r>
              <a:rPr lang="en-US" sz="1600" b="0" i="0" u="none" strike="noStrike" cap="none">
                <a:solidFill>
                  <a:srgbClr val="FFFFFF"/>
                </a:solidFill>
                <a:latin typeface="Arial"/>
                <a:ea typeface="Arial"/>
                <a:cs typeface="Arial"/>
                <a:sym typeface="Arial"/>
              </a:rPr>
              <a:t>Solution demo</a:t>
            </a:r>
            <a:endParaRPr sz="1600" b="0" i="0" u="none" strike="noStrike" cap="none">
              <a:solidFill>
                <a:srgbClr val="FFFFFF"/>
              </a:solidFill>
              <a:latin typeface="Arial"/>
              <a:ea typeface="Arial"/>
              <a:cs typeface="Arial"/>
              <a:sym typeface="Arial"/>
            </a:endParaRPr>
          </a:p>
          <a:p>
            <a:pPr marL="0" marR="0" lvl="0" indent="0" algn="l" rtl="0">
              <a:lnSpc>
                <a:spcPct val="95000"/>
              </a:lnSpc>
              <a:spcBef>
                <a:spcPts val="1200"/>
              </a:spcBef>
              <a:spcAft>
                <a:spcPts val="0"/>
              </a:spcAft>
              <a:buClr>
                <a:srgbClr val="000000"/>
              </a:buClr>
              <a:buSzPts val="1600"/>
              <a:buFont typeface="Arial"/>
              <a:buNone/>
            </a:pPr>
            <a:r>
              <a:rPr lang="en-US" sz="1600" b="1" i="0" u="none" strike="noStrike" cap="none">
                <a:solidFill>
                  <a:schemeClr val="accent3"/>
                </a:solidFill>
                <a:latin typeface="Arial"/>
                <a:ea typeface="Arial"/>
                <a:cs typeface="Arial"/>
                <a:sym typeface="Arial"/>
              </a:rPr>
              <a:t>Time Needed: </a:t>
            </a:r>
            <a:r>
              <a:rPr lang="en-US" sz="1600" b="0" i="0" u="none" strike="noStrike" cap="none">
                <a:solidFill>
                  <a:schemeClr val="lt1"/>
                </a:solidFill>
                <a:latin typeface="Arial"/>
                <a:ea typeface="Arial"/>
                <a:cs typeface="Arial"/>
                <a:sym typeface="Arial"/>
              </a:rPr>
              <a:t>45-60 minutes</a:t>
            </a:r>
            <a:endParaRPr sz="1600" b="0" i="0" u="none" strike="noStrike" cap="none">
              <a:solidFill>
                <a:schemeClr val="lt1"/>
              </a:solidFill>
              <a:latin typeface="Arial"/>
              <a:ea typeface="Arial"/>
              <a:cs typeface="Arial"/>
              <a:sym typeface="Arial"/>
            </a:endParaRPr>
          </a:p>
          <a:p>
            <a:pPr marL="0" marR="0" lvl="0" indent="0" algn="l" rtl="0">
              <a:lnSpc>
                <a:spcPct val="95000"/>
              </a:lnSpc>
              <a:spcBef>
                <a:spcPts val="1200"/>
              </a:spcBef>
              <a:spcAft>
                <a:spcPts val="0"/>
              </a:spcAft>
              <a:buClr>
                <a:srgbClr val="000000"/>
              </a:buClr>
              <a:buSzPts val="1600"/>
              <a:buFont typeface="Arial"/>
              <a:buNone/>
            </a:pPr>
            <a:r>
              <a:rPr lang="en-US" sz="1600" b="1" i="0" u="none" strike="noStrike" cap="none">
                <a:solidFill>
                  <a:schemeClr val="accent3"/>
                </a:solidFill>
                <a:latin typeface="Arial"/>
                <a:ea typeface="Arial"/>
                <a:cs typeface="Arial"/>
                <a:sym typeface="Arial"/>
              </a:rPr>
              <a:t>Recommended Attendees:</a:t>
            </a:r>
            <a:r>
              <a:rPr lang="en-US" sz="1600" b="0" i="0" u="none" strike="noStrike" cap="none">
                <a:solidFill>
                  <a:schemeClr val="lt1"/>
                </a:solidFill>
                <a:latin typeface="Arial"/>
                <a:ea typeface="Arial"/>
                <a:cs typeface="Arial"/>
                <a:sym typeface="Arial"/>
              </a:rPr>
              <a:t> Pharmacy Operations, Recall Coordinator</a:t>
            </a:r>
            <a:endParaRPr sz="1600" b="0" i="0" u="none" strike="noStrike" cap="none">
              <a:solidFill>
                <a:schemeClr val="lt1"/>
              </a:solidFill>
              <a:latin typeface="Arial"/>
              <a:ea typeface="Arial"/>
              <a:cs typeface="Arial"/>
              <a:sym typeface="Arial"/>
            </a:endParaRPr>
          </a:p>
          <a:p>
            <a:pPr marL="0" marR="0" lvl="0" indent="0" algn="l" rtl="0">
              <a:lnSpc>
                <a:spcPct val="95000"/>
              </a:lnSpc>
              <a:spcBef>
                <a:spcPts val="1200"/>
              </a:spcBef>
              <a:spcAft>
                <a:spcPts val="0"/>
              </a:spcAft>
              <a:buClr>
                <a:srgbClr val="000000"/>
              </a:buClr>
              <a:buSzPts val="1600"/>
              <a:buFont typeface="Arial"/>
              <a:buNone/>
            </a:pPr>
            <a:r>
              <a:rPr lang="en-US" sz="1600" b="1" i="0" u="none" strike="noStrike" cap="none">
                <a:solidFill>
                  <a:schemeClr val="accent3"/>
                </a:solidFill>
                <a:latin typeface="Arial"/>
                <a:ea typeface="Arial"/>
                <a:cs typeface="Arial"/>
                <a:sym typeface="Arial"/>
              </a:rPr>
              <a:t>TraceLink Follow-U</a:t>
            </a:r>
            <a:r>
              <a:rPr lang="en-US" sz="1600" b="0" i="0" u="none" strike="noStrike" cap="none">
                <a:solidFill>
                  <a:schemeClr val="accent3"/>
                </a:solidFill>
                <a:latin typeface="Arial"/>
                <a:ea typeface="Arial"/>
                <a:cs typeface="Arial"/>
                <a:sym typeface="Arial"/>
              </a:rPr>
              <a:t>p: </a:t>
            </a:r>
            <a:r>
              <a:rPr lang="en-US" sz="1600" b="0" i="0" u="none" strike="noStrike" cap="none">
                <a:solidFill>
                  <a:srgbClr val="FFFFFF"/>
                </a:solidFill>
                <a:latin typeface="Arial"/>
                <a:ea typeface="Arial"/>
                <a:cs typeface="Arial"/>
                <a:sym typeface="Arial"/>
              </a:rPr>
              <a:t>We will share today’s materials with you for internal review</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6"/>
        <p:cNvGrpSpPr/>
        <p:nvPr/>
      </p:nvGrpSpPr>
      <p:grpSpPr>
        <a:xfrm>
          <a:off x="0" y="0"/>
          <a:ext cx="0" cy="0"/>
          <a:chOff x="0" y="0"/>
          <a:chExt cx="0" cy="0"/>
        </a:xfrm>
      </p:grpSpPr>
      <p:sp>
        <p:nvSpPr>
          <p:cNvPr id="1157" name="Google Shape;1157;g290a7fa45b5_0_0"/>
          <p:cNvSpPr txBox="1">
            <a:spLocks noGrp="1"/>
          </p:cNvSpPr>
          <p:nvPr>
            <p:ph type="title"/>
          </p:nvPr>
        </p:nvSpPr>
        <p:spPr>
          <a:xfrm>
            <a:off x="376184" y="467735"/>
            <a:ext cx="4456200" cy="4809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SzPct val="111111"/>
              <a:buNone/>
            </a:pPr>
            <a:r>
              <a:rPr lang="en-US"/>
              <a:t>Appendix</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g290a7fa45b5_0_5"/>
          <p:cNvSpPr txBox="1">
            <a:spLocks noGrp="1"/>
          </p:cNvSpPr>
          <p:nvPr>
            <p:ph type="title"/>
          </p:nvPr>
        </p:nvSpPr>
        <p:spPr>
          <a:xfrm>
            <a:off x="296436" y="13692"/>
            <a:ext cx="8551200" cy="618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6"/>
              </a:buClr>
              <a:buSzPts val="1400"/>
              <a:buNone/>
            </a:pPr>
            <a:r>
              <a:rPr lang="en-US" sz="2100"/>
              <a:t>Digital Recalls Self-Led Training</a:t>
            </a:r>
            <a:endParaRPr/>
          </a:p>
        </p:txBody>
      </p:sp>
      <p:sp>
        <p:nvSpPr>
          <p:cNvPr id="1164" name="Google Shape;1164;g290a7fa45b5_0_5"/>
          <p:cNvSpPr/>
          <p:nvPr/>
        </p:nvSpPr>
        <p:spPr>
          <a:xfrm>
            <a:off x="296436" y="3997107"/>
            <a:ext cx="8503459" cy="839728"/>
          </a:xfrm>
          <a:prstGeom prst="rightArrow">
            <a:avLst>
              <a:gd name="adj1" fmla="val 50000"/>
              <a:gd name="adj2"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lt1"/>
                </a:solidFill>
                <a:latin typeface="Arial"/>
                <a:ea typeface="Arial"/>
                <a:cs typeface="Arial"/>
                <a:sym typeface="Arial"/>
              </a:rPr>
              <a:t>Onboarding Timeline: within 24 hours of receiving Customer’s user location form</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lt1"/>
                </a:solidFill>
                <a:latin typeface="Arial"/>
                <a:ea typeface="Arial"/>
                <a:cs typeface="Arial"/>
                <a:sym typeface="Arial"/>
              </a:rPr>
              <a:t>Implementation Cost $0</a:t>
            </a:r>
            <a:endParaRPr sz="1400" b="0" i="0" u="none" strike="noStrike" cap="none">
              <a:solidFill>
                <a:srgbClr val="000000"/>
              </a:solidFill>
              <a:latin typeface="Arial"/>
              <a:ea typeface="Arial"/>
              <a:cs typeface="Arial"/>
              <a:sym typeface="Arial"/>
            </a:endParaRPr>
          </a:p>
        </p:txBody>
      </p:sp>
      <p:grpSp>
        <p:nvGrpSpPr>
          <p:cNvPr id="1165" name="Google Shape;1165;g290a7fa45b5_0_5"/>
          <p:cNvGrpSpPr/>
          <p:nvPr/>
        </p:nvGrpSpPr>
        <p:grpSpPr>
          <a:xfrm>
            <a:off x="292354" y="490324"/>
            <a:ext cx="8518190" cy="3440669"/>
            <a:chOff x="389803" y="705535"/>
            <a:chExt cx="11357587" cy="4587558"/>
          </a:xfrm>
        </p:grpSpPr>
        <p:sp>
          <p:nvSpPr>
            <p:cNvPr id="1166" name="Google Shape;1166;g290a7fa45b5_0_5"/>
            <p:cNvSpPr/>
            <p:nvPr/>
          </p:nvSpPr>
          <p:spPr>
            <a:xfrm>
              <a:off x="9562682" y="790002"/>
              <a:ext cx="2165068" cy="447800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167" name="Google Shape;1167;g290a7fa45b5_0_5"/>
            <p:cNvSpPr/>
            <p:nvPr/>
          </p:nvSpPr>
          <p:spPr>
            <a:xfrm>
              <a:off x="7279913" y="803352"/>
              <a:ext cx="2171588" cy="59971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168" name="Google Shape;1168;g290a7fa45b5_0_5"/>
            <p:cNvSpPr/>
            <p:nvPr/>
          </p:nvSpPr>
          <p:spPr>
            <a:xfrm>
              <a:off x="2685025" y="784871"/>
              <a:ext cx="2176629" cy="59971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169" name="Google Shape;1169;g290a7fa45b5_0_5"/>
            <p:cNvSpPr/>
            <p:nvPr/>
          </p:nvSpPr>
          <p:spPr>
            <a:xfrm>
              <a:off x="395247" y="784871"/>
              <a:ext cx="2177292" cy="599712"/>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170" name="Google Shape;1170;g290a7fa45b5_0_5"/>
            <p:cNvSpPr/>
            <p:nvPr/>
          </p:nvSpPr>
          <p:spPr>
            <a:xfrm>
              <a:off x="406072" y="809959"/>
              <a:ext cx="2174693" cy="4483134"/>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171" name="Google Shape;1171;g290a7fa45b5_0_5"/>
            <p:cNvSpPr/>
            <p:nvPr/>
          </p:nvSpPr>
          <p:spPr>
            <a:xfrm>
              <a:off x="2686062" y="794497"/>
              <a:ext cx="2174693" cy="4483135"/>
            </a:xfrm>
            <a:prstGeom prst="rect">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172" name="Google Shape;1172;g290a7fa45b5_0_5"/>
            <p:cNvSpPr/>
            <p:nvPr/>
          </p:nvSpPr>
          <p:spPr>
            <a:xfrm>
              <a:off x="4976875" y="794497"/>
              <a:ext cx="2174693" cy="4483135"/>
            </a:xfrm>
            <a:prstGeom prst="rect">
              <a:avLst/>
            </a:prstGeom>
            <a:no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173" name="Google Shape;1173;g290a7fa45b5_0_5"/>
            <p:cNvSpPr/>
            <p:nvPr/>
          </p:nvSpPr>
          <p:spPr>
            <a:xfrm>
              <a:off x="7277315" y="794497"/>
              <a:ext cx="2174693" cy="4483135"/>
            </a:xfrm>
            <a:prstGeom prst="rect">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174" name="Google Shape;1174;g290a7fa45b5_0_5"/>
            <p:cNvSpPr txBox="1"/>
            <p:nvPr/>
          </p:nvSpPr>
          <p:spPr>
            <a:xfrm>
              <a:off x="404875" y="4554337"/>
              <a:ext cx="2165065" cy="44627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75"/>
                <a:buFont typeface="Arial"/>
                <a:buNone/>
              </a:pPr>
              <a:r>
                <a:rPr lang="en-US" sz="1575" b="0" i="0" u="none" strike="noStrike" cap="none">
                  <a:solidFill>
                    <a:schemeClr val="accent6"/>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175" name="Google Shape;1175;g290a7fa45b5_0_5"/>
            <p:cNvSpPr txBox="1"/>
            <p:nvPr/>
          </p:nvSpPr>
          <p:spPr>
            <a:xfrm>
              <a:off x="2687614" y="4556179"/>
              <a:ext cx="2171589" cy="44627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75"/>
                <a:buFont typeface="Arial"/>
                <a:buNone/>
              </a:pPr>
              <a:r>
                <a:rPr lang="en-US" sz="1575" b="0" i="0" u="none" strike="noStrike" cap="none">
                  <a:solidFill>
                    <a:schemeClr val="accent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176" name="Google Shape;1176;g290a7fa45b5_0_5"/>
            <p:cNvSpPr txBox="1"/>
            <p:nvPr/>
          </p:nvSpPr>
          <p:spPr>
            <a:xfrm>
              <a:off x="4998402" y="4561205"/>
              <a:ext cx="2174693" cy="44627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75"/>
                <a:buFont typeface="Arial"/>
                <a:buNone/>
              </a:pPr>
              <a:r>
                <a:rPr lang="en-US" sz="1575" b="0" i="0" u="none" strike="noStrike" cap="none">
                  <a:solidFill>
                    <a:schemeClr val="accent2"/>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177" name="Google Shape;1177;g290a7fa45b5_0_5"/>
            <p:cNvSpPr txBox="1"/>
            <p:nvPr/>
          </p:nvSpPr>
          <p:spPr>
            <a:xfrm>
              <a:off x="7283506" y="4554337"/>
              <a:ext cx="2171589" cy="44627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75"/>
                <a:buFont typeface="Arial"/>
                <a:buNone/>
              </a:pPr>
              <a:r>
                <a:rPr lang="en-US" sz="1575" b="0" i="0" u="none" strike="noStrike" cap="none">
                  <a:solidFill>
                    <a:schemeClr val="accent5"/>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178" name="Google Shape;1178;g290a7fa45b5_0_5"/>
            <p:cNvSpPr/>
            <p:nvPr/>
          </p:nvSpPr>
          <p:spPr>
            <a:xfrm>
              <a:off x="9558500" y="784871"/>
              <a:ext cx="2174693" cy="4483135"/>
            </a:xfrm>
            <a:prstGeom prst="rect">
              <a:avLst/>
            </a:prstGeom>
            <a:no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179" name="Google Shape;1179;g290a7fa45b5_0_5"/>
            <p:cNvSpPr txBox="1"/>
            <p:nvPr/>
          </p:nvSpPr>
          <p:spPr>
            <a:xfrm>
              <a:off x="9572698" y="4555388"/>
              <a:ext cx="2174692" cy="44627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75"/>
                <a:buFont typeface="Arial"/>
                <a:buNone/>
              </a:pPr>
              <a:r>
                <a:rPr lang="en-US" sz="1575" b="0" i="0" u="none" strike="noStrike" cap="none">
                  <a:solidFill>
                    <a:schemeClr val="lt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1180" name="Google Shape;1180;g290a7fa45b5_0_5"/>
            <p:cNvSpPr txBox="1"/>
            <p:nvPr/>
          </p:nvSpPr>
          <p:spPr>
            <a:xfrm>
              <a:off x="389803" y="705535"/>
              <a:ext cx="2152323"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chemeClr val="lt1"/>
                  </a:solidFill>
                  <a:latin typeface="Arial"/>
                  <a:ea typeface="Arial"/>
                  <a:cs typeface="Arial"/>
                  <a:sym typeface="Arial"/>
                </a:rPr>
                <a:t>Contract Signed</a:t>
              </a:r>
              <a:endParaRPr sz="1400" b="0" i="0" u="none" strike="noStrike" cap="none">
                <a:solidFill>
                  <a:srgbClr val="000000"/>
                </a:solidFill>
                <a:latin typeface="Arial"/>
                <a:ea typeface="Arial"/>
                <a:cs typeface="Arial"/>
                <a:sym typeface="Arial"/>
              </a:endParaRPr>
            </a:p>
          </p:txBody>
        </p:sp>
        <p:sp>
          <p:nvSpPr>
            <p:cNvPr id="1181" name="Google Shape;1181;g290a7fa45b5_0_5"/>
            <p:cNvSpPr txBox="1"/>
            <p:nvPr/>
          </p:nvSpPr>
          <p:spPr>
            <a:xfrm>
              <a:off x="2706239" y="869634"/>
              <a:ext cx="2174693"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chemeClr val="lt1"/>
                  </a:solidFill>
                  <a:latin typeface="Arial"/>
                  <a:ea typeface="Arial"/>
                  <a:cs typeface="Arial"/>
                  <a:sym typeface="Arial"/>
                </a:rPr>
                <a:t>Data Collection</a:t>
              </a:r>
              <a:endParaRPr sz="1400" b="0" i="0" u="none" strike="noStrike" cap="none">
                <a:solidFill>
                  <a:srgbClr val="000000"/>
                </a:solidFill>
                <a:latin typeface="Arial"/>
                <a:ea typeface="Arial"/>
                <a:cs typeface="Arial"/>
                <a:sym typeface="Arial"/>
              </a:endParaRPr>
            </a:p>
          </p:txBody>
        </p:sp>
        <p:sp>
          <p:nvSpPr>
            <p:cNvPr id="1182" name="Google Shape;1182;g290a7fa45b5_0_5"/>
            <p:cNvSpPr txBox="1"/>
            <p:nvPr/>
          </p:nvSpPr>
          <p:spPr>
            <a:xfrm>
              <a:off x="7279013" y="882650"/>
              <a:ext cx="2174693"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chemeClr val="lt1"/>
                  </a:solidFill>
                  <a:latin typeface="Arial"/>
                  <a:ea typeface="Arial"/>
                  <a:cs typeface="Arial"/>
                  <a:sym typeface="Arial"/>
                </a:rPr>
                <a:t>User Access</a:t>
              </a:r>
              <a:endParaRPr sz="1400" b="0" i="0" u="none" strike="noStrike" cap="none">
                <a:solidFill>
                  <a:srgbClr val="000000"/>
                </a:solidFill>
                <a:latin typeface="Arial"/>
                <a:ea typeface="Arial"/>
                <a:cs typeface="Arial"/>
                <a:sym typeface="Arial"/>
              </a:endParaRPr>
            </a:p>
          </p:txBody>
        </p:sp>
        <p:sp>
          <p:nvSpPr>
            <p:cNvPr id="1183" name="Google Shape;1183;g290a7fa45b5_0_5"/>
            <p:cNvSpPr txBox="1"/>
            <p:nvPr/>
          </p:nvSpPr>
          <p:spPr>
            <a:xfrm>
              <a:off x="9557869" y="737510"/>
              <a:ext cx="2174693" cy="10464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chemeClr val="lt1"/>
                  </a:solidFill>
                  <a:latin typeface="Arial"/>
                  <a:ea typeface="Arial"/>
                  <a:cs typeface="Arial"/>
                  <a:sym typeface="Arial"/>
                </a:rPr>
                <a:t>Ongoing Recalls Notification</a:t>
              </a:r>
              <a:endParaRPr sz="1400" b="0" i="0" u="none" strike="noStrike" cap="none">
                <a:solidFill>
                  <a:srgbClr val="000000"/>
                </a:solidFill>
                <a:latin typeface="Arial"/>
                <a:ea typeface="Arial"/>
                <a:cs typeface="Arial"/>
                <a:sym typeface="Arial"/>
              </a:endParaRPr>
            </a:p>
          </p:txBody>
        </p:sp>
        <p:sp>
          <p:nvSpPr>
            <p:cNvPr id="1184" name="Google Shape;1184;g290a7fa45b5_0_5"/>
            <p:cNvSpPr txBox="1"/>
            <p:nvPr/>
          </p:nvSpPr>
          <p:spPr>
            <a:xfrm>
              <a:off x="479040" y="2516211"/>
              <a:ext cx="2033684" cy="492443"/>
            </a:xfrm>
            <a:prstGeom prst="rect">
              <a:avLst/>
            </a:prstGeom>
            <a:noFill/>
            <a:ln>
              <a:noFill/>
            </a:ln>
          </p:spPr>
          <p:txBody>
            <a:bodyPr spcFirstLastPara="1" wrap="square" lIns="91425" tIns="45700" rIns="91425" bIns="45700" anchor="t" anchorCtr="0">
              <a:spAutoFit/>
            </a:bodyPr>
            <a:lstStyle/>
            <a:p>
              <a:pPr marL="77153" marR="0" lvl="0" indent="-77153" algn="l" rtl="0">
                <a:lnSpc>
                  <a:spcPct val="100000"/>
                </a:lnSpc>
                <a:spcBef>
                  <a:spcPts val="0"/>
                </a:spcBef>
                <a:spcAft>
                  <a:spcPts val="0"/>
                </a:spcAft>
                <a:buClr>
                  <a:srgbClr val="000000"/>
                </a:buClr>
                <a:buSzPts val="900"/>
                <a:buFont typeface="Arial"/>
                <a:buChar char="•"/>
              </a:pPr>
              <a:r>
                <a:rPr lang="en-US" sz="900" b="0" i="0" u="none" strike="noStrike" cap="none">
                  <a:solidFill>
                    <a:schemeClr val="accent6"/>
                  </a:solidFill>
                  <a:latin typeface="Arial"/>
                  <a:ea typeface="Arial"/>
                  <a:cs typeface="Arial"/>
                  <a:sym typeface="Arial"/>
                </a:rPr>
                <a:t>Customer signs contract for Digital Recalls</a:t>
              </a:r>
              <a:endParaRPr sz="1400" b="0" i="0" u="none" strike="noStrike" cap="none">
                <a:solidFill>
                  <a:srgbClr val="000000"/>
                </a:solidFill>
                <a:latin typeface="Arial"/>
                <a:ea typeface="Arial"/>
                <a:cs typeface="Arial"/>
                <a:sym typeface="Arial"/>
              </a:endParaRPr>
            </a:p>
          </p:txBody>
        </p:sp>
        <p:sp>
          <p:nvSpPr>
            <p:cNvPr id="1185" name="Google Shape;1185;g290a7fa45b5_0_5"/>
            <p:cNvSpPr txBox="1"/>
            <p:nvPr/>
          </p:nvSpPr>
          <p:spPr>
            <a:xfrm>
              <a:off x="2687614" y="2431866"/>
              <a:ext cx="2165100" cy="1970100"/>
            </a:xfrm>
            <a:prstGeom prst="rect">
              <a:avLst/>
            </a:prstGeom>
            <a:noFill/>
            <a:ln>
              <a:noFill/>
            </a:ln>
          </p:spPr>
          <p:txBody>
            <a:bodyPr spcFirstLastPara="1" wrap="square" lIns="91425" tIns="45700" rIns="91425" bIns="45700" anchor="t" anchorCtr="0">
              <a:spAutoFit/>
            </a:bodyPr>
            <a:lstStyle/>
            <a:p>
              <a:pPr marL="75438" marR="0" lvl="0" indent="-75438" algn="l" rtl="0">
                <a:lnSpc>
                  <a:spcPct val="100000"/>
                </a:lnSpc>
                <a:spcBef>
                  <a:spcPts val="0"/>
                </a:spcBef>
                <a:spcAft>
                  <a:spcPts val="0"/>
                </a:spcAft>
                <a:buClr>
                  <a:srgbClr val="000000"/>
                </a:buClr>
                <a:buSzPts val="900"/>
                <a:buFont typeface="Arial"/>
                <a:buChar char="•"/>
              </a:pPr>
              <a:r>
                <a:rPr lang="en-US" sz="900" b="0" i="0" u="none" strike="noStrike" cap="none">
                  <a:solidFill>
                    <a:schemeClr val="accent1"/>
                  </a:solidFill>
                  <a:latin typeface="Arial"/>
                  <a:ea typeface="Arial"/>
                  <a:cs typeface="Arial"/>
                  <a:sym typeface="Arial"/>
                </a:rPr>
                <a:t>TraceLink sends Welcome email</a:t>
              </a:r>
              <a:endParaRPr sz="1400" b="0" i="0" u="none" strike="noStrike" cap="none">
                <a:solidFill>
                  <a:srgbClr val="000000"/>
                </a:solidFill>
                <a:latin typeface="Arial"/>
                <a:ea typeface="Arial"/>
                <a:cs typeface="Arial"/>
                <a:sym typeface="Arial"/>
              </a:endParaRPr>
            </a:p>
            <a:p>
              <a:pPr marL="75438" marR="0" lvl="0" indent="-75438" algn="l" rtl="0">
                <a:lnSpc>
                  <a:spcPct val="100000"/>
                </a:lnSpc>
                <a:spcBef>
                  <a:spcPts val="1080"/>
                </a:spcBef>
                <a:spcAft>
                  <a:spcPts val="0"/>
                </a:spcAft>
                <a:buClr>
                  <a:srgbClr val="000000"/>
                </a:buClr>
                <a:buSzPts val="900"/>
                <a:buFont typeface="Arial"/>
                <a:buChar char="•"/>
              </a:pPr>
              <a:r>
                <a:rPr lang="en-US" sz="900" b="0" i="0" u="none" strike="noStrike" cap="none">
                  <a:solidFill>
                    <a:schemeClr val="accent1"/>
                  </a:solidFill>
                  <a:latin typeface="Arial"/>
                  <a:ea typeface="Arial"/>
                  <a:cs typeface="Arial"/>
                  <a:sym typeface="Arial"/>
                </a:rPr>
                <a:t>TraceLink publishes </a:t>
              </a:r>
              <a:br>
                <a:rPr lang="en-US" sz="900" b="0" i="0" u="none" strike="noStrike" cap="none">
                  <a:solidFill>
                    <a:schemeClr val="accent1"/>
                  </a:solidFill>
                  <a:latin typeface="Arial"/>
                  <a:ea typeface="Arial"/>
                  <a:cs typeface="Arial"/>
                  <a:sym typeface="Arial"/>
                </a:rPr>
              </a:br>
              <a:r>
                <a:rPr lang="en-US" sz="900" b="0" i="0" u="none" strike="noStrike" cap="none">
                  <a:solidFill>
                    <a:schemeClr val="accent1"/>
                  </a:solidFill>
                  <a:latin typeface="Arial"/>
                  <a:ea typeface="Arial"/>
                  <a:cs typeface="Arial"/>
                  <a:sym typeface="Arial"/>
                </a:rPr>
                <a:t>Recalls service </a:t>
              </a:r>
              <a:endParaRPr sz="1400" b="0" i="0" u="none" strike="noStrike" cap="none">
                <a:solidFill>
                  <a:srgbClr val="000000"/>
                </a:solidFill>
                <a:latin typeface="Arial"/>
                <a:ea typeface="Arial"/>
                <a:cs typeface="Arial"/>
                <a:sym typeface="Arial"/>
              </a:endParaRPr>
            </a:p>
            <a:p>
              <a:pPr marL="75438" marR="0" lvl="0" indent="-75438" algn="l" rtl="0">
                <a:lnSpc>
                  <a:spcPct val="100000"/>
                </a:lnSpc>
                <a:spcBef>
                  <a:spcPts val="1080"/>
                </a:spcBef>
                <a:spcAft>
                  <a:spcPts val="0"/>
                </a:spcAft>
                <a:buClr>
                  <a:srgbClr val="000000"/>
                </a:buClr>
                <a:buSzPts val="900"/>
                <a:buFont typeface="Arial"/>
                <a:buChar char="•"/>
              </a:pPr>
              <a:r>
                <a:rPr lang="en-US" sz="900" b="0" i="0" u="none" strike="noStrike" cap="none">
                  <a:solidFill>
                    <a:schemeClr val="accent1"/>
                  </a:solidFill>
                  <a:latin typeface="Arial"/>
                  <a:ea typeface="Arial"/>
                  <a:cs typeface="Arial"/>
                  <a:sym typeface="Arial"/>
                </a:rPr>
                <a:t>Professional Services works with customer to assign a user to each location</a:t>
              </a:r>
              <a:endParaRPr sz="1400" b="0" i="0" u="none" strike="noStrike" cap="none">
                <a:solidFill>
                  <a:srgbClr val="000000"/>
                </a:solidFill>
                <a:latin typeface="Arial"/>
                <a:ea typeface="Arial"/>
                <a:cs typeface="Arial"/>
                <a:sym typeface="Arial"/>
              </a:endParaRPr>
            </a:p>
          </p:txBody>
        </p:sp>
        <p:sp>
          <p:nvSpPr>
            <p:cNvPr id="1186" name="Google Shape;1186;g290a7fa45b5_0_5"/>
            <p:cNvSpPr txBox="1"/>
            <p:nvPr/>
          </p:nvSpPr>
          <p:spPr>
            <a:xfrm>
              <a:off x="5008027" y="2516211"/>
              <a:ext cx="2165068" cy="2345941"/>
            </a:xfrm>
            <a:prstGeom prst="rect">
              <a:avLst/>
            </a:prstGeom>
            <a:noFill/>
            <a:ln>
              <a:noFill/>
            </a:ln>
          </p:spPr>
          <p:txBody>
            <a:bodyPr spcFirstLastPara="1" wrap="square" lIns="91425" tIns="45700" rIns="91425" bIns="45700" anchor="t" anchorCtr="0">
              <a:spAutoFit/>
            </a:bodyPr>
            <a:lstStyle/>
            <a:p>
              <a:pPr marL="75438" marR="0" lvl="0" indent="-75438" algn="l" rtl="0">
                <a:lnSpc>
                  <a:spcPct val="100000"/>
                </a:lnSpc>
                <a:spcBef>
                  <a:spcPts val="0"/>
                </a:spcBef>
                <a:spcAft>
                  <a:spcPts val="0"/>
                </a:spcAft>
                <a:buClr>
                  <a:srgbClr val="000000"/>
                </a:buClr>
                <a:buSzPts val="900"/>
                <a:buFont typeface="Arial"/>
                <a:buChar char="•"/>
              </a:pPr>
              <a:r>
                <a:rPr lang="en-US" sz="900" b="0" i="0" u="none" strike="noStrike" cap="none">
                  <a:solidFill>
                    <a:schemeClr val="accent2"/>
                  </a:solidFill>
                  <a:latin typeface="Arial"/>
                  <a:ea typeface="Arial"/>
                  <a:cs typeface="Arial"/>
                  <a:sym typeface="Arial"/>
                </a:rPr>
                <a:t>Professional Services setups Digital Recalls services for each location</a:t>
              </a:r>
              <a:endParaRPr sz="1400" b="0" i="0" u="none" strike="noStrike" cap="none">
                <a:solidFill>
                  <a:srgbClr val="000000"/>
                </a:solidFill>
                <a:latin typeface="Arial"/>
                <a:ea typeface="Arial"/>
                <a:cs typeface="Arial"/>
                <a:sym typeface="Arial"/>
              </a:endParaRPr>
            </a:p>
            <a:p>
              <a:pPr marL="75438" marR="0" lvl="0" indent="-75438" algn="l" rtl="0">
                <a:lnSpc>
                  <a:spcPct val="100000"/>
                </a:lnSpc>
                <a:spcBef>
                  <a:spcPts val="1080"/>
                </a:spcBef>
                <a:spcAft>
                  <a:spcPts val="0"/>
                </a:spcAft>
                <a:buClr>
                  <a:srgbClr val="000000"/>
                </a:buClr>
                <a:buSzPts val="900"/>
                <a:buFont typeface="Arial"/>
                <a:buChar char="•"/>
              </a:pPr>
              <a:r>
                <a:rPr lang="en-US" sz="900" b="0" i="0" u="none" strike="noStrike" cap="none">
                  <a:solidFill>
                    <a:schemeClr val="accent2"/>
                  </a:solidFill>
                  <a:latin typeface="Arial"/>
                  <a:ea typeface="Arial"/>
                  <a:cs typeface="Arial"/>
                  <a:sym typeface="Arial"/>
                </a:rPr>
                <a:t>Professional Services enables email notifications of ongoing recalls for users</a:t>
              </a:r>
              <a:endParaRPr sz="1400" b="0" i="0" u="none" strike="noStrike" cap="none">
                <a:solidFill>
                  <a:srgbClr val="000000"/>
                </a:solidFill>
                <a:latin typeface="Arial"/>
                <a:ea typeface="Arial"/>
                <a:cs typeface="Arial"/>
                <a:sym typeface="Arial"/>
              </a:endParaRPr>
            </a:p>
            <a:p>
              <a:pPr marL="75438" marR="0" lvl="0" indent="-75438" algn="l" rtl="0">
                <a:lnSpc>
                  <a:spcPct val="100000"/>
                </a:lnSpc>
                <a:spcBef>
                  <a:spcPts val="1080"/>
                </a:spcBef>
                <a:spcAft>
                  <a:spcPts val="0"/>
                </a:spcAft>
                <a:buClr>
                  <a:srgbClr val="000000"/>
                </a:buClr>
                <a:buSzPts val="900"/>
                <a:buFont typeface="Arial"/>
                <a:buChar char="•"/>
              </a:pPr>
              <a:r>
                <a:rPr lang="en-US" sz="900" b="0" i="0" u="none" strike="noStrike" cap="none">
                  <a:solidFill>
                    <a:schemeClr val="accent2"/>
                  </a:solidFill>
                  <a:latin typeface="Arial"/>
                  <a:ea typeface="Arial"/>
                  <a:cs typeface="Arial"/>
                  <a:sym typeface="Arial"/>
                </a:rPr>
                <a:t>Professional Services sends training material to Customer</a:t>
              </a:r>
              <a:endParaRPr sz="1400" b="0" i="0" u="none" strike="noStrike" cap="none">
                <a:solidFill>
                  <a:srgbClr val="000000"/>
                </a:solidFill>
                <a:latin typeface="Arial"/>
                <a:ea typeface="Arial"/>
                <a:cs typeface="Arial"/>
                <a:sym typeface="Arial"/>
              </a:endParaRPr>
            </a:p>
          </p:txBody>
        </p:sp>
        <p:sp>
          <p:nvSpPr>
            <p:cNvPr id="1187" name="Google Shape;1187;g290a7fa45b5_0_5"/>
            <p:cNvSpPr txBox="1"/>
            <p:nvPr/>
          </p:nvSpPr>
          <p:spPr>
            <a:xfrm>
              <a:off x="7318718" y="2516211"/>
              <a:ext cx="2165068" cy="1856918"/>
            </a:xfrm>
            <a:prstGeom prst="rect">
              <a:avLst/>
            </a:prstGeom>
            <a:noFill/>
            <a:ln>
              <a:noFill/>
            </a:ln>
          </p:spPr>
          <p:txBody>
            <a:bodyPr spcFirstLastPara="1" wrap="square" lIns="91425" tIns="45700" rIns="91425" bIns="45700" anchor="t" anchorCtr="0">
              <a:spAutoFit/>
            </a:bodyPr>
            <a:lstStyle/>
            <a:p>
              <a:pPr marL="75438" marR="0" lvl="0" indent="-75438" algn="l" rtl="0">
                <a:lnSpc>
                  <a:spcPct val="100000"/>
                </a:lnSpc>
                <a:spcBef>
                  <a:spcPts val="0"/>
                </a:spcBef>
                <a:spcAft>
                  <a:spcPts val="0"/>
                </a:spcAft>
                <a:buClr>
                  <a:srgbClr val="000000"/>
                </a:buClr>
                <a:buSzPts val="900"/>
                <a:buFont typeface="Arial"/>
                <a:buChar char="•"/>
              </a:pPr>
              <a:r>
                <a:rPr lang="en-US" sz="900" b="0" i="0" u="none" strike="noStrike" cap="none">
                  <a:solidFill>
                    <a:schemeClr val="accent5"/>
                  </a:solidFill>
                  <a:latin typeface="Arial"/>
                  <a:ea typeface="Arial"/>
                  <a:cs typeface="Arial"/>
                  <a:sym typeface="Arial"/>
                </a:rPr>
                <a:t>Customer receives emails for ongoing recalls</a:t>
              </a:r>
              <a:endParaRPr sz="1400" b="0" i="0" u="none" strike="noStrike" cap="none">
                <a:solidFill>
                  <a:srgbClr val="000000"/>
                </a:solidFill>
                <a:latin typeface="Arial"/>
                <a:ea typeface="Arial"/>
                <a:cs typeface="Arial"/>
                <a:sym typeface="Arial"/>
              </a:endParaRPr>
            </a:p>
            <a:p>
              <a:pPr marL="75438" marR="0" lvl="0" indent="-75438" algn="l" rtl="0">
                <a:lnSpc>
                  <a:spcPct val="100000"/>
                </a:lnSpc>
                <a:spcBef>
                  <a:spcPts val="450"/>
                </a:spcBef>
                <a:spcAft>
                  <a:spcPts val="0"/>
                </a:spcAft>
                <a:buClr>
                  <a:srgbClr val="000000"/>
                </a:buClr>
                <a:buSzPts val="900"/>
                <a:buFont typeface="Arial"/>
                <a:buChar char="•"/>
              </a:pPr>
              <a:r>
                <a:rPr lang="en-US" sz="900" b="0" i="0" u="none" strike="noStrike" cap="none">
                  <a:solidFill>
                    <a:schemeClr val="accent5"/>
                  </a:solidFill>
                  <a:latin typeface="Arial"/>
                  <a:ea typeface="Arial"/>
                  <a:cs typeface="Arial"/>
                  <a:sym typeface="Arial"/>
                </a:rPr>
                <a:t>Customer reviews recalls notices details in application</a:t>
              </a:r>
              <a:endParaRPr sz="1400" b="0" i="0" u="none" strike="noStrike" cap="none">
                <a:solidFill>
                  <a:srgbClr val="000000"/>
                </a:solidFill>
                <a:latin typeface="Arial"/>
                <a:ea typeface="Arial"/>
                <a:cs typeface="Arial"/>
                <a:sym typeface="Arial"/>
              </a:endParaRPr>
            </a:p>
            <a:p>
              <a:pPr marL="75438" marR="0" lvl="0" indent="-75438" algn="l" rtl="0">
                <a:lnSpc>
                  <a:spcPct val="100000"/>
                </a:lnSpc>
                <a:spcBef>
                  <a:spcPts val="450"/>
                </a:spcBef>
                <a:spcAft>
                  <a:spcPts val="0"/>
                </a:spcAft>
                <a:buClr>
                  <a:srgbClr val="000000"/>
                </a:buClr>
                <a:buSzPts val="900"/>
                <a:buFont typeface="Arial"/>
                <a:buChar char="•"/>
              </a:pPr>
              <a:r>
                <a:rPr lang="en-US" sz="900" b="0" i="0" u="none" strike="noStrike" cap="none">
                  <a:solidFill>
                    <a:schemeClr val="accent5"/>
                  </a:solidFill>
                  <a:latin typeface="Arial"/>
                  <a:ea typeface="Arial"/>
                  <a:cs typeface="Arial"/>
                  <a:sym typeface="Arial"/>
                </a:rPr>
                <a:t>Customer responds to recall (optional)</a:t>
              </a:r>
              <a:endParaRPr sz="1400" b="0" i="0" u="none" strike="noStrike" cap="none">
                <a:solidFill>
                  <a:srgbClr val="000000"/>
                </a:solidFill>
                <a:latin typeface="Arial"/>
                <a:ea typeface="Arial"/>
                <a:cs typeface="Arial"/>
                <a:sym typeface="Arial"/>
              </a:endParaRPr>
            </a:p>
            <a:p>
              <a:pPr marL="75438" marR="0" lvl="0" indent="-18288" algn="l" rtl="0">
                <a:lnSpc>
                  <a:spcPct val="100000"/>
                </a:lnSpc>
                <a:spcBef>
                  <a:spcPts val="450"/>
                </a:spcBef>
                <a:spcAft>
                  <a:spcPts val="0"/>
                </a:spcAft>
                <a:buClr>
                  <a:srgbClr val="000000"/>
                </a:buClr>
                <a:buSzPts val="900"/>
                <a:buFont typeface="Arial"/>
                <a:buNone/>
              </a:pPr>
              <a:endParaRPr sz="900" b="0" i="0" u="none" strike="noStrike" cap="none">
                <a:solidFill>
                  <a:schemeClr val="accent5"/>
                </a:solidFill>
                <a:latin typeface="Arial"/>
                <a:ea typeface="Arial"/>
                <a:cs typeface="Arial"/>
                <a:sym typeface="Arial"/>
              </a:endParaRPr>
            </a:p>
          </p:txBody>
        </p:sp>
        <p:sp>
          <p:nvSpPr>
            <p:cNvPr id="1188" name="Google Shape;1188;g290a7fa45b5_0_5"/>
            <p:cNvSpPr/>
            <p:nvPr/>
          </p:nvSpPr>
          <p:spPr>
            <a:xfrm>
              <a:off x="1052514" y="1581224"/>
              <a:ext cx="856026" cy="856026"/>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189" name="Google Shape;1189;g290a7fa45b5_0_5"/>
            <p:cNvSpPr/>
            <p:nvPr/>
          </p:nvSpPr>
          <p:spPr>
            <a:xfrm>
              <a:off x="3342135" y="1576243"/>
              <a:ext cx="856026" cy="85602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190" name="Google Shape;1190;g290a7fa45b5_0_5"/>
            <p:cNvSpPr/>
            <p:nvPr/>
          </p:nvSpPr>
          <p:spPr>
            <a:xfrm>
              <a:off x="5605358" y="1585357"/>
              <a:ext cx="856026" cy="856026"/>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191" name="Google Shape;1191;g290a7fa45b5_0_5"/>
            <p:cNvSpPr/>
            <p:nvPr/>
          </p:nvSpPr>
          <p:spPr>
            <a:xfrm>
              <a:off x="7956009" y="1583030"/>
              <a:ext cx="856026" cy="8560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192" name="Google Shape;1192;g290a7fa45b5_0_5"/>
            <p:cNvSpPr/>
            <p:nvPr/>
          </p:nvSpPr>
          <p:spPr>
            <a:xfrm>
              <a:off x="10253824" y="1750285"/>
              <a:ext cx="856026" cy="856026"/>
            </a:xfrm>
            <a:prstGeom prst="ellipse">
              <a:avLst/>
            </a:prstGeom>
            <a:solidFill>
              <a:schemeClr val="accent4"/>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pic>
          <p:nvPicPr>
            <p:cNvPr id="1193" name="Google Shape;1193;g290a7fa45b5_0_5"/>
            <p:cNvPicPr preferRelativeResize="0"/>
            <p:nvPr/>
          </p:nvPicPr>
          <p:blipFill rotWithShape="1">
            <a:blip r:embed="rId3">
              <a:alphaModFix/>
            </a:blip>
            <a:srcRect/>
            <a:stretch/>
          </p:blipFill>
          <p:spPr>
            <a:xfrm>
              <a:off x="1167794" y="1700343"/>
              <a:ext cx="582451" cy="571956"/>
            </a:xfrm>
            <a:prstGeom prst="rect">
              <a:avLst/>
            </a:prstGeom>
            <a:noFill/>
            <a:ln>
              <a:noFill/>
            </a:ln>
          </p:spPr>
        </p:pic>
        <p:grpSp>
          <p:nvGrpSpPr>
            <p:cNvPr id="1194" name="Google Shape;1194;g290a7fa45b5_0_5"/>
            <p:cNvGrpSpPr/>
            <p:nvPr/>
          </p:nvGrpSpPr>
          <p:grpSpPr>
            <a:xfrm>
              <a:off x="3488595" y="1646863"/>
              <a:ext cx="474453" cy="871350"/>
              <a:chOff x="4598372" y="1894495"/>
              <a:chExt cx="474453" cy="871350"/>
            </a:xfrm>
          </p:grpSpPr>
          <p:pic>
            <p:nvPicPr>
              <p:cNvPr id="1195" name="Google Shape;1195;g290a7fa45b5_0_5" descr="A close up of a logo&#10;&#10;Description automatically generated"/>
              <p:cNvPicPr preferRelativeResize="0"/>
              <p:nvPr/>
            </p:nvPicPr>
            <p:blipFill rotWithShape="1">
              <a:blip r:embed="rId4">
                <a:alphaModFix/>
              </a:blip>
              <a:srcRect/>
              <a:stretch/>
            </p:blipFill>
            <p:spPr>
              <a:xfrm>
                <a:off x="4660045" y="2232132"/>
                <a:ext cx="366463" cy="533713"/>
              </a:xfrm>
              <a:prstGeom prst="rect">
                <a:avLst/>
              </a:prstGeom>
              <a:noFill/>
              <a:ln>
                <a:noFill/>
              </a:ln>
            </p:spPr>
          </p:pic>
          <p:sp>
            <p:nvSpPr>
              <p:cNvPr id="1196" name="Google Shape;1196;g290a7fa45b5_0_5"/>
              <p:cNvSpPr txBox="1"/>
              <p:nvPr/>
            </p:nvSpPr>
            <p:spPr>
              <a:xfrm>
                <a:off x="4598372" y="1951664"/>
                <a:ext cx="188732" cy="2923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n-US" sz="825" b="0" i="0" u="none" strike="noStrike" cap="none">
                    <a:solidFill>
                      <a:schemeClr val="l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197" name="Google Shape;1197;g290a7fa45b5_0_5"/>
              <p:cNvSpPr txBox="1"/>
              <p:nvPr/>
            </p:nvSpPr>
            <p:spPr>
              <a:xfrm>
                <a:off x="4748911" y="1894495"/>
                <a:ext cx="188732" cy="2923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n-US" sz="825" b="0" i="0" u="none" strike="noStrike" cap="none">
                    <a:solidFill>
                      <a:schemeClr val="l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198" name="Google Shape;1198;g290a7fa45b5_0_5"/>
              <p:cNvSpPr txBox="1"/>
              <p:nvPr/>
            </p:nvSpPr>
            <p:spPr>
              <a:xfrm>
                <a:off x="4884093" y="2021910"/>
                <a:ext cx="188732" cy="2923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n-US" sz="825" b="0" i="0" u="none" strike="noStrike" cap="none">
                    <a:solidFill>
                      <a:schemeClr val="l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grpSp>
        <p:pic>
          <p:nvPicPr>
            <p:cNvPr id="1199" name="Google Shape;1199;g290a7fa45b5_0_5" descr="A picture containing building, drawing&#10;&#10;Description automatically generated"/>
            <p:cNvPicPr preferRelativeResize="0"/>
            <p:nvPr/>
          </p:nvPicPr>
          <p:blipFill rotWithShape="1">
            <a:blip r:embed="rId5">
              <a:alphaModFix/>
            </a:blip>
            <a:srcRect/>
            <a:stretch/>
          </p:blipFill>
          <p:spPr>
            <a:xfrm>
              <a:off x="5759154" y="1828157"/>
              <a:ext cx="510069" cy="370425"/>
            </a:xfrm>
            <a:prstGeom prst="rect">
              <a:avLst/>
            </a:prstGeom>
            <a:noFill/>
            <a:ln>
              <a:noFill/>
            </a:ln>
          </p:spPr>
        </p:pic>
        <p:pic>
          <p:nvPicPr>
            <p:cNvPr id="1200" name="Google Shape;1200;g290a7fa45b5_0_5" descr="A picture containing drawing, light&#10;&#10;Description automatically generated"/>
            <p:cNvPicPr preferRelativeResize="0"/>
            <p:nvPr/>
          </p:nvPicPr>
          <p:blipFill rotWithShape="1">
            <a:blip r:embed="rId6">
              <a:alphaModFix/>
            </a:blip>
            <a:srcRect/>
            <a:stretch/>
          </p:blipFill>
          <p:spPr>
            <a:xfrm>
              <a:off x="10378962" y="1938103"/>
              <a:ext cx="604385" cy="499275"/>
            </a:xfrm>
            <a:prstGeom prst="rect">
              <a:avLst/>
            </a:prstGeom>
            <a:noFill/>
            <a:ln>
              <a:noFill/>
            </a:ln>
          </p:spPr>
        </p:pic>
        <p:pic>
          <p:nvPicPr>
            <p:cNvPr id="1201" name="Google Shape;1201;g290a7fa45b5_0_5" descr="A picture containing drawing&#10;&#10;Description automatically generated"/>
            <p:cNvPicPr preferRelativeResize="0"/>
            <p:nvPr/>
          </p:nvPicPr>
          <p:blipFill rotWithShape="1">
            <a:blip r:embed="rId7">
              <a:alphaModFix/>
            </a:blip>
            <a:srcRect/>
            <a:stretch/>
          </p:blipFill>
          <p:spPr>
            <a:xfrm>
              <a:off x="8183050" y="1750285"/>
              <a:ext cx="384787" cy="523532"/>
            </a:xfrm>
            <a:prstGeom prst="rect">
              <a:avLst/>
            </a:prstGeom>
            <a:noFill/>
            <a:ln>
              <a:noFill/>
            </a:ln>
          </p:spPr>
        </p:pic>
        <p:grpSp>
          <p:nvGrpSpPr>
            <p:cNvPr id="1202" name="Google Shape;1202;g290a7fa45b5_0_5"/>
            <p:cNvGrpSpPr/>
            <p:nvPr/>
          </p:nvGrpSpPr>
          <p:grpSpPr>
            <a:xfrm>
              <a:off x="1181548" y="4978222"/>
              <a:ext cx="592466" cy="86647"/>
              <a:chOff x="779647" y="1104065"/>
              <a:chExt cx="592466" cy="86647"/>
            </a:xfrm>
          </p:grpSpPr>
          <p:sp>
            <p:nvSpPr>
              <p:cNvPr id="1203" name="Google Shape;1203;g290a7fa45b5_0_5"/>
              <p:cNvSpPr/>
              <p:nvPr/>
            </p:nvSpPr>
            <p:spPr>
              <a:xfrm>
                <a:off x="779647" y="1104191"/>
                <a:ext cx="83953" cy="83953"/>
              </a:xfrm>
              <a:prstGeom prst="ellipse">
                <a:avLst/>
              </a:prstGeom>
              <a:solidFill>
                <a:schemeClr val="accent6"/>
              </a:solidFill>
              <a:ln w="25400" cap="flat" cmpd="sng">
                <a:solidFill>
                  <a:srgbClr val="01473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04" name="Google Shape;1204;g290a7fa45b5_0_5"/>
              <p:cNvSpPr/>
              <p:nvPr/>
            </p:nvSpPr>
            <p:spPr>
              <a:xfrm>
                <a:off x="905942" y="1106660"/>
                <a:ext cx="83953" cy="83953"/>
              </a:xfrm>
              <a:prstGeom prst="ellipse">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05" name="Google Shape;1205;g290a7fa45b5_0_5"/>
              <p:cNvSpPr/>
              <p:nvPr/>
            </p:nvSpPr>
            <p:spPr>
              <a:xfrm>
                <a:off x="1034556" y="1106759"/>
                <a:ext cx="83953" cy="83953"/>
              </a:xfrm>
              <a:prstGeom prst="ellipse">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06" name="Google Shape;1206;g290a7fa45b5_0_5"/>
              <p:cNvSpPr/>
              <p:nvPr/>
            </p:nvSpPr>
            <p:spPr>
              <a:xfrm>
                <a:off x="1162413" y="1105913"/>
                <a:ext cx="83953" cy="83953"/>
              </a:xfrm>
              <a:prstGeom prst="ellipse">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07" name="Google Shape;1207;g290a7fa45b5_0_5"/>
              <p:cNvSpPr/>
              <p:nvPr/>
            </p:nvSpPr>
            <p:spPr>
              <a:xfrm>
                <a:off x="1288160" y="1104065"/>
                <a:ext cx="83953" cy="83954"/>
              </a:xfrm>
              <a:prstGeom prst="ellipse">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grpSp>
        <p:grpSp>
          <p:nvGrpSpPr>
            <p:cNvPr id="1208" name="Google Shape;1208;g290a7fa45b5_0_5"/>
            <p:cNvGrpSpPr/>
            <p:nvPr/>
          </p:nvGrpSpPr>
          <p:grpSpPr>
            <a:xfrm>
              <a:off x="3483523" y="4977110"/>
              <a:ext cx="592466" cy="86647"/>
              <a:chOff x="779647" y="1104065"/>
              <a:chExt cx="592466" cy="86647"/>
            </a:xfrm>
          </p:grpSpPr>
          <p:sp>
            <p:nvSpPr>
              <p:cNvPr id="1209" name="Google Shape;1209;g290a7fa45b5_0_5"/>
              <p:cNvSpPr/>
              <p:nvPr/>
            </p:nvSpPr>
            <p:spPr>
              <a:xfrm>
                <a:off x="779647" y="1104191"/>
                <a:ext cx="83953" cy="83953"/>
              </a:xfrm>
              <a:prstGeom prst="ellipse">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10" name="Google Shape;1210;g290a7fa45b5_0_5"/>
              <p:cNvSpPr/>
              <p:nvPr/>
            </p:nvSpPr>
            <p:spPr>
              <a:xfrm>
                <a:off x="905942" y="1106660"/>
                <a:ext cx="83953" cy="83953"/>
              </a:xfrm>
              <a:prstGeom prst="ellipse">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11" name="Google Shape;1211;g290a7fa45b5_0_5"/>
              <p:cNvSpPr/>
              <p:nvPr/>
            </p:nvSpPr>
            <p:spPr>
              <a:xfrm>
                <a:off x="1034556" y="1106759"/>
                <a:ext cx="83953" cy="83953"/>
              </a:xfrm>
              <a:prstGeom prst="ellipse">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12" name="Google Shape;1212;g290a7fa45b5_0_5"/>
              <p:cNvSpPr/>
              <p:nvPr/>
            </p:nvSpPr>
            <p:spPr>
              <a:xfrm>
                <a:off x="1162413" y="1105913"/>
                <a:ext cx="83953" cy="83953"/>
              </a:xfrm>
              <a:prstGeom prst="ellipse">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13" name="Google Shape;1213;g290a7fa45b5_0_5"/>
              <p:cNvSpPr/>
              <p:nvPr/>
            </p:nvSpPr>
            <p:spPr>
              <a:xfrm>
                <a:off x="1288160" y="1104065"/>
                <a:ext cx="83953" cy="83953"/>
              </a:xfrm>
              <a:prstGeom prst="ellipse">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grpSp>
        <p:grpSp>
          <p:nvGrpSpPr>
            <p:cNvPr id="1214" name="Google Shape;1214;g290a7fa45b5_0_5"/>
            <p:cNvGrpSpPr/>
            <p:nvPr/>
          </p:nvGrpSpPr>
          <p:grpSpPr>
            <a:xfrm>
              <a:off x="5778462" y="4974462"/>
              <a:ext cx="592466" cy="86647"/>
              <a:chOff x="779647" y="1104065"/>
              <a:chExt cx="592466" cy="86647"/>
            </a:xfrm>
          </p:grpSpPr>
          <p:sp>
            <p:nvSpPr>
              <p:cNvPr id="1215" name="Google Shape;1215;g290a7fa45b5_0_5"/>
              <p:cNvSpPr/>
              <p:nvPr/>
            </p:nvSpPr>
            <p:spPr>
              <a:xfrm>
                <a:off x="779647" y="1104191"/>
                <a:ext cx="83953" cy="83953"/>
              </a:xfrm>
              <a:prstGeom prst="ellipse">
                <a:avLst/>
              </a:prstGeom>
              <a:no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16" name="Google Shape;1216;g290a7fa45b5_0_5"/>
              <p:cNvSpPr/>
              <p:nvPr/>
            </p:nvSpPr>
            <p:spPr>
              <a:xfrm>
                <a:off x="905942" y="1106660"/>
                <a:ext cx="83953" cy="83953"/>
              </a:xfrm>
              <a:prstGeom prst="ellipse">
                <a:avLst/>
              </a:prstGeom>
              <a:no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17" name="Google Shape;1217;g290a7fa45b5_0_5"/>
              <p:cNvSpPr/>
              <p:nvPr/>
            </p:nvSpPr>
            <p:spPr>
              <a:xfrm>
                <a:off x="1034556" y="1106759"/>
                <a:ext cx="83953" cy="83953"/>
              </a:xfrm>
              <a:prstGeom prst="ellipse">
                <a:avLst/>
              </a:prstGeom>
              <a:solidFill>
                <a:schemeClr val="accent2"/>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18" name="Google Shape;1218;g290a7fa45b5_0_5"/>
              <p:cNvSpPr/>
              <p:nvPr/>
            </p:nvSpPr>
            <p:spPr>
              <a:xfrm>
                <a:off x="1162413" y="1105913"/>
                <a:ext cx="83953" cy="83953"/>
              </a:xfrm>
              <a:prstGeom prst="ellipse">
                <a:avLst/>
              </a:prstGeom>
              <a:no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19" name="Google Shape;1219;g290a7fa45b5_0_5"/>
              <p:cNvSpPr/>
              <p:nvPr/>
            </p:nvSpPr>
            <p:spPr>
              <a:xfrm>
                <a:off x="1288160" y="1104065"/>
                <a:ext cx="83953" cy="83953"/>
              </a:xfrm>
              <a:prstGeom prst="ellipse">
                <a:avLst/>
              </a:prstGeom>
              <a:no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grpSp>
        <p:grpSp>
          <p:nvGrpSpPr>
            <p:cNvPr id="1220" name="Google Shape;1220;g290a7fa45b5_0_5"/>
            <p:cNvGrpSpPr/>
            <p:nvPr/>
          </p:nvGrpSpPr>
          <p:grpSpPr>
            <a:xfrm>
              <a:off x="8068427" y="4974856"/>
              <a:ext cx="592466" cy="86647"/>
              <a:chOff x="779647" y="1104065"/>
              <a:chExt cx="592466" cy="86647"/>
            </a:xfrm>
          </p:grpSpPr>
          <p:sp>
            <p:nvSpPr>
              <p:cNvPr id="1221" name="Google Shape;1221;g290a7fa45b5_0_5"/>
              <p:cNvSpPr/>
              <p:nvPr/>
            </p:nvSpPr>
            <p:spPr>
              <a:xfrm>
                <a:off x="779647" y="1104191"/>
                <a:ext cx="83953" cy="83953"/>
              </a:xfrm>
              <a:prstGeom prst="ellipse">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22" name="Google Shape;1222;g290a7fa45b5_0_5"/>
              <p:cNvSpPr/>
              <p:nvPr/>
            </p:nvSpPr>
            <p:spPr>
              <a:xfrm>
                <a:off x="905942" y="1106660"/>
                <a:ext cx="83953" cy="83953"/>
              </a:xfrm>
              <a:prstGeom prst="ellipse">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23" name="Google Shape;1223;g290a7fa45b5_0_5"/>
              <p:cNvSpPr/>
              <p:nvPr/>
            </p:nvSpPr>
            <p:spPr>
              <a:xfrm>
                <a:off x="1034556" y="1106759"/>
                <a:ext cx="83953" cy="83953"/>
              </a:xfrm>
              <a:prstGeom prst="ellipse">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24" name="Google Shape;1224;g290a7fa45b5_0_5"/>
              <p:cNvSpPr/>
              <p:nvPr/>
            </p:nvSpPr>
            <p:spPr>
              <a:xfrm>
                <a:off x="1162413" y="1105913"/>
                <a:ext cx="83953" cy="83953"/>
              </a:xfrm>
              <a:prstGeom prst="ellipse">
                <a:avLst/>
              </a:prstGeom>
              <a:solidFill>
                <a:schemeClr val="accent5"/>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25" name="Google Shape;1225;g290a7fa45b5_0_5"/>
              <p:cNvSpPr/>
              <p:nvPr/>
            </p:nvSpPr>
            <p:spPr>
              <a:xfrm>
                <a:off x="1288160" y="1104065"/>
                <a:ext cx="83953" cy="83953"/>
              </a:xfrm>
              <a:prstGeom prst="ellipse">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grpSp>
        <p:grpSp>
          <p:nvGrpSpPr>
            <p:cNvPr id="1226" name="Google Shape;1226;g290a7fa45b5_0_5"/>
            <p:cNvGrpSpPr/>
            <p:nvPr/>
          </p:nvGrpSpPr>
          <p:grpSpPr>
            <a:xfrm>
              <a:off x="10348331" y="4975362"/>
              <a:ext cx="592466" cy="86812"/>
              <a:chOff x="779647" y="1103900"/>
              <a:chExt cx="592466" cy="86812"/>
            </a:xfrm>
          </p:grpSpPr>
          <p:sp>
            <p:nvSpPr>
              <p:cNvPr id="1227" name="Google Shape;1227;g290a7fa45b5_0_5"/>
              <p:cNvSpPr/>
              <p:nvPr/>
            </p:nvSpPr>
            <p:spPr>
              <a:xfrm>
                <a:off x="779647" y="1103900"/>
                <a:ext cx="83953" cy="83953"/>
              </a:xfrm>
              <a:prstGeom prst="ellipse">
                <a:avLst/>
              </a:prstGeom>
              <a:no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28" name="Google Shape;1228;g290a7fa45b5_0_5"/>
              <p:cNvSpPr/>
              <p:nvPr/>
            </p:nvSpPr>
            <p:spPr>
              <a:xfrm>
                <a:off x="905942" y="1106660"/>
                <a:ext cx="83953" cy="83953"/>
              </a:xfrm>
              <a:prstGeom prst="ellipse">
                <a:avLst/>
              </a:prstGeom>
              <a:no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29" name="Google Shape;1229;g290a7fa45b5_0_5"/>
              <p:cNvSpPr/>
              <p:nvPr/>
            </p:nvSpPr>
            <p:spPr>
              <a:xfrm>
                <a:off x="1034556" y="1106759"/>
                <a:ext cx="83953" cy="83953"/>
              </a:xfrm>
              <a:prstGeom prst="ellipse">
                <a:avLst/>
              </a:prstGeom>
              <a:no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30" name="Google Shape;1230;g290a7fa45b5_0_5"/>
              <p:cNvSpPr/>
              <p:nvPr/>
            </p:nvSpPr>
            <p:spPr>
              <a:xfrm>
                <a:off x="1162413" y="1105913"/>
                <a:ext cx="83953" cy="83953"/>
              </a:xfrm>
              <a:prstGeom prst="ellipse">
                <a:avLst/>
              </a:prstGeom>
              <a:no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31" name="Google Shape;1231;g290a7fa45b5_0_5"/>
              <p:cNvSpPr/>
              <p:nvPr/>
            </p:nvSpPr>
            <p:spPr>
              <a:xfrm>
                <a:off x="1288160" y="1104065"/>
                <a:ext cx="83953" cy="83953"/>
              </a:xfrm>
              <a:prstGeom prst="ellipse">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grpSp>
        <p:sp>
          <p:nvSpPr>
            <p:cNvPr id="1232" name="Google Shape;1232;g290a7fa45b5_0_5"/>
            <p:cNvSpPr/>
            <p:nvPr/>
          </p:nvSpPr>
          <p:spPr>
            <a:xfrm>
              <a:off x="4982362" y="792428"/>
              <a:ext cx="2165068" cy="59971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33" name="Google Shape;1233;g290a7fa45b5_0_5"/>
            <p:cNvSpPr txBox="1"/>
            <p:nvPr/>
          </p:nvSpPr>
          <p:spPr>
            <a:xfrm>
              <a:off x="4980903" y="862076"/>
              <a:ext cx="2174693"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chemeClr val="lt1"/>
                  </a:solidFill>
                  <a:latin typeface="Arial"/>
                  <a:ea typeface="Arial"/>
                  <a:cs typeface="Arial"/>
                  <a:sym typeface="Arial"/>
                </a:rPr>
                <a:t>System Setup</a:t>
              </a:r>
              <a:endParaRPr sz="1400" b="0" i="0" u="none" strike="noStrike" cap="none">
                <a:solidFill>
                  <a:srgbClr val="000000"/>
                </a:solidFill>
                <a:latin typeface="Arial"/>
                <a:ea typeface="Arial"/>
                <a:cs typeface="Arial"/>
                <a:sym typeface="Arial"/>
              </a:endParaRPr>
            </a:p>
          </p:txBody>
        </p:sp>
      </p:grpSp>
      <p:sp>
        <p:nvSpPr>
          <p:cNvPr id="1234" name="Google Shape;1234;g290a7fa45b5_0_5"/>
          <p:cNvSpPr txBox="1"/>
          <p:nvPr/>
        </p:nvSpPr>
        <p:spPr>
          <a:xfrm>
            <a:off x="7138385" y="2014817"/>
            <a:ext cx="1623801" cy="369332"/>
          </a:xfrm>
          <a:prstGeom prst="rect">
            <a:avLst/>
          </a:prstGeom>
          <a:noFill/>
          <a:ln>
            <a:noFill/>
          </a:ln>
        </p:spPr>
        <p:txBody>
          <a:bodyPr spcFirstLastPara="1" wrap="square" lIns="91425" tIns="45700" rIns="91425" bIns="45700" anchor="t" anchorCtr="0">
            <a:spAutoFit/>
          </a:bodyPr>
          <a:lstStyle/>
          <a:p>
            <a:pPr marL="75438" marR="0" lvl="0" indent="-75438" algn="l" rtl="0">
              <a:lnSpc>
                <a:spcPct val="100000"/>
              </a:lnSpc>
              <a:spcBef>
                <a:spcPts val="0"/>
              </a:spcBef>
              <a:spcAft>
                <a:spcPts val="0"/>
              </a:spcAft>
              <a:buClr>
                <a:srgbClr val="000000"/>
              </a:buClr>
              <a:buSzPts val="900"/>
              <a:buFont typeface="Arial"/>
              <a:buChar char="•"/>
            </a:pPr>
            <a:r>
              <a:rPr lang="en-US" sz="900" b="0" i="0" u="none" strike="noStrike" cap="none">
                <a:solidFill>
                  <a:schemeClr val="lt1"/>
                </a:solidFill>
                <a:latin typeface="Arial"/>
                <a:ea typeface="Arial"/>
                <a:cs typeface="Arial"/>
                <a:sym typeface="Arial"/>
              </a:rPr>
              <a:t>HOST services to support question/issues </a:t>
            </a:r>
            <a:endParaRPr sz="1400" b="0" i="0" u="none" strike="noStrike" cap="none">
              <a:solidFill>
                <a:srgbClr val="000000"/>
              </a:solidFill>
              <a:latin typeface="Arial"/>
              <a:ea typeface="Arial"/>
              <a:cs typeface="Arial"/>
              <a:sym typeface="Arial"/>
            </a:endParaRPr>
          </a:p>
        </p:txBody>
      </p:sp>
    </p:spTree>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g290a7fa45b5_0_309"/>
          <p:cNvSpPr txBox="1">
            <a:spLocks noGrp="1"/>
          </p:cNvSpPr>
          <p:nvPr>
            <p:ph type="title"/>
          </p:nvPr>
        </p:nvSpPr>
        <p:spPr>
          <a:xfrm>
            <a:off x="296436" y="13692"/>
            <a:ext cx="8551200" cy="618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accent6"/>
              </a:buClr>
              <a:buSzPts val="1400"/>
              <a:buNone/>
            </a:pPr>
            <a:r>
              <a:rPr lang="en-US" sz="2100"/>
              <a:t>Digital Recalls Instructor Led Training</a:t>
            </a:r>
            <a:endParaRPr/>
          </a:p>
        </p:txBody>
      </p:sp>
      <p:sp>
        <p:nvSpPr>
          <p:cNvPr id="1241" name="Google Shape;1241;g290a7fa45b5_0_309"/>
          <p:cNvSpPr/>
          <p:nvPr/>
        </p:nvSpPr>
        <p:spPr>
          <a:xfrm>
            <a:off x="296436" y="3997107"/>
            <a:ext cx="8503459" cy="839728"/>
          </a:xfrm>
          <a:prstGeom prst="rightArrow">
            <a:avLst>
              <a:gd name="adj1" fmla="val 50000"/>
              <a:gd name="adj2"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lt1"/>
                </a:solidFill>
                <a:latin typeface="Arial"/>
                <a:ea typeface="Arial"/>
                <a:cs typeface="Arial"/>
                <a:sym typeface="Arial"/>
              </a:rPr>
              <a:t>Onboarding Timeline 20-45 Days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lt1"/>
                </a:solidFill>
                <a:latin typeface="Arial"/>
                <a:ea typeface="Arial"/>
                <a:cs typeface="Arial"/>
                <a:sym typeface="Arial"/>
              </a:rPr>
              <a:t>Implementation Cost: Tier 1-2 $1,500, Tier 3-4 scoped separately </a:t>
            </a:r>
            <a:endParaRPr sz="1400" b="0" i="0" u="none" strike="noStrike" cap="none">
              <a:solidFill>
                <a:srgbClr val="000000"/>
              </a:solidFill>
              <a:latin typeface="Arial"/>
              <a:ea typeface="Arial"/>
              <a:cs typeface="Arial"/>
              <a:sym typeface="Arial"/>
            </a:endParaRPr>
          </a:p>
        </p:txBody>
      </p:sp>
      <p:grpSp>
        <p:nvGrpSpPr>
          <p:cNvPr id="1242" name="Google Shape;1242;g290a7fa45b5_0_309"/>
          <p:cNvGrpSpPr/>
          <p:nvPr/>
        </p:nvGrpSpPr>
        <p:grpSpPr>
          <a:xfrm>
            <a:off x="292354" y="490324"/>
            <a:ext cx="8518190" cy="3440669"/>
            <a:chOff x="389803" y="705535"/>
            <a:chExt cx="11357587" cy="4587558"/>
          </a:xfrm>
        </p:grpSpPr>
        <p:sp>
          <p:nvSpPr>
            <p:cNvPr id="1243" name="Google Shape;1243;g290a7fa45b5_0_309"/>
            <p:cNvSpPr/>
            <p:nvPr/>
          </p:nvSpPr>
          <p:spPr>
            <a:xfrm>
              <a:off x="9562682" y="790002"/>
              <a:ext cx="2165068" cy="447800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44" name="Google Shape;1244;g290a7fa45b5_0_309"/>
            <p:cNvSpPr/>
            <p:nvPr/>
          </p:nvSpPr>
          <p:spPr>
            <a:xfrm>
              <a:off x="7279913" y="803352"/>
              <a:ext cx="2171588" cy="59971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45" name="Google Shape;1245;g290a7fa45b5_0_309"/>
            <p:cNvSpPr/>
            <p:nvPr/>
          </p:nvSpPr>
          <p:spPr>
            <a:xfrm>
              <a:off x="2685025" y="784871"/>
              <a:ext cx="2176629" cy="59971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46" name="Google Shape;1246;g290a7fa45b5_0_309"/>
            <p:cNvSpPr/>
            <p:nvPr/>
          </p:nvSpPr>
          <p:spPr>
            <a:xfrm>
              <a:off x="395247" y="784871"/>
              <a:ext cx="2177292" cy="599712"/>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47" name="Google Shape;1247;g290a7fa45b5_0_309"/>
            <p:cNvSpPr/>
            <p:nvPr/>
          </p:nvSpPr>
          <p:spPr>
            <a:xfrm>
              <a:off x="406072" y="809959"/>
              <a:ext cx="2174693" cy="4483134"/>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48" name="Google Shape;1248;g290a7fa45b5_0_309"/>
            <p:cNvSpPr/>
            <p:nvPr/>
          </p:nvSpPr>
          <p:spPr>
            <a:xfrm>
              <a:off x="2686062" y="784822"/>
              <a:ext cx="2174693" cy="4483135"/>
            </a:xfrm>
            <a:prstGeom prst="rect">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49" name="Google Shape;1249;g290a7fa45b5_0_309"/>
            <p:cNvSpPr/>
            <p:nvPr/>
          </p:nvSpPr>
          <p:spPr>
            <a:xfrm>
              <a:off x="4976875" y="794497"/>
              <a:ext cx="2174693" cy="4483135"/>
            </a:xfrm>
            <a:prstGeom prst="rect">
              <a:avLst/>
            </a:prstGeom>
            <a:no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50" name="Google Shape;1250;g290a7fa45b5_0_309"/>
            <p:cNvSpPr/>
            <p:nvPr/>
          </p:nvSpPr>
          <p:spPr>
            <a:xfrm>
              <a:off x="7277315" y="794497"/>
              <a:ext cx="2174693" cy="4483135"/>
            </a:xfrm>
            <a:prstGeom prst="rect">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51" name="Google Shape;1251;g290a7fa45b5_0_309"/>
            <p:cNvSpPr txBox="1"/>
            <p:nvPr/>
          </p:nvSpPr>
          <p:spPr>
            <a:xfrm>
              <a:off x="404875" y="4554337"/>
              <a:ext cx="2165065" cy="44627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75"/>
                <a:buFont typeface="Arial"/>
                <a:buNone/>
              </a:pPr>
              <a:r>
                <a:rPr lang="en-US" sz="1575" b="0" i="0" u="none" strike="noStrike" cap="none">
                  <a:solidFill>
                    <a:schemeClr val="accent6"/>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252" name="Google Shape;1252;g290a7fa45b5_0_309"/>
            <p:cNvSpPr txBox="1"/>
            <p:nvPr/>
          </p:nvSpPr>
          <p:spPr>
            <a:xfrm>
              <a:off x="2687614" y="4556179"/>
              <a:ext cx="2171589" cy="44627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75"/>
                <a:buFont typeface="Arial"/>
                <a:buNone/>
              </a:pPr>
              <a:r>
                <a:rPr lang="en-US" sz="1575" b="0" i="0" u="none" strike="noStrike" cap="none">
                  <a:solidFill>
                    <a:schemeClr val="accent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253" name="Google Shape;1253;g290a7fa45b5_0_309"/>
            <p:cNvSpPr txBox="1"/>
            <p:nvPr/>
          </p:nvSpPr>
          <p:spPr>
            <a:xfrm>
              <a:off x="4998402" y="4561205"/>
              <a:ext cx="2174693" cy="44627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75"/>
                <a:buFont typeface="Arial"/>
                <a:buNone/>
              </a:pPr>
              <a:r>
                <a:rPr lang="en-US" sz="1575" b="0" i="0" u="none" strike="noStrike" cap="none">
                  <a:solidFill>
                    <a:schemeClr val="accent2"/>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254" name="Google Shape;1254;g290a7fa45b5_0_309"/>
            <p:cNvSpPr txBox="1"/>
            <p:nvPr/>
          </p:nvSpPr>
          <p:spPr>
            <a:xfrm>
              <a:off x="7283506" y="4554337"/>
              <a:ext cx="2171589" cy="44627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75"/>
                <a:buFont typeface="Arial"/>
                <a:buNone/>
              </a:pPr>
              <a:r>
                <a:rPr lang="en-US" sz="1575" b="0" i="0" u="none" strike="noStrike" cap="none">
                  <a:solidFill>
                    <a:schemeClr val="accent5"/>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255" name="Google Shape;1255;g290a7fa45b5_0_309"/>
            <p:cNvSpPr/>
            <p:nvPr/>
          </p:nvSpPr>
          <p:spPr>
            <a:xfrm>
              <a:off x="9558500" y="784871"/>
              <a:ext cx="2174693" cy="4483135"/>
            </a:xfrm>
            <a:prstGeom prst="rect">
              <a:avLst/>
            </a:prstGeom>
            <a:no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56" name="Google Shape;1256;g290a7fa45b5_0_309"/>
            <p:cNvSpPr txBox="1"/>
            <p:nvPr/>
          </p:nvSpPr>
          <p:spPr>
            <a:xfrm>
              <a:off x="9572698" y="4555388"/>
              <a:ext cx="2174692" cy="44627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75"/>
                <a:buFont typeface="Arial"/>
                <a:buNone/>
              </a:pPr>
              <a:r>
                <a:rPr lang="en-US" sz="1575" b="0" i="0" u="none" strike="noStrike" cap="none">
                  <a:solidFill>
                    <a:schemeClr val="lt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1257" name="Google Shape;1257;g290a7fa45b5_0_309"/>
            <p:cNvSpPr txBox="1"/>
            <p:nvPr/>
          </p:nvSpPr>
          <p:spPr>
            <a:xfrm>
              <a:off x="389803" y="705535"/>
              <a:ext cx="2152323"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chemeClr val="lt1"/>
                  </a:solidFill>
                  <a:latin typeface="Arial"/>
                  <a:ea typeface="Arial"/>
                  <a:cs typeface="Arial"/>
                  <a:sym typeface="Arial"/>
                </a:rPr>
                <a:t>Contract Signed</a:t>
              </a:r>
              <a:endParaRPr sz="1400" b="0" i="0" u="none" strike="noStrike" cap="none">
                <a:solidFill>
                  <a:srgbClr val="000000"/>
                </a:solidFill>
                <a:latin typeface="Arial"/>
                <a:ea typeface="Arial"/>
                <a:cs typeface="Arial"/>
                <a:sym typeface="Arial"/>
              </a:endParaRPr>
            </a:p>
          </p:txBody>
        </p:sp>
        <p:sp>
          <p:nvSpPr>
            <p:cNvPr id="1258" name="Google Shape;1258;g290a7fa45b5_0_309"/>
            <p:cNvSpPr txBox="1"/>
            <p:nvPr/>
          </p:nvSpPr>
          <p:spPr>
            <a:xfrm>
              <a:off x="2684491" y="735016"/>
              <a:ext cx="2174693" cy="61555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lt1"/>
                  </a:solidFill>
                  <a:latin typeface="Arial"/>
                  <a:ea typeface="Arial"/>
                  <a:cs typeface="Arial"/>
                  <a:sym typeface="Arial"/>
                </a:rPr>
                <a:t>Data Collection and System Setup</a:t>
              </a:r>
              <a:endParaRPr sz="1400" b="0" i="0" u="none" strike="noStrike" cap="none">
                <a:solidFill>
                  <a:srgbClr val="000000"/>
                </a:solidFill>
                <a:latin typeface="Arial"/>
                <a:ea typeface="Arial"/>
                <a:cs typeface="Arial"/>
                <a:sym typeface="Arial"/>
              </a:endParaRPr>
            </a:p>
          </p:txBody>
        </p:sp>
        <p:sp>
          <p:nvSpPr>
            <p:cNvPr id="1259" name="Google Shape;1259;g290a7fa45b5_0_309"/>
            <p:cNvSpPr txBox="1"/>
            <p:nvPr/>
          </p:nvSpPr>
          <p:spPr>
            <a:xfrm>
              <a:off x="7279013" y="882650"/>
              <a:ext cx="2174693"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chemeClr val="lt1"/>
                  </a:solidFill>
                  <a:latin typeface="Arial"/>
                  <a:ea typeface="Arial"/>
                  <a:cs typeface="Arial"/>
                  <a:sym typeface="Arial"/>
                </a:rPr>
                <a:t>User Access</a:t>
              </a:r>
              <a:endParaRPr sz="1400" b="0" i="0" u="none" strike="noStrike" cap="none">
                <a:solidFill>
                  <a:srgbClr val="000000"/>
                </a:solidFill>
                <a:latin typeface="Arial"/>
                <a:ea typeface="Arial"/>
                <a:cs typeface="Arial"/>
                <a:sym typeface="Arial"/>
              </a:endParaRPr>
            </a:p>
          </p:txBody>
        </p:sp>
        <p:sp>
          <p:nvSpPr>
            <p:cNvPr id="1260" name="Google Shape;1260;g290a7fa45b5_0_309"/>
            <p:cNvSpPr txBox="1"/>
            <p:nvPr/>
          </p:nvSpPr>
          <p:spPr>
            <a:xfrm>
              <a:off x="9557869" y="737510"/>
              <a:ext cx="2174693" cy="10464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chemeClr val="lt1"/>
                  </a:solidFill>
                  <a:latin typeface="Arial"/>
                  <a:ea typeface="Arial"/>
                  <a:cs typeface="Arial"/>
                  <a:sym typeface="Arial"/>
                </a:rPr>
                <a:t>Ongoing Recalls Management</a:t>
              </a:r>
              <a:endParaRPr sz="1400" b="0" i="0" u="none" strike="noStrike" cap="none">
                <a:solidFill>
                  <a:srgbClr val="000000"/>
                </a:solidFill>
                <a:latin typeface="Arial"/>
                <a:ea typeface="Arial"/>
                <a:cs typeface="Arial"/>
                <a:sym typeface="Arial"/>
              </a:endParaRPr>
            </a:p>
          </p:txBody>
        </p:sp>
        <p:sp>
          <p:nvSpPr>
            <p:cNvPr id="1261" name="Google Shape;1261;g290a7fa45b5_0_309"/>
            <p:cNvSpPr txBox="1"/>
            <p:nvPr/>
          </p:nvSpPr>
          <p:spPr>
            <a:xfrm>
              <a:off x="479040" y="2431865"/>
              <a:ext cx="2033700" cy="492300"/>
            </a:xfrm>
            <a:prstGeom prst="rect">
              <a:avLst/>
            </a:prstGeom>
            <a:noFill/>
            <a:ln>
              <a:noFill/>
            </a:ln>
          </p:spPr>
          <p:txBody>
            <a:bodyPr spcFirstLastPara="1" wrap="square" lIns="91425" tIns="45700" rIns="91425" bIns="45700" anchor="t" anchorCtr="0">
              <a:spAutoFit/>
            </a:bodyPr>
            <a:lstStyle/>
            <a:p>
              <a:pPr marL="77153" marR="0" lvl="0" indent="-77153" algn="l" rtl="0">
                <a:lnSpc>
                  <a:spcPct val="100000"/>
                </a:lnSpc>
                <a:spcBef>
                  <a:spcPts val="0"/>
                </a:spcBef>
                <a:spcAft>
                  <a:spcPts val="0"/>
                </a:spcAft>
                <a:buClr>
                  <a:srgbClr val="000000"/>
                </a:buClr>
                <a:buSzPts val="900"/>
                <a:buFont typeface="Arial"/>
                <a:buChar char="•"/>
              </a:pPr>
              <a:r>
                <a:rPr lang="en-US" sz="900" b="0" i="0" u="none" strike="noStrike" cap="none">
                  <a:solidFill>
                    <a:schemeClr val="accent6"/>
                  </a:solidFill>
                  <a:latin typeface="Arial"/>
                  <a:ea typeface="Arial"/>
                  <a:cs typeface="Arial"/>
                  <a:sym typeface="Arial"/>
                </a:rPr>
                <a:t>Customer signs contract for Digital Recalls</a:t>
              </a:r>
              <a:endParaRPr sz="1400" b="0" i="0" u="none" strike="noStrike" cap="none">
                <a:solidFill>
                  <a:srgbClr val="000000"/>
                </a:solidFill>
                <a:latin typeface="Arial"/>
                <a:ea typeface="Arial"/>
                <a:cs typeface="Arial"/>
                <a:sym typeface="Arial"/>
              </a:endParaRPr>
            </a:p>
          </p:txBody>
        </p:sp>
        <p:sp>
          <p:nvSpPr>
            <p:cNvPr id="1262" name="Google Shape;1262;g290a7fa45b5_0_309"/>
            <p:cNvSpPr txBox="1"/>
            <p:nvPr/>
          </p:nvSpPr>
          <p:spPr>
            <a:xfrm>
              <a:off x="2687614" y="2431865"/>
              <a:ext cx="2165100" cy="1416000"/>
            </a:xfrm>
            <a:prstGeom prst="rect">
              <a:avLst/>
            </a:prstGeom>
            <a:noFill/>
            <a:ln>
              <a:noFill/>
            </a:ln>
          </p:spPr>
          <p:txBody>
            <a:bodyPr spcFirstLastPara="1" wrap="square" lIns="91425" tIns="45700" rIns="91425" bIns="45700" anchor="t" anchorCtr="0">
              <a:spAutoFit/>
            </a:bodyPr>
            <a:lstStyle/>
            <a:p>
              <a:pPr marL="75438" marR="0" lvl="0" indent="-75438" algn="l" rtl="0">
                <a:lnSpc>
                  <a:spcPct val="100000"/>
                </a:lnSpc>
                <a:spcBef>
                  <a:spcPts val="0"/>
                </a:spcBef>
                <a:spcAft>
                  <a:spcPts val="0"/>
                </a:spcAft>
                <a:buClr>
                  <a:srgbClr val="000000"/>
                </a:buClr>
                <a:buSzPts val="900"/>
                <a:buFont typeface="Arial"/>
                <a:buChar char="•"/>
              </a:pPr>
              <a:r>
                <a:rPr lang="en-US" sz="900" b="0" i="0" u="none" strike="noStrike" cap="none">
                  <a:solidFill>
                    <a:schemeClr val="accent1"/>
                  </a:solidFill>
                  <a:latin typeface="Arial"/>
                  <a:ea typeface="Arial"/>
                  <a:cs typeface="Arial"/>
                  <a:sym typeface="Arial"/>
                </a:rPr>
                <a:t>TraceLink sends Welcome email</a:t>
              </a:r>
              <a:endParaRPr sz="1400" b="0" i="0" u="none" strike="noStrike" cap="none">
                <a:solidFill>
                  <a:srgbClr val="000000"/>
                </a:solidFill>
                <a:latin typeface="Arial"/>
                <a:ea typeface="Arial"/>
                <a:cs typeface="Arial"/>
                <a:sym typeface="Arial"/>
              </a:endParaRPr>
            </a:p>
            <a:p>
              <a:pPr marL="75438" marR="0" lvl="0" indent="-75438" algn="l" rtl="0">
                <a:lnSpc>
                  <a:spcPct val="100000"/>
                </a:lnSpc>
                <a:spcBef>
                  <a:spcPts val="1080"/>
                </a:spcBef>
                <a:spcAft>
                  <a:spcPts val="0"/>
                </a:spcAft>
                <a:buClr>
                  <a:srgbClr val="000000"/>
                </a:buClr>
                <a:buSzPts val="900"/>
                <a:buFont typeface="Arial"/>
                <a:buChar char="•"/>
              </a:pPr>
              <a:r>
                <a:rPr lang="en-US" sz="900" b="0" i="0" u="none" strike="noStrike" cap="none">
                  <a:solidFill>
                    <a:schemeClr val="accent1"/>
                  </a:solidFill>
                  <a:latin typeface="Arial"/>
                  <a:ea typeface="Arial"/>
                  <a:cs typeface="Arial"/>
                  <a:sym typeface="Arial"/>
                </a:rPr>
                <a:t>TraceLink publishes </a:t>
              </a:r>
              <a:br>
                <a:rPr lang="en-US" sz="900" b="0" i="0" u="none" strike="noStrike" cap="none">
                  <a:solidFill>
                    <a:schemeClr val="accent1"/>
                  </a:solidFill>
                  <a:latin typeface="Arial"/>
                  <a:ea typeface="Arial"/>
                  <a:cs typeface="Arial"/>
                  <a:sym typeface="Arial"/>
                </a:rPr>
              </a:br>
              <a:r>
                <a:rPr lang="en-US" sz="900" b="0" i="0" u="none" strike="noStrike" cap="none">
                  <a:solidFill>
                    <a:schemeClr val="accent1"/>
                  </a:solidFill>
                  <a:latin typeface="Arial"/>
                  <a:ea typeface="Arial"/>
                  <a:cs typeface="Arial"/>
                  <a:sym typeface="Arial"/>
                </a:rPr>
                <a:t>Recalls service and works with customer to set up a user for each location</a:t>
              </a:r>
              <a:endParaRPr sz="1400" b="0" i="0" u="none" strike="noStrike" cap="none">
                <a:solidFill>
                  <a:srgbClr val="000000"/>
                </a:solidFill>
                <a:latin typeface="Arial"/>
                <a:ea typeface="Arial"/>
                <a:cs typeface="Arial"/>
                <a:sym typeface="Arial"/>
              </a:endParaRPr>
            </a:p>
          </p:txBody>
        </p:sp>
        <p:sp>
          <p:nvSpPr>
            <p:cNvPr id="1263" name="Google Shape;1263;g290a7fa45b5_0_309"/>
            <p:cNvSpPr txBox="1"/>
            <p:nvPr/>
          </p:nvSpPr>
          <p:spPr>
            <a:xfrm>
              <a:off x="5008027" y="2431865"/>
              <a:ext cx="2165100" cy="1416000"/>
            </a:xfrm>
            <a:prstGeom prst="rect">
              <a:avLst/>
            </a:prstGeom>
            <a:noFill/>
            <a:ln>
              <a:noFill/>
            </a:ln>
          </p:spPr>
          <p:txBody>
            <a:bodyPr spcFirstLastPara="1" wrap="square" lIns="91425" tIns="45700" rIns="91425" bIns="45700" anchor="t" anchorCtr="0">
              <a:spAutoFit/>
            </a:bodyPr>
            <a:lstStyle/>
            <a:p>
              <a:pPr marL="75438" marR="0" lvl="0" indent="-75438" algn="l" rtl="0">
                <a:lnSpc>
                  <a:spcPct val="100000"/>
                </a:lnSpc>
                <a:spcBef>
                  <a:spcPts val="0"/>
                </a:spcBef>
                <a:spcAft>
                  <a:spcPts val="0"/>
                </a:spcAft>
                <a:buClr>
                  <a:srgbClr val="000000"/>
                </a:buClr>
                <a:buSzPts val="900"/>
                <a:buFont typeface="Arial"/>
                <a:buChar char="•"/>
              </a:pPr>
              <a:r>
                <a:rPr lang="en-US" sz="900" b="0" i="0" u="none" strike="noStrike" cap="none">
                  <a:solidFill>
                    <a:schemeClr val="accent2"/>
                  </a:solidFill>
                  <a:latin typeface="Arial"/>
                  <a:ea typeface="Arial"/>
                  <a:cs typeface="Arial"/>
                  <a:sym typeface="Arial"/>
                </a:rPr>
                <a:t>Professional Services setups Digital Recalls discovery session with Customer</a:t>
              </a:r>
              <a:endParaRPr sz="1400" b="0" i="0" u="none" strike="noStrike" cap="none">
                <a:solidFill>
                  <a:srgbClr val="000000"/>
                </a:solidFill>
                <a:latin typeface="Arial"/>
                <a:ea typeface="Arial"/>
                <a:cs typeface="Arial"/>
                <a:sym typeface="Arial"/>
              </a:endParaRPr>
            </a:p>
            <a:p>
              <a:pPr marL="75438" marR="0" lvl="0" indent="-75438" algn="l" rtl="0">
                <a:lnSpc>
                  <a:spcPct val="100000"/>
                </a:lnSpc>
                <a:spcBef>
                  <a:spcPts val="1080"/>
                </a:spcBef>
                <a:spcAft>
                  <a:spcPts val="0"/>
                </a:spcAft>
                <a:buClr>
                  <a:srgbClr val="000000"/>
                </a:buClr>
                <a:buSzPts val="900"/>
                <a:buFont typeface="Arial"/>
                <a:buChar char="•"/>
              </a:pPr>
              <a:r>
                <a:rPr lang="en-US" sz="900" b="0" i="0" u="none" strike="noStrike" cap="none">
                  <a:solidFill>
                    <a:schemeClr val="accent2"/>
                  </a:solidFill>
                  <a:latin typeface="Arial"/>
                  <a:ea typeface="Arial"/>
                  <a:cs typeface="Arial"/>
                  <a:sym typeface="Arial"/>
                </a:rPr>
                <a:t>Customer reviews and updates recall SOP</a:t>
              </a:r>
              <a:endParaRPr sz="1400" b="0" i="0" u="none" strike="noStrike" cap="none">
                <a:solidFill>
                  <a:srgbClr val="000000"/>
                </a:solidFill>
                <a:latin typeface="Arial"/>
                <a:ea typeface="Arial"/>
                <a:cs typeface="Arial"/>
                <a:sym typeface="Arial"/>
              </a:endParaRPr>
            </a:p>
          </p:txBody>
        </p:sp>
        <p:sp>
          <p:nvSpPr>
            <p:cNvPr id="1264" name="Google Shape;1264;g290a7fa45b5_0_309"/>
            <p:cNvSpPr txBox="1"/>
            <p:nvPr/>
          </p:nvSpPr>
          <p:spPr>
            <a:xfrm>
              <a:off x="7318718" y="2431865"/>
              <a:ext cx="2165100" cy="2678100"/>
            </a:xfrm>
            <a:prstGeom prst="rect">
              <a:avLst/>
            </a:prstGeom>
            <a:noFill/>
            <a:ln>
              <a:noFill/>
            </a:ln>
          </p:spPr>
          <p:txBody>
            <a:bodyPr spcFirstLastPara="1" wrap="square" lIns="91425" tIns="45700" rIns="91425" bIns="45700" anchor="t" anchorCtr="0">
              <a:spAutoFit/>
            </a:bodyPr>
            <a:lstStyle/>
            <a:p>
              <a:pPr marL="75438" marR="0" lvl="0" indent="-75438" algn="l" rtl="0">
                <a:lnSpc>
                  <a:spcPct val="100000"/>
                </a:lnSpc>
                <a:spcBef>
                  <a:spcPts val="0"/>
                </a:spcBef>
                <a:spcAft>
                  <a:spcPts val="0"/>
                </a:spcAft>
                <a:buClr>
                  <a:srgbClr val="000000"/>
                </a:buClr>
                <a:buSzPts val="900"/>
                <a:buFont typeface="Arial"/>
                <a:buChar char="•"/>
              </a:pPr>
              <a:r>
                <a:rPr lang="en-US" sz="900" b="0" i="0" u="none" strike="noStrike" cap="none">
                  <a:solidFill>
                    <a:schemeClr val="accent5"/>
                  </a:solidFill>
                  <a:latin typeface="Arial"/>
                  <a:ea typeface="Arial"/>
                  <a:cs typeface="Arial"/>
                  <a:sym typeface="Arial"/>
                </a:rPr>
                <a:t>Professional Services trains customer on Digital Recalls Work Management</a:t>
              </a:r>
              <a:endParaRPr sz="1400" b="0" i="0" u="none" strike="noStrike" cap="none">
                <a:solidFill>
                  <a:srgbClr val="000000"/>
                </a:solidFill>
                <a:latin typeface="Arial"/>
                <a:ea typeface="Arial"/>
                <a:cs typeface="Arial"/>
                <a:sym typeface="Arial"/>
              </a:endParaRPr>
            </a:p>
            <a:p>
              <a:pPr marL="75438" marR="0" lvl="0" indent="-75438" algn="l" rtl="0">
                <a:lnSpc>
                  <a:spcPct val="100000"/>
                </a:lnSpc>
                <a:spcBef>
                  <a:spcPts val="1080"/>
                </a:spcBef>
                <a:spcAft>
                  <a:spcPts val="0"/>
                </a:spcAft>
                <a:buClr>
                  <a:srgbClr val="000000"/>
                </a:buClr>
                <a:buSzPts val="900"/>
                <a:buFont typeface="Arial"/>
                <a:buChar char="•"/>
              </a:pPr>
              <a:r>
                <a:rPr lang="en-US" sz="900" b="0" i="0" u="none" strike="noStrike" cap="none">
                  <a:solidFill>
                    <a:schemeClr val="accent5"/>
                  </a:solidFill>
                  <a:latin typeface="Arial"/>
                  <a:ea typeface="Arial"/>
                  <a:cs typeface="Arial"/>
                  <a:sym typeface="Arial"/>
                </a:rPr>
                <a:t>Professional Services works with Customer on first two recalls</a:t>
              </a:r>
              <a:endParaRPr sz="1400" b="0" i="0" u="none" strike="noStrike" cap="none">
                <a:solidFill>
                  <a:srgbClr val="000000"/>
                </a:solidFill>
                <a:latin typeface="Arial"/>
                <a:ea typeface="Arial"/>
                <a:cs typeface="Arial"/>
                <a:sym typeface="Arial"/>
              </a:endParaRPr>
            </a:p>
            <a:p>
              <a:pPr marL="75438" marR="0" lvl="0" indent="-75438" algn="l" rtl="0">
                <a:lnSpc>
                  <a:spcPct val="100000"/>
                </a:lnSpc>
                <a:spcBef>
                  <a:spcPts val="450"/>
                </a:spcBef>
                <a:spcAft>
                  <a:spcPts val="0"/>
                </a:spcAft>
                <a:buClr>
                  <a:srgbClr val="000000"/>
                </a:buClr>
                <a:buSzPts val="900"/>
                <a:buFont typeface="Arial"/>
                <a:buChar char="•"/>
              </a:pPr>
              <a:r>
                <a:rPr lang="en-US" sz="900" b="0" i="0" u="none" strike="noStrike" cap="none">
                  <a:solidFill>
                    <a:schemeClr val="accent5"/>
                  </a:solidFill>
                  <a:latin typeface="Arial"/>
                  <a:ea typeface="Arial"/>
                  <a:cs typeface="Arial"/>
                  <a:sym typeface="Arial"/>
                </a:rPr>
                <a:t>Customer responds to recalls and gets centralized view of recall actions.</a:t>
              </a:r>
              <a:endParaRPr sz="1400" b="0" i="0" u="none" strike="noStrike" cap="none">
                <a:solidFill>
                  <a:srgbClr val="000000"/>
                </a:solidFill>
                <a:latin typeface="Arial"/>
                <a:ea typeface="Arial"/>
                <a:cs typeface="Arial"/>
                <a:sym typeface="Arial"/>
              </a:endParaRPr>
            </a:p>
            <a:p>
              <a:pPr marL="75438" marR="0" lvl="0" indent="-18288" algn="l" rtl="0">
                <a:lnSpc>
                  <a:spcPct val="100000"/>
                </a:lnSpc>
                <a:spcBef>
                  <a:spcPts val="450"/>
                </a:spcBef>
                <a:spcAft>
                  <a:spcPts val="0"/>
                </a:spcAft>
                <a:buClr>
                  <a:srgbClr val="000000"/>
                </a:buClr>
                <a:buSzPts val="900"/>
                <a:buFont typeface="Arial"/>
                <a:buNone/>
              </a:pPr>
              <a:endParaRPr sz="900" b="0" i="0" u="none" strike="noStrike" cap="none">
                <a:solidFill>
                  <a:schemeClr val="accent5"/>
                </a:solidFill>
                <a:latin typeface="Arial"/>
                <a:ea typeface="Arial"/>
                <a:cs typeface="Arial"/>
                <a:sym typeface="Arial"/>
              </a:endParaRPr>
            </a:p>
          </p:txBody>
        </p:sp>
        <p:sp>
          <p:nvSpPr>
            <p:cNvPr id="1265" name="Google Shape;1265;g290a7fa45b5_0_309"/>
            <p:cNvSpPr/>
            <p:nvPr/>
          </p:nvSpPr>
          <p:spPr>
            <a:xfrm>
              <a:off x="1052514" y="1581224"/>
              <a:ext cx="856026" cy="856026"/>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66" name="Google Shape;1266;g290a7fa45b5_0_309"/>
            <p:cNvSpPr/>
            <p:nvPr/>
          </p:nvSpPr>
          <p:spPr>
            <a:xfrm>
              <a:off x="3342135" y="1576243"/>
              <a:ext cx="856026" cy="85602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67" name="Google Shape;1267;g290a7fa45b5_0_309"/>
            <p:cNvSpPr/>
            <p:nvPr/>
          </p:nvSpPr>
          <p:spPr>
            <a:xfrm>
              <a:off x="5605358" y="1585357"/>
              <a:ext cx="856026" cy="856026"/>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68" name="Google Shape;1268;g290a7fa45b5_0_309"/>
            <p:cNvSpPr/>
            <p:nvPr/>
          </p:nvSpPr>
          <p:spPr>
            <a:xfrm>
              <a:off x="7956009" y="1583030"/>
              <a:ext cx="856026" cy="8560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69" name="Google Shape;1269;g290a7fa45b5_0_309"/>
            <p:cNvSpPr/>
            <p:nvPr/>
          </p:nvSpPr>
          <p:spPr>
            <a:xfrm>
              <a:off x="10253824" y="1750285"/>
              <a:ext cx="856026" cy="856026"/>
            </a:xfrm>
            <a:prstGeom prst="ellipse">
              <a:avLst/>
            </a:prstGeom>
            <a:solidFill>
              <a:schemeClr val="accent4"/>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pic>
          <p:nvPicPr>
            <p:cNvPr id="1270" name="Google Shape;1270;g290a7fa45b5_0_309"/>
            <p:cNvPicPr preferRelativeResize="0"/>
            <p:nvPr/>
          </p:nvPicPr>
          <p:blipFill rotWithShape="1">
            <a:blip r:embed="rId3">
              <a:alphaModFix/>
            </a:blip>
            <a:srcRect/>
            <a:stretch/>
          </p:blipFill>
          <p:spPr>
            <a:xfrm>
              <a:off x="1167794" y="1700343"/>
              <a:ext cx="582451" cy="571956"/>
            </a:xfrm>
            <a:prstGeom prst="rect">
              <a:avLst/>
            </a:prstGeom>
            <a:noFill/>
            <a:ln>
              <a:noFill/>
            </a:ln>
          </p:spPr>
        </p:pic>
        <p:grpSp>
          <p:nvGrpSpPr>
            <p:cNvPr id="1271" name="Google Shape;1271;g290a7fa45b5_0_309"/>
            <p:cNvGrpSpPr/>
            <p:nvPr/>
          </p:nvGrpSpPr>
          <p:grpSpPr>
            <a:xfrm>
              <a:off x="3488595" y="1646863"/>
              <a:ext cx="474453" cy="871350"/>
              <a:chOff x="4598372" y="1894495"/>
              <a:chExt cx="474453" cy="871350"/>
            </a:xfrm>
          </p:grpSpPr>
          <p:pic>
            <p:nvPicPr>
              <p:cNvPr id="1272" name="Google Shape;1272;g290a7fa45b5_0_309" descr="A close up of a logo&#10;&#10;Description automatically generated"/>
              <p:cNvPicPr preferRelativeResize="0"/>
              <p:nvPr/>
            </p:nvPicPr>
            <p:blipFill rotWithShape="1">
              <a:blip r:embed="rId4">
                <a:alphaModFix/>
              </a:blip>
              <a:srcRect/>
              <a:stretch/>
            </p:blipFill>
            <p:spPr>
              <a:xfrm>
                <a:off x="4660045" y="2232132"/>
                <a:ext cx="366463" cy="533713"/>
              </a:xfrm>
              <a:prstGeom prst="rect">
                <a:avLst/>
              </a:prstGeom>
              <a:noFill/>
              <a:ln>
                <a:noFill/>
              </a:ln>
            </p:spPr>
          </p:pic>
          <p:sp>
            <p:nvSpPr>
              <p:cNvPr id="1273" name="Google Shape;1273;g290a7fa45b5_0_309"/>
              <p:cNvSpPr txBox="1"/>
              <p:nvPr/>
            </p:nvSpPr>
            <p:spPr>
              <a:xfrm>
                <a:off x="4598372" y="1951664"/>
                <a:ext cx="188732" cy="2923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n-US" sz="825" b="0" i="0" u="none" strike="noStrike" cap="none">
                    <a:solidFill>
                      <a:schemeClr val="l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274" name="Google Shape;1274;g290a7fa45b5_0_309"/>
              <p:cNvSpPr txBox="1"/>
              <p:nvPr/>
            </p:nvSpPr>
            <p:spPr>
              <a:xfrm>
                <a:off x="4748911" y="1894495"/>
                <a:ext cx="188732" cy="2923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n-US" sz="825" b="0" i="0" u="none" strike="noStrike" cap="none">
                    <a:solidFill>
                      <a:schemeClr val="l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275" name="Google Shape;1275;g290a7fa45b5_0_309"/>
              <p:cNvSpPr txBox="1"/>
              <p:nvPr/>
            </p:nvSpPr>
            <p:spPr>
              <a:xfrm>
                <a:off x="4884093" y="2021910"/>
                <a:ext cx="188732" cy="2923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n-US" sz="825" b="0" i="0" u="none" strike="noStrike" cap="none">
                    <a:solidFill>
                      <a:schemeClr val="l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grpSp>
        <p:pic>
          <p:nvPicPr>
            <p:cNvPr id="1276" name="Google Shape;1276;g290a7fa45b5_0_309" descr="A picture containing building, drawing&#10;&#10;Description automatically generated"/>
            <p:cNvPicPr preferRelativeResize="0"/>
            <p:nvPr/>
          </p:nvPicPr>
          <p:blipFill rotWithShape="1">
            <a:blip r:embed="rId5">
              <a:alphaModFix/>
            </a:blip>
            <a:srcRect/>
            <a:stretch/>
          </p:blipFill>
          <p:spPr>
            <a:xfrm>
              <a:off x="5759154" y="1828157"/>
              <a:ext cx="510069" cy="370425"/>
            </a:xfrm>
            <a:prstGeom prst="rect">
              <a:avLst/>
            </a:prstGeom>
            <a:noFill/>
            <a:ln>
              <a:noFill/>
            </a:ln>
          </p:spPr>
        </p:pic>
        <p:pic>
          <p:nvPicPr>
            <p:cNvPr id="1277" name="Google Shape;1277;g290a7fa45b5_0_309" descr="A picture containing drawing, light&#10;&#10;Description automatically generated"/>
            <p:cNvPicPr preferRelativeResize="0"/>
            <p:nvPr/>
          </p:nvPicPr>
          <p:blipFill rotWithShape="1">
            <a:blip r:embed="rId6">
              <a:alphaModFix/>
            </a:blip>
            <a:srcRect/>
            <a:stretch/>
          </p:blipFill>
          <p:spPr>
            <a:xfrm>
              <a:off x="10378962" y="1938103"/>
              <a:ext cx="604385" cy="499275"/>
            </a:xfrm>
            <a:prstGeom prst="rect">
              <a:avLst/>
            </a:prstGeom>
            <a:noFill/>
            <a:ln>
              <a:noFill/>
            </a:ln>
          </p:spPr>
        </p:pic>
        <p:pic>
          <p:nvPicPr>
            <p:cNvPr id="1278" name="Google Shape;1278;g290a7fa45b5_0_309" descr="A picture containing drawing&#10;&#10;Description automatically generated"/>
            <p:cNvPicPr preferRelativeResize="0"/>
            <p:nvPr/>
          </p:nvPicPr>
          <p:blipFill rotWithShape="1">
            <a:blip r:embed="rId7">
              <a:alphaModFix/>
            </a:blip>
            <a:srcRect/>
            <a:stretch/>
          </p:blipFill>
          <p:spPr>
            <a:xfrm>
              <a:off x="8183050" y="1750285"/>
              <a:ext cx="384787" cy="523532"/>
            </a:xfrm>
            <a:prstGeom prst="rect">
              <a:avLst/>
            </a:prstGeom>
            <a:noFill/>
            <a:ln>
              <a:noFill/>
            </a:ln>
          </p:spPr>
        </p:pic>
        <p:grpSp>
          <p:nvGrpSpPr>
            <p:cNvPr id="1279" name="Google Shape;1279;g290a7fa45b5_0_309"/>
            <p:cNvGrpSpPr/>
            <p:nvPr/>
          </p:nvGrpSpPr>
          <p:grpSpPr>
            <a:xfrm>
              <a:off x="1181548" y="4978222"/>
              <a:ext cx="592466" cy="86647"/>
              <a:chOff x="779647" y="1104065"/>
              <a:chExt cx="592466" cy="86647"/>
            </a:xfrm>
          </p:grpSpPr>
          <p:sp>
            <p:nvSpPr>
              <p:cNvPr id="1280" name="Google Shape;1280;g290a7fa45b5_0_309"/>
              <p:cNvSpPr/>
              <p:nvPr/>
            </p:nvSpPr>
            <p:spPr>
              <a:xfrm>
                <a:off x="779647" y="1104191"/>
                <a:ext cx="83953" cy="83953"/>
              </a:xfrm>
              <a:prstGeom prst="ellipse">
                <a:avLst/>
              </a:prstGeom>
              <a:solidFill>
                <a:schemeClr val="accent6"/>
              </a:solidFill>
              <a:ln w="25400" cap="flat" cmpd="sng">
                <a:solidFill>
                  <a:srgbClr val="01473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81" name="Google Shape;1281;g290a7fa45b5_0_309"/>
              <p:cNvSpPr/>
              <p:nvPr/>
            </p:nvSpPr>
            <p:spPr>
              <a:xfrm>
                <a:off x="905942" y="1106660"/>
                <a:ext cx="83953" cy="83953"/>
              </a:xfrm>
              <a:prstGeom prst="ellipse">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82" name="Google Shape;1282;g290a7fa45b5_0_309"/>
              <p:cNvSpPr/>
              <p:nvPr/>
            </p:nvSpPr>
            <p:spPr>
              <a:xfrm>
                <a:off x="1034556" y="1106759"/>
                <a:ext cx="83953" cy="83953"/>
              </a:xfrm>
              <a:prstGeom prst="ellipse">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83" name="Google Shape;1283;g290a7fa45b5_0_309"/>
              <p:cNvSpPr/>
              <p:nvPr/>
            </p:nvSpPr>
            <p:spPr>
              <a:xfrm>
                <a:off x="1162413" y="1105913"/>
                <a:ext cx="83953" cy="83953"/>
              </a:xfrm>
              <a:prstGeom prst="ellipse">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84" name="Google Shape;1284;g290a7fa45b5_0_309"/>
              <p:cNvSpPr/>
              <p:nvPr/>
            </p:nvSpPr>
            <p:spPr>
              <a:xfrm>
                <a:off x="1288160" y="1104065"/>
                <a:ext cx="83953" cy="83954"/>
              </a:xfrm>
              <a:prstGeom prst="ellipse">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grpSp>
        <p:grpSp>
          <p:nvGrpSpPr>
            <p:cNvPr id="1285" name="Google Shape;1285;g290a7fa45b5_0_309"/>
            <p:cNvGrpSpPr/>
            <p:nvPr/>
          </p:nvGrpSpPr>
          <p:grpSpPr>
            <a:xfrm>
              <a:off x="3483523" y="4977110"/>
              <a:ext cx="592466" cy="86647"/>
              <a:chOff x="779647" y="1104065"/>
              <a:chExt cx="592466" cy="86647"/>
            </a:xfrm>
          </p:grpSpPr>
          <p:sp>
            <p:nvSpPr>
              <p:cNvPr id="1286" name="Google Shape;1286;g290a7fa45b5_0_309"/>
              <p:cNvSpPr/>
              <p:nvPr/>
            </p:nvSpPr>
            <p:spPr>
              <a:xfrm>
                <a:off x="779647" y="1104191"/>
                <a:ext cx="83953" cy="83953"/>
              </a:xfrm>
              <a:prstGeom prst="ellipse">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87" name="Google Shape;1287;g290a7fa45b5_0_309"/>
              <p:cNvSpPr/>
              <p:nvPr/>
            </p:nvSpPr>
            <p:spPr>
              <a:xfrm>
                <a:off x="905942" y="1106660"/>
                <a:ext cx="83953" cy="83953"/>
              </a:xfrm>
              <a:prstGeom prst="ellipse">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88" name="Google Shape;1288;g290a7fa45b5_0_309"/>
              <p:cNvSpPr/>
              <p:nvPr/>
            </p:nvSpPr>
            <p:spPr>
              <a:xfrm>
                <a:off x="1034556" y="1106759"/>
                <a:ext cx="83953" cy="83953"/>
              </a:xfrm>
              <a:prstGeom prst="ellipse">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89" name="Google Shape;1289;g290a7fa45b5_0_309"/>
              <p:cNvSpPr/>
              <p:nvPr/>
            </p:nvSpPr>
            <p:spPr>
              <a:xfrm>
                <a:off x="1162413" y="1105913"/>
                <a:ext cx="83953" cy="83953"/>
              </a:xfrm>
              <a:prstGeom prst="ellipse">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90" name="Google Shape;1290;g290a7fa45b5_0_309"/>
              <p:cNvSpPr/>
              <p:nvPr/>
            </p:nvSpPr>
            <p:spPr>
              <a:xfrm>
                <a:off x="1288160" y="1104065"/>
                <a:ext cx="83953" cy="83953"/>
              </a:xfrm>
              <a:prstGeom prst="ellipse">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grpSp>
        <p:grpSp>
          <p:nvGrpSpPr>
            <p:cNvPr id="1291" name="Google Shape;1291;g290a7fa45b5_0_309"/>
            <p:cNvGrpSpPr/>
            <p:nvPr/>
          </p:nvGrpSpPr>
          <p:grpSpPr>
            <a:xfrm>
              <a:off x="5778462" y="4974462"/>
              <a:ext cx="592466" cy="86647"/>
              <a:chOff x="779647" y="1104065"/>
              <a:chExt cx="592466" cy="86647"/>
            </a:xfrm>
          </p:grpSpPr>
          <p:sp>
            <p:nvSpPr>
              <p:cNvPr id="1292" name="Google Shape;1292;g290a7fa45b5_0_309"/>
              <p:cNvSpPr/>
              <p:nvPr/>
            </p:nvSpPr>
            <p:spPr>
              <a:xfrm>
                <a:off x="779647" y="1104191"/>
                <a:ext cx="83953" cy="83953"/>
              </a:xfrm>
              <a:prstGeom prst="ellipse">
                <a:avLst/>
              </a:prstGeom>
              <a:no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93" name="Google Shape;1293;g290a7fa45b5_0_309"/>
              <p:cNvSpPr/>
              <p:nvPr/>
            </p:nvSpPr>
            <p:spPr>
              <a:xfrm>
                <a:off x="905942" y="1106660"/>
                <a:ext cx="83953" cy="83953"/>
              </a:xfrm>
              <a:prstGeom prst="ellipse">
                <a:avLst/>
              </a:prstGeom>
              <a:no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94" name="Google Shape;1294;g290a7fa45b5_0_309"/>
              <p:cNvSpPr/>
              <p:nvPr/>
            </p:nvSpPr>
            <p:spPr>
              <a:xfrm>
                <a:off x="1034556" y="1106759"/>
                <a:ext cx="83953" cy="83953"/>
              </a:xfrm>
              <a:prstGeom prst="ellipse">
                <a:avLst/>
              </a:prstGeom>
              <a:solidFill>
                <a:schemeClr val="accent2"/>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95" name="Google Shape;1295;g290a7fa45b5_0_309"/>
              <p:cNvSpPr/>
              <p:nvPr/>
            </p:nvSpPr>
            <p:spPr>
              <a:xfrm>
                <a:off x="1162413" y="1105913"/>
                <a:ext cx="83953" cy="83953"/>
              </a:xfrm>
              <a:prstGeom prst="ellipse">
                <a:avLst/>
              </a:prstGeom>
              <a:no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96" name="Google Shape;1296;g290a7fa45b5_0_309"/>
              <p:cNvSpPr/>
              <p:nvPr/>
            </p:nvSpPr>
            <p:spPr>
              <a:xfrm>
                <a:off x="1288160" y="1104065"/>
                <a:ext cx="83953" cy="83953"/>
              </a:xfrm>
              <a:prstGeom prst="ellipse">
                <a:avLst/>
              </a:prstGeom>
              <a:no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grpSp>
        <p:grpSp>
          <p:nvGrpSpPr>
            <p:cNvPr id="1297" name="Google Shape;1297;g290a7fa45b5_0_309"/>
            <p:cNvGrpSpPr/>
            <p:nvPr/>
          </p:nvGrpSpPr>
          <p:grpSpPr>
            <a:xfrm>
              <a:off x="8068427" y="4974856"/>
              <a:ext cx="592466" cy="86647"/>
              <a:chOff x="779647" y="1104065"/>
              <a:chExt cx="592466" cy="86647"/>
            </a:xfrm>
          </p:grpSpPr>
          <p:sp>
            <p:nvSpPr>
              <p:cNvPr id="1298" name="Google Shape;1298;g290a7fa45b5_0_309"/>
              <p:cNvSpPr/>
              <p:nvPr/>
            </p:nvSpPr>
            <p:spPr>
              <a:xfrm>
                <a:off x="779647" y="1104191"/>
                <a:ext cx="83953" cy="83953"/>
              </a:xfrm>
              <a:prstGeom prst="ellipse">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299" name="Google Shape;1299;g290a7fa45b5_0_309"/>
              <p:cNvSpPr/>
              <p:nvPr/>
            </p:nvSpPr>
            <p:spPr>
              <a:xfrm>
                <a:off x="905942" y="1106660"/>
                <a:ext cx="83953" cy="83953"/>
              </a:xfrm>
              <a:prstGeom prst="ellipse">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00" name="Google Shape;1300;g290a7fa45b5_0_309"/>
              <p:cNvSpPr/>
              <p:nvPr/>
            </p:nvSpPr>
            <p:spPr>
              <a:xfrm>
                <a:off x="1034556" y="1106759"/>
                <a:ext cx="83953" cy="83953"/>
              </a:xfrm>
              <a:prstGeom prst="ellipse">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01" name="Google Shape;1301;g290a7fa45b5_0_309"/>
              <p:cNvSpPr/>
              <p:nvPr/>
            </p:nvSpPr>
            <p:spPr>
              <a:xfrm>
                <a:off x="1162413" y="1105913"/>
                <a:ext cx="83953" cy="83953"/>
              </a:xfrm>
              <a:prstGeom prst="ellipse">
                <a:avLst/>
              </a:prstGeom>
              <a:solidFill>
                <a:schemeClr val="accent5"/>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02" name="Google Shape;1302;g290a7fa45b5_0_309"/>
              <p:cNvSpPr/>
              <p:nvPr/>
            </p:nvSpPr>
            <p:spPr>
              <a:xfrm>
                <a:off x="1288160" y="1104065"/>
                <a:ext cx="83953" cy="83953"/>
              </a:xfrm>
              <a:prstGeom prst="ellipse">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grpSp>
        <p:grpSp>
          <p:nvGrpSpPr>
            <p:cNvPr id="1303" name="Google Shape;1303;g290a7fa45b5_0_309"/>
            <p:cNvGrpSpPr/>
            <p:nvPr/>
          </p:nvGrpSpPr>
          <p:grpSpPr>
            <a:xfrm>
              <a:off x="10348331" y="4975362"/>
              <a:ext cx="592466" cy="86812"/>
              <a:chOff x="779647" y="1103900"/>
              <a:chExt cx="592466" cy="86812"/>
            </a:xfrm>
          </p:grpSpPr>
          <p:sp>
            <p:nvSpPr>
              <p:cNvPr id="1304" name="Google Shape;1304;g290a7fa45b5_0_309"/>
              <p:cNvSpPr/>
              <p:nvPr/>
            </p:nvSpPr>
            <p:spPr>
              <a:xfrm>
                <a:off x="779647" y="1103900"/>
                <a:ext cx="83953" cy="83953"/>
              </a:xfrm>
              <a:prstGeom prst="ellipse">
                <a:avLst/>
              </a:prstGeom>
              <a:no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05" name="Google Shape;1305;g290a7fa45b5_0_309"/>
              <p:cNvSpPr/>
              <p:nvPr/>
            </p:nvSpPr>
            <p:spPr>
              <a:xfrm>
                <a:off x="905942" y="1106660"/>
                <a:ext cx="83953" cy="83953"/>
              </a:xfrm>
              <a:prstGeom prst="ellipse">
                <a:avLst/>
              </a:prstGeom>
              <a:no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06" name="Google Shape;1306;g290a7fa45b5_0_309"/>
              <p:cNvSpPr/>
              <p:nvPr/>
            </p:nvSpPr>
            <p:spPr>
              <a:xfrm>
                <a:off x="1034556" y="1106759"/>
                <a:ext cx="83953" cy="83953"/>
              </a:xfrm>
              <a:prstGeom prst="ellipse">
                <a:avLst/>
              </a:prstGeom>
              <a:no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07" name="Google Shape;1307;g290a7fa45b5_0_309"/>
              <p:cNvSpPr/>
              <p:nvPr/>
            </p:nvSpPr>
            <p:spPr>
              <a:xfrm>
                <a:off x="1162413" y="1105913"/>
                <a:ext cx="83953" cy="83953"/>
              </a:xfrm>
              <a:prstGeom prst="ellipse">
                <a:avLst/>
              </a:prstGeom>
              <a:no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08" name="Google Shape;1308;g290a7fa45b5_0_309"/>
              <p:cNvSpPr/>
              <p:nvPr/>
            </p:nvSpPr>
            <p:spPr>
              <a:xfrm>
                <a:off x="1288160" y="1104065"/>
                <a:ext cx="83953" cy="83953"/>
              </a:xfrm>
              <a:prstGeom prst="ellipse">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grpSp>
        <p:sp>
          <p:nvSpPr>
            <p:cNvPr id="1309" name="Google Shape;1309;g290a7fa45b5_0_309"/>
            <p:cNvSpPr/>
            <p:nvPr/>
          </p:nvSpPr>
          <p:spPr>
            <a:xfrm>
              <a:off x="4982362" y="792428"/>
              <a:ext cx="2165068" cy="59971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10" name="Google Shape;1310;g290a7fa45b5_0_309"/>
            <p:cNvSpPr txBox="1"/>
            <p:nvPr/>
          </p:nvSpPr>
          <p:spPr>
            <a:xfrm>
              <a:off x="4980903" y="736288"/>
              <a:ext cx="2174693"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chemeClr val="lt1"/>
                  </a:solidFill>
                  <a:latin typeface="Arial"/>
                  <a:ea typeface="Arial"/>
                  <a:cs typeface="Arial"/>
                  <a:sym typeface="Arial"/>
                </a:rPr>
                <a:t>Recall Process Review</a:t>
              </a:r>
              <a:endParaRPr sz="1400" b="0" i="0" u="none" strike="noStrike" cap="none">
                <a:solidFill>
                  <a:srgbClr val="000000"/>
                </a:solidFill>
                <a:latin typeface="Arial"/>
                <a:ea typeface="Arial"/>
                <a:cs typeface="Arial"/>
                <a:sym typeface="Arial"/>
              </a:endParaRPr>
            </a:p>
          </p:txBody>
        </p:sp>
      </p:grpSp>
      <p:sp>
        <p:nvSpPr>
          <p:cNvPr id="1311" name="Google Shape;1311;g290a7fa45b5_0_309"/>
          <p:cNvSpPr txBox="1"/>
          <p:nvPr/>
        </p:nvSpPr>
        <p:spPr>
          <a:xfrm>
            <a:off x="7138385" y="2014817"/>
            <a:ext cx="1623801" cy="369332"/>
          </a:xfrm>
          <a:prstGeom prst="rect">
            <a:avLst/>
          </a:prstGeom>
          <a:noFill/>
          <a:ln>
            <a:noFill/>
          </a:ln>
        </p:spPr>
        <p:txBody>
          <a:bodyPr spcFirstLastPara="1" wrap="square" lIns="91425" tIns="45700" rIns="91425" bIns="45700" anchor="t" anchorCtr="0">
            <a:spAutoFit/>
          </a:bodyPr>
          <a:lstStyle/>
          <a:p>
            <a:pPr marL="75438" marR="0" lvl="0" indent="-75438" algn="l" rtl="0">
              <a:lnSpc>
                <a:spcPct val="100000"/>
              </a:lnSpc>
              <a:spcBef>
                <a:spcPts val="0"/>
              </a:spcBef>
              <a:spcAft>
                <a:spcPts val="0"/>
              </a:spcAft>
              <a:buClr>
                <a:srgbClr val="000000"/>
              </a:buClr>
              <a:buSzPts val="900"/>
              <a:buFont typeface="Arial"/>
              <a:buChar char="•"/>
            </a:pPr>
            <a:r>
              <a:rPr lang="en-US" sz="900" b="0" i="0" u="none" strike="noStrike" cap="none">
                <a:solidFill>
                  <a:schemeClr val="lt1"/>
                </a:solidFill>
                <a:latin typeface="Arial"/>
                <a:ea typeface="Arial"/>
                <a:cs typeface="Arial"/>
                <a:sym typeface="Arial"/>
              </a:rPr>
              <a:t>HOST services to support and question/issues </a:t>
            </a:r>
            <a:endParaRPr sz="1400" b="0" i="0" u="none" strike="noStrike" cap="none">
              <a:solidFill>
                <a:srgbClr val="000000"/>
              </a:solidFill>
              <a:latin typeface="Arial"/>
              <a:ea typeface="Arial"/>
              <a:cs typeface="Arial"/>
              <a:sym typeface="Arial"/>
            </a:endParaRPr>
          </a:p>
        </p:txBody>
      </p:sp>
    </p:spTree>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15"/>
        <p:cNvGrpSpPr/>
        <p:nvPr/>
      </p:nvGrpSpPr>
      <p:grpSpPr>
        <a:xfrm>
          <a:off x="0" y="0"/>
          <a:ext cx="0" cy="0"/>
          <a:chOff x="0" y="0"/>
          <a:chExt cx="0" cy="0"/>
        </a:xfrm>
      </p:grpSpPr>
      <p:sp>
        <p:nvSpPr>
          <p:cNvPr id="1316" name="Google Shape;1316;g28f097667f8_0_435"/>
          <p:cNvSpPr txBox="1">
            <a:spLocks noGrp="1"/>
          </p:cNvSpPr>
          <p:nvPr>
            <p:ph type="title"/>
          </p:nvPr>
        </p:nvSpPr>
        <p:spPr>
          <a:xfrm>
            <a:off x="296411" y="5"/>
            <a:ext cx="8551200" cy="618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2400"/>
              <a:buNone/>
            </a:pPr>
            <a:r>
              <a:rPr lang="en-US" sz="2000">
                <a:solidFill>
                  <a:schemeClr val="dk2"/>
                </a:solidFill>
              </a:rPr>
              <a:t>TraceLink’s Alerting System Provides Coverage and Reliability</a:t>
            </a:r>
            <a:endParaRPr sz="2000"/>
          </a:p>
        </p:txBody>
      </p:sp>
      <p:sp>
        <p:nvSpPr>
          <p:cNvPr id="1317" name="Google Shape;1317;g28f097667f8_0_435"/>
          <p:cNvSpPr/>
          <p:nvPr/>
        </p:nvSpPr>
        <p:spPr>
          <a:xfrm flipH="1">
            <a:off x="0" y="4397090"/>
            <a:ext cx="9144000" cy="40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200" b="1" i="0" u="none" strike="noStrike" cap="none">
                <a:solidFill>
                  <a:schemeClr val="lt1"/>
                </a:solidFill>
                <a:latin typeface="Arial"/>
                <a:ea typeface="Arial"/>
                <a:cs typeface="Arial"/>
                <a:sym typeface="Arial"/>
              </a:rPr>
              <a:t>TraceLink sources recalls, safety alerts, and market withdrawal notices from the FDA to receive automatic updates</a:t>
            </a:r>
            <a:r>
              <a:rPr lang="en-US" sz="1200" b="1" i="0" u="none" strike="noStrike" cap="none">
                <a:solidFill>
                  <a:schemeClr val="lt1"/>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a:t>
            </a:r>
            <a:endParaRPr sz="1200" b="1" i="0" u="none" strike="noStrike" cap="none">
              <a:solidFill>
                <a:srgbClr val="000000"/>
              </a:solidFill>
              <a:latin typeface="Arial"/>
              <a:ea typeface="Arial"/>
              <a:cs typeface="Arial"/>
              <a:sym typeface="Arial"/>
            </a:endParaRPr>
          </a:p>
        </p:txBody>
      </p:sp>
      <p:sp>
        <p:nvSpPr>
          <p:cNvPr id="1318" name="Google Shape;1318;g28f097667f8_0_435"/>
          <p:cNvSpPr txBox="1">
            <a:spLocks noGrp="1"/>
          </p:cNvSpPr>
          <p:nvPr>
            <p:ph type="body" idx="4294967295"/>
          </p:nvPr>
        </p:nvSpPr>
        <p:spPr>
          <a:xfrm>
            <a:off x="294894" y="1770323"/>
            <a:ext cx="1870800" cy="2240400"/>
          </a:xfrm>
          <a:prstGeom prst="rect">
            <a:avLst/>
          </a:prstGeom>
          <a:no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279400" lvl="0" indent="-254000" algn="l" rtl="0">
              <a:lnSpc>
                <a:spcPct val="115000"/>
              </a:lnSpc>
              <a:spcBef>
                <a:spcPts val="0"/>
              </a:spcBef>
              <a:spcAft>
                <a:spcPts val="0"/>
              </a:spcAft>
              <a:buSzPts val="1200"/>
              <a:buChar char="•"/>
            </a:pPr>
            <a:r>
              <a:rPr lang="en-US" sz="1200"/>
              <a:t>Prescription</a:t>
            </a:r>
            <a:endParaRPr sz="1200"/>
          </a:p>
          <a:p>
            <a:pPr marL="279400" lvl="0" indent="-254000" algn="l" rtl="0">
              <a:lnSpc>
                <a:spcPct val="115000"/>
              </a:lnSpc>
              <a:spcBef>
                <a:spcPts val="500"/>
              </a:spcBef>
              <a:spcAft>
                <a:spcPts val="0"/>
              </a:spcAft>
              <a:buSzPts val="1200"/>
              <a:buChar char="•"/>
            </a:pPr>
            <a:r>
              <a:rPr lang="en-US" sz="1200"/>
              <a:t>OTC</a:t>
            </a:r>
            <a:endParaRPr sz="1200"/>
          </a:p>
          <a:p>
            <a:pPr marL="279400" lvl="0" indent="-254000" algn="l" rtl="0">
              <a:lnSpc>
                <a:spcPct val="115000"/>
              </a:lnSpc>
              <a:spcBef>
                <a:spcPts val="500"/>
              </a:spcBef>
              <a:spcAft>
                <a:spcPts val="0"/>
              </a:spcAft>
              <a:buSzPts val="1200"/>
              <a:buChar char="•"/>
            </a:pPr>
            <a:r>
              <a:rPr lang="en-US" sz="1200"/>
              <a:t>Compounded drugs</a:t>
            </a:r>
            <a:endParaRPr sz="1200"/>
          </a:p>
          <a:p>
            <a:pPr marL="279400" lvl="0" indent="-254000" algn="l" rtl="0">
              <a:lnSpc>
                <a:spcPct val="115000"/>
              </a:lnSpc>
              <a:spcBef>
                <a:spcPts val="500"/>
              </a:spcBef>
              <a:spcAft>
                <a:spcPts val="0"/>
              </a:spcAft>
              <a:buSzPts val="1200"/>
              <a:buChar char="•"/>
            </a:pPr>
            <a:r>
              <a:rPr lang="en-US" sz="1200"/>
              <a:t>Investigational drugs</a:t>
            </a:r>
            <a:endParaRPr sz="1200"/>
          </a:p>
          <a:p>
            <a:pPr marL="279400" lvl="0" indent="-254000" algn="l" rtl="0">
              <a:lnSpc>
                <a:spcPct val="115000"/>
              </a:lnSpc>
              <a:spcBef>
                <a:spcPts val="500"/>
              </a:spcBef>
              <a:spcAft>
                <a:spcPts val="500"/>
              </a:spcAft>
              <a:buSzPts val="1200"/>
              <a:buChar char="•"/>
            </a:pPr>
            <a:r>
              <a:rPr lang="en-US" sz="1200"/>
              <a:t>Any product classified as a drug by the FDA for human use</a:t>
            </a:r>
            <a:endParaRPr sz="1200"/>
          </a:p>
        </p:txBody>
      </p:sp>
      <p:sp>
        <p:nvSpPr>
          <p:cNvPr id="1319" name="Google Shape;1319;g28f097667f8_0_435"/>
          <p:cNvSpPr txBox="1">
            <a:spLocks noGrp="1"/>
          </p:cNvSpPr>
          <p:nvPr>
            <p:ph type="body" idx="4294967295"/>
          </p:nvPr>
        </p:nvSpPr>
        <p:spPr>
          <a:xfrm>
            <a:off x="296438" y="1019363"/>
            <a:ext cx="1870800" cy="749700"/>
          </a:xfrm>
          <a:prstGeom prst="rect">
            <a:avLst/>
          </a:prstGeom>
          <a:solidFill>
            <a:schemeClr val="accent1"/>
          </a:solid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1800"/>
              <a:buNone/>
            </a:pPr>
            <a:r>
              <a:rPr lang="en-US" sz="1600" b="1">
                <a:solidFill>
                  <a:schemeClr val="lt1"/>
                </a:solidFill>
              </a:rPr>
              <a:t>Drugs</a:t>
            </a:r>
            <a:endParaRPr sz="1600" b="1">
              <a:solidFill>
                <a:schemeClr val="lt1"/>
              </a:solidFill>
            </a:endParaRPr>
          </a:p>
        </p:txBody>
      </p:sp>
      <p:sp>
        <p:nvSpPr>
          <p:cNvPr id="1320" name="Google Shape;1320;g28f097667f8_0_435"/>
          <p:cNvSpPr txBox="1">
            <a:spLocks noGrp="1"/>
          </p:cNvSpPr>
          <p:nvPr>
            <p:ph type="body" idx="4294967295"/>
          </p:nvPr>
        </p:nvSpPr>
        <p:spPr>
          <a:xfrm>
            <a:off x="2520132" y="1770323"/>
            <a:ext cx="1870800" cy="2240400"/>
          </a:xfrm>
          <a:prstGeom prst="rect">
            <a:avLst/>
          </a:prstGeom>
          <a:noFill/>
          <a:ln w="9525" cap="flat" cmpd="sng">
            <a:solidFill>
              <a:schemeClr val="dk2"/>
            </a:solidFill>
            <a:prstDash val="solid"/>
            <a:round/>
            <a:headEnd type="none" w="sm" len="sm"/>
            <a:tailEnd type="none" w="sm" len="sm"/>
          </a:ln>
        </p:spPr>
        <p:txBody>
          <a:bodyPr spcFirstLastPara="1" wrap="square" lIns="91425" tIns="45700" rIns="91425" bIns="45700" anchor="t" anchorCtr="0">
            <a:normAutofit/>
          </a:bodyPr>
          <a:lstStyle/>
          <a:p>
            <a:pPr marL="279400" lvl="0" indent="-279400" algn="l" rtl="0">
              <a:lnSpc>
                <a:spcPct val="115000"/>
              </a:lnSpc>
              <a:spcBef>
                <a:spcPts val="0"/>
              </a:spcBef>
              <a:spcAft>
                <a:spcPts val="0"/>
              </a:spcAft>
              <a:buSzPts val="1600"/>
              <a:buChar char="•"/>
            </a:pPr>
            <a:r>
              <a:rPr lang="en-US" sz="13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Vaccines</a:t>
            </a:r>
            <a:endParaRPr sz="13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endParaRPr>
          </a:p>
          <a:p>
            <a:pPr marL="279400" lvl="0" indent="-279400" algn="l" rtl="0">
              <a:lnSpc>
                <a:spcPct val="115000"/>
              </a:lnSpc>
              <a:spcBef>
                <a:spcPts val="500"/>
              </a:spcBef>
              <a:spcAft>
                <a:spcPts val="500"/>
              </a:spcAft>
              <a:buSzPts val="1600"/>
              <a:buChar char="•"/>
            </a:pPr>
            <a:r>
              <a:rPr lang="en-US" sz="13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
                  </a:ext>
                </a:extLst>
              </a:rPr>
              <a:t>Blood</a:t>
            </a:r>
            <a:r>
              <a:rPr lang="en-US" sz="1300"/>
              <a:t> products</a:t>
            </a:r>
            <a:endParaRPr sz="1300"/>
          </a:p>
        </p:txBody>
      </p:sp>
      <p:sp>
        <p:nvSpPr>
          <p:cNvPr id="1321" name="Google Shape;1321;g28f097667f8_0_435"/>
          <p:cNvSpPr txBox="1">
            <a:spLocks noGrp="1"/>
          </p:cNvSpPr>
          <p:nvPr>
            <p:ph type="body" idx="4294967295"/>
          </p:nvPr>
        </p:nvSpPr>
        <p:spPr>
          <a:xfrm>
            <a:off x="2520131" y="1019363"/>
            <a:ext cx="1870800" cy="749700"/>
          </a:xfrm>
          <a:prstGeom prst="rect">
            <a:avLst/>
          </a:prstGeom>
          <a:solidFill>
            <a:schemeClr val="accent1"/>
          </a:solid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1800"/>
              <a:buNone/>
            </a:pPr>
            <a:r>
              <a:rPr lang="en-US" sz="1600" b="1">
                <a:solidFill>
                  <a:schemeClr val="lt1"/>
                </a:solidFill>
              </a:rPr>
              <a:t>Biologics</a:t>
            </a:r>
            <a:endParaRPr sz="1600" b="1">
              <a:solidFill>
                <a:schemeClr val="lt1"/>
              </a:solidFill>
            </a:endParaRPr>
          </a:p>
        </p:txBody>
      </p:sp>
      <p:sp>
        <p:nvSpPr>
          <p:cNvPr id="1322" name="Google Shape;1322;g28f097667f8_0_435"/>
          <p:cNvSpPr txBox="1">
            <a:spLocks noGrp="1"/>
          </p:cNvSpPr>
          <p:nvPr>
            <p:ph type="body" idx="4294967295"/>
          </p:nvPr>
        </p:nvSpPr>
        <p:spPr>
          <a:xfrm>
            <a:off x="4748523" y="1770323"/>
            <a:ext cx="1870800" cy="2240400"/>
          </a:xfrm>
          <a:prstGeom prst="rect">
            <a:avLst/>
          </a:prstGeom>
          <a:noFill/>
          <a:ln w="9525" cap="flat" cmpd="sng">
            <a:solidFill>
              <a:schemeClr val="dk2"/>
            </a:solidFill>
            <a:prstDash val="solid"/>
            <a:round/>
            <a:headEnd type="none" w="sm" len="sm"/>
            <a:tailEnd type="none" w="sm" len="sm"/>
          </a:ln>
        </p:spPr>
        <p:txBody>
          <a:bodyPr spcFirstLastPara="1" wrap="square" lIns="91425" tIns="45700" rIns="91425" bIns="45700" anchor="t" anchorCtr="0">
            <a:normAutofit/>
          </a:bodyPr>
          <a:lstStyle/>
          <a:p>
            <a:pPr marL="279400" lvl="0" indent="-279400" algn="l" rtl="0">
              <a:lnSpc>
                <a:spcPct val="115000"/>
              </a:lnSpc>
              <a:spcBef>
                <a:spcPts val="0"/>
              </a:spcBef>
              <a:spcAft>
                <a:spcPts val="0"/>
              </a:spcAft>
              <a:buSzPts val="1600"/>
              <a:buChar char="•"/>
            </a:pPr>
            <a:r>
              <a:rPr lang="en-US" sz="1300"/>
              <a:t>Implantable devices</a:t>
            </a:r>
            <a:endParaRPr sz="1300"/>
          </a:p>
          <a:p>
            <a:pPr marL="279400" lvl="0" indent="-279400" algn="l" rtl="0">
              <a:lnSpc>
                <a:spcPct val="115000"/>
              </a:lnSpc>
              <a:spcBef>
                <a:spcPts val="500"/>
              </a:spcBef>
              <a:spcAft>
                <a:spcPts val="0"/>
              </a:spcAft>
              <a:buSzPts val="1600"/>
              <a:buChar char="•"/>
            </a:pPr>
            <a:r>
              <a:rPr lang="en-US" sz="1300"/>
              <a:t>Diagnostic devices</a:t>
            </a:r>
            <a:endParaRPr sz="1300"/>
          </a:p>
          <a:p>
            <a:pPr marL="279400" lvl="0" indent="-279400" algn="l" rtl="0">
              <a:lnSpc>
                <a:spcPct val="115000"/>
              </a:lnSpc>
              <a:spcBef>
                <a:spcPts val="500"/>
              </a:spcBef>
              <a:spcAft>
                <a:spcPts val="0"/>
              </a:spcAft>
              <a:buSzPts val="1600"/>
              <a:buChar char="•"/>
            </a:pPr>
            <a:r>
              <a:rPr lang="en-US" sz="1300"/>
              <a:t>Therapeutic devices</a:t>
            </a:r>
            <a:endParaRPr sz="1300"/>
          </a:p>
          <a:p>
            <a:pPr marL="279400" lvl="0" indent="-279400" algn="l" rtl="0">
              <a:lnSpc>
                <a:spcPct val="115000"/>
              </a:lnSpc>
              <a:spcBef>
                <a:spcPts val="500"/>
              </a:spcBef>
              <a:spcAft>
                <a:spcPts val="500"/>
              </a:spcAft>
              <a:buSzPts val="1600"/>
              <a:buChar char="•"/>
            </a:pPr>
            <a:r>
              <a:rPr lang="en-US" sz="1300"/>
              <a:t>Supply products</a:t>
            </a:r>
            <a:endParaRPr sz="1300"/>
          </a:p>
        </p:txBody>
      </p:sp>
      <p:sp>
        <p:nvSpPr>
          <p:cNvPr id="1323" name="Google Shape;1323;g28f097667f8_0_435"/>
          <p:cNvSpPr txBox="1">
            <a:spLocks noGrp="1"/>
          </p:cNvSpPr>
          <p:nvPr>
            <p:ph type="body" idx="4294967295"/>
          </p:nvPr>
        </p:nvSpPr>
        <p:spPr>
          <a:xfrm>
            <a:off x="4748522" y="1019363"/>
            <a:ext cx="1870800" cy="749700"/>
          </a:xfrm>
          <a:prstGeom prst="rect">
            <a:avLst/>
          </a:prstGeom>
          <a:solidFill>
            <a:schemeClr val="accent1"/>
          </a:solid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1800"/>
              <a:buNone/>
            </a:pPr>
            <a:r>
              <a:rPr lang="en-US" sz="1600" b="1">
                <a:solidFill>
                  <a:schemeClr val="lt1"/>
                </a:solidFill>
              </a:rPr>
              <a:t>Medical Devices</a:t>
            </a:r>
            <a:endParaRPr sz="1600" b="1">
              <a:solidFill>
                <a:schemeClr val="lt1"/>
              </a:solidFill>
            </a:endParaRPr>
          </a:p>
        </p:txBody>
      </p:sp>
      <p:sp>
        <p:nvSpPr>
          <p:cNvPr id="1324" name="Google Shape;1324;g28f097667f8_0_435"/>
          <p:cNvSpPr txBox="1">
            <a:spLocks noGrp="1"/>
          </p:cNvSpPr>
          <p:nvPr>
            <p:ph type="body" idx="4294967295"/>
          </p:nvPr>
        </p:nvSpPr>
        <p:spPr>
          <a:xfrm>
            <a:off x="6976913" y="1770323"/>
            <a:ext cx="1870800" cy="2240400"/>
          </a:xfrm>
          <a:prstGeom prst="rect">
            <a:avLst/>
          </a:prstGeom>
          <a:noFill/>
          <a:ln w="9525" cap="flat" cmpd="sng">
            <a:solidFill>
              <a:schemeClr val="dk2"/>
            </a:solidFill>
            <a:prstDash val="solid"/>
            <a:round/>
            <a:headEnd type="none" w="sm" len="sm"/>
            <a:tailEnd type="none" w="sm" len="sm"/>
          </a:ln>
        </p:spPr>
        <p:txBody>
          <a:bodyPr spcFirstLastPara="1" wrap="square" lIns="91425" tIns="45700" rIns="91425" bIns="45700" anchor="t" anchorCtr="0">
            <a:normAutofit/>
          </a:bodyPr>
          <a:lstStyle/>
          <a:p>
            <a:pPr marL="279400" lvl="0" indent="-279400" algn="l" rtl="0">
              <a:lnSpc>
                <a:spcPct val="115000"/>
              </a:lnSpc>
              <a:spcBef>
                <a:spcPts val="0"/>
              </a:spcBef>
              <a:spcAft>
                <a:spcPts val="0"/>
              </a:spcAft>
              <a:buSzPts val="1600"/>
              <a:buChar char="•"/>
            </a:pPr>
            <a:r>
              <a:rPr lang="en-US" sz="13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Animal </a:t>
            </a:r>
            <a:r>
              <a:rPr lang="en-US" sz="1300"/>
              <a:t>vaccines</a:t>
            </a:r>
            <a:endParaRPr sz="1300"/>
          </a:p>
          <a:p>
            <a:pPr marL="279400" lvl="0" indent="-279400" algn="l" rtl="0">
              <a:lnSpc>
                <a:spcPct val="115000"/>
              </a:lnSpc>
              <a:spcBef>
                <a:spcPts val="500"/>
              </a:spcBef>
              <a:spcAft>
                <a:spcPts val="0"/>
              </a:spcAft>
              <a:buSzPts val="1600"/>
              <a:buChar char="•"/>
            </a:pPr>
            <a:r>
              <a:rPr lang="en-US" sz="1300"/>
              <a:t>Feed additives</a:t>
            </a:r>
            <a:endParaRPr sz="1300"/>
          </a:p>
          <a:p>
            <a:pPr marL="279400" lvl="0" indent="-279400" algn="l" rtl="0">
              <a:lnSpc>
                <a:spcPct val="115000"/>
              </a:lnSpc>
              <a:spcBef>
                <a:spcPts val="500"/>
              </a:spcBef>
              <a:spcAft>
                <a:spcPts val="0"/>
              </a:spcAft>
              <a:buSzPts val="1600"/>
              <a:buChar char="•"/>
            </a:pPr>
            <a:r>
              <a:rPr lang="en-US" sz="1300"/>
              <a:t>Medicated feed</a:t>
            </a:r>
            <a:endParaRPr sz="1300"/>
          </a:p>
          <a:p>
            <a:pPr marL="279400" lvl="0" indent="-279400" algn="l" rtl="0">
              <a:lnSpc>
                <a:spcPct val="115000"/>
              </a:lnSpc>
              <a:spcBef>
                <a:spcPts val="500"/>
              </a:spcBef>
              <a:spcAft>
                <a:spcPts val="0"/>
              </a:spcAft>
              <a:buSzPts val="1600"/>
              <a:buChar char="•"/>
            </a:pPr>
            <a:r>
              <a:rPr lang="en-US" sz="1300"/>
              <a:t>Pet food and treats</a:t>
            </a:r>
            <a:endParaRPr sz="1300"/>
          </a:p>
          <a:p>
            <a:pPr marL="279400" lvl="0" indent="-279400" algn="l" rtl="0">
              <a:lnSpc>
                <a:spcPct val="115000"/>
              </a:lnSpc>
              <a:spcBef>
                <a:spcPts val="500"/>
              </a:spcBef>
              <a:spcAft>
                <a:spcPts val="0"/>
              </a:spcAft>
              <a:buSzPts val="1600"/>
              <a:buChar char="•"/>
            </a:pPr>
            <a:r>
              <a:rPr lang="en-US" sz="1300"/>
              <a:t>Livestock feed</a:t>
            </a:r>
            <a:endParaRPr sz="1300"/>
          </a:p>
          <a:p>
            <a:pPr marL="279400" lvl="0" indent="-279400" algn="l" rtl="0">
              <a:lnSpc>
                <a:spcPct val="115000"/>
              </a:lnSpc>
              <a:spcBef>
                <a:spcPts val="500"/>
              </a:spcBef>
              <a:spcAft>
                <a:spcPts val="500"/>
              </a:spcAft>
              <a:buSzPts val="1600"/>
              <a:buChar char="•"/>
            </a:pPr>
            <a:r>
              <a:rPr lang="en-US" sz="1300"/>
              <a:t>Biologics for veterinary use</a:t>
            </a:r>
            <a:endParaRPr sz="1300"/>
          </a:p>
        </p:txBody>
      </p:sp>
      <p:sp>
        <p:nvSpPr>
          <p:cNvPr id="1325" name="Google Shape;1325;g28f097667f8_0_435"/>
          <p:cNvSpPr txBox="1">
            <a:spLocks noGrp="1"/>
          </p:cNvSpPr>
          <p:nvPr>
            <p:ph type="body" idx="4294967295"/>
          </p:nvPr>
        </p:nvSpPr>
        <p:spPr>
          <a:xfrm>
            <a:off x="6976913" y="1019363"/>
            <a:ext cx="1870800" cy="749700"/>
          </a:xfrm>
          <a:prstGeom prst="rect">
            <a:avLst/>
          </a:prstGeom>
          <a:solidFill>
            <a:schemeClr val="accent1"/>
          </a:solid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1800"/>
              <a:buNone/>
            </a:pPr>
            <a:r>
              <a:rPr lang="en-US" sz="1600" b="1">
                <a:solidFill>
                  <a:schemeClr val="lt1"/>
                </a:solidFill>
              </a:rPr>
              <a:t>Veterinary</a:t>
            </a:r>
            <a:endParaRPr sz="1600" b="1">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30"/>
        <p:cNvGrpSpPr/>
        <p:nvPr/>
      </p:nvGrpSpPr>
      <p:grpSpPr>
        <a:xfrm>
          <a:off x="0" y="0"/>
          <a:ext cx="0" cy="0"/>
          <a:chOff x="0" y="0"/>
          <a:chExt cx="0" cy="0"/>
        </a:xfrm>
      </p:grpSpPr>
      <p:sp>
        <p:nvSpPr>
          <p:cNvPr id="1331" name="Google Shape;1331;g28f097667f8_0_870"/>
          <p:cNvSpPr txBox="1">
            <a:spLocks noGrp="1"/>
          </p:cNvSpPr>
          <p:nvPr>
            <p:ph type="title"/>
          </p:nvPr>
        </p:nvSpPr>
        <p:spPr>
          <a:xfrm>
            <a:off x="222324" y="10275"/>
            <a:ext cx="8367600" cy="464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2"/>
              </a:buClr>
              <a:buSzPts val="2070"/>
              <a:buFont typeface="Arial"/>
              <a:buNone/>
            </a:pPr>
            <a:r>
              <a:rPr lang="en-US" sz="1770">
                <a:solidFill>
                  <a:schemeClr val="dk2"/>
                </a:solidFill>
              </a:rPr>
              <a:t>Dedicated Dispenser Support - Healthcare Operations Services Team (HOST)</a:t>
            </a:r>
            <a:endParaRPr sz="2130"/>
          </a:p>
        </p:txBody>
      </p:sp>
      <p:grpSp>
        <p:nvGrpSpPr>
          <p:cNvPr id="1332" name="Google Shape;1332;g28f097667f8_0_870"/>
          <p:cNvGrpSpPr/>
          <p:nvPr/>
        </p:nvGrpSpPr>
        <p:grpSpPr>
          <a:xfrm>
            <a:off x="1053517" y="3929722"/>
            <a:ext cx="7036964" cy="809781"/>
            <a:chOff x="1593000" y="2322568"/>
            <a:chExt cx="5957975" cy="643500"/>
          </a:xfrm>
        </p:grpSpPr>
        <p:sp>
          <p:nvSpPr>
            <p:cNvPr id="1333" name="Google Shape;1333;g28f097667f8_0_870"/>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34" name="Google Shape;1334;g28f097667f8_0_870"/>
            <p:cNvSpPr/>
            <p:nvPr/>
          </p:nvSpPr>
          <p:spPr>
            <a:xfrm flipH="1">
              <a:off x="2283025" y="2322575"/>
              <a:ext cx="1844400" cy="642600"/>
            </a:xfrm>
            <a:prstGeom prst="rect">
              <a:avLst/>
            </a:prstGeom>
            <a:solidFill>
              <a:srgbClr val="0B714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35" name="Google Shape;1335;g28f097667f8_0_870"/>
            <p:cNvSpPr/>
            <p:nvPr/>
          </p:nvSpPr>
          <p:spPr>
            <a:xfrm rot="-5400000">
              <a:off x="3501574" y="1934671"/>
              <a:ext cx="643356" cy="1419149"/>
            </a:xfrm>
            <a:prstGeom prst="flowChartOffpageConnector">
              <a:avLst/>
            </a:prstGeom>
            <a:solidFill>
              <a:srgbClr val="0B714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36" name="Google Shape;1336;g28f097667f8_0_870"/>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FFFFFF"/>
                </a:buClr>
                <a:buSzPts val="1300"/>
                <a:buFont typeface="Roboto Medium"/>
                <a:buNone/>
              </a:pPr>
              <a:r>
                <a:rPr lang="en-US" sz="1300">
                  <a:solidFill>
                    <a:srgbClr val="FFFFFF"/>
                  </a:solidFill>
                  <a:latin typeface="Roboto Medium"/>
                  <a:ea typeface="Roboto Medium"/>
                  <a:cs typeface="Roboto Medium"/>
                  <a:sym typeface="Roboto Medium"/>
                </a:rPr>
                <a:t>Proactive Transaction Monitoring</a:t>
              </a:r>
              <a:endParaRPr sz="1300">
                <a:solidFill>
                  <a:srgbClr val="FFFFFF"/>
                </a:solidFill>
                <a:latin typeface="Roboto"/>
                <a:ea typeface="Roboto"/>
                <a:cs typeface="Roboto"/>
                <a:sym typeface="Roboto"/>
              </a:endParaRPr>
            </a:p>
          </p:txBody>
        </p:sp>
        <p:sp>
          <p:nvSpPr>
            <p:cNvPr id="1337" name="Google Shape;1337;g28f097667f8_0_870"/>
            <p:cNvSpPr/>
            <p:nvPr/>
          </p:nvSpPr>
          <p:spPr>
            <a:xfrm>
              <a:off x="1593000" y="2322568"/>
              <a:ext cx="690000" cy="642300"/>
            </a:xfrm>
            <a:prstGeom prst="rect">
              <a:avLst/>
            </a:prstGeom>
            <a:solidFill>
              <a:srgbClr val="0B7743"/>
            </a:solidFill>
            <a:ln>
              <a:noFill/>
            </a:ln>
            <a:effectLst>
              <a:outerShdw blurRad="71438" dist="28575" dir="2700000" algn="bl" rotWithShape="0">
                <a:srgbClr val="000000">
                  <a:alpha val="16860"/>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38" name="Google Shape;1338;g28f097667f8_0_870"/>
            <p:cNvSpPr/>
            <p:nvPr/>
          </p:nvSpPr>
          <p:spPr>
            <a:xfrm>
              <a:off x="1593000" y="2322575"/>
              <a:ext cx="690000" cy="642600"/>
            </a:xfrm>
            <a:prstGeom prst="rect">
              <a:avLst/>
            </a:prstGeom>
            <a:solidFill>
              <a:srgbClr val="0C8148"/>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2900"/>
                <a:buFont typeface="Arial"/>
                <a:buNone/>
              </a:pPr>
              <a:endParaRPr sz="2900">
                <a:solidFill>
                  <a:srgbClr val="FFFFFF"/>
                </a:solidFill>
                <a:latin typeface="Roboto Thin"/>
                <a:ea typeface="Roboto Thin"/>
                <a:cs typeface="Roboto Thin"/>
                <a:sym typeface="Roboto Thin"/>
              </a:endParaRPr>
            </a:p>
          </p:txBody>
        </p:sp>
        <p:sp>
          <p:nvSpPr>
            <p:cNvPr id="1339" name="Google Shape;1339;g28f097667f8_0_870"/>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457200" marR="0" lvl="0" indent="-298450" algn="l" rtl="0">
                <a:lnSpc>
                  <a:spcPct val="115000"/>
                </a:lnSpc>
                <a:spcBef>
                  <a:spcPts val="0"/>
                </a:spcBef>
                <a:spcAft>
                  <a:spcPts val="0"/>
                </a:spcAft>
                <a:buClr>
                  <a:srgbClr val="0B7140"/>
                </a:buClr>
                <a:buSzPts val="1100"/>
                <a:buFont typeface="Roboto"/>
                <a:buChar char="●"/>
              </a:pPr>
              <a:r>
                <a:rPr lang="en-US" sz="1100">
                  <a:solidFill>
                    <a:srgbClr val="0B7140"/>
                  </a:solidFill>
                  <a:latin typeface="Roboto"/>
                  <a:ea typeface="Roboto"/>
                  <a:cs typeface="Roboto"/>
                  <a:sym typeface="Roboto"/>
                </a:rPr>
                <a:t>Proactively Monitor and Correct Transaction Errors </a:t>
              </a:r>
              <a:endParaRPr sz="1100">
                <a:solidFill>
                  <a:srgbClr val="0B7140"/>
                </a:solidFill>
                <a:latin typeface="Roboto"/>
                <a:ea typeface="Roboto"/>
                <a:cs typeface="Roboto"/>
                <a:sym typeface="Roboto"/>
              </a:endParaRPr>
            </a:p>
          </p:txBody>
        </p:sp>
      </p:grpSp>
      <p:grpSp>
        <p:nvGrpSpPr>
          <p:cNvPr id="1340" name="Google Shape;1340;g28f097667f8_0_870"/>
          <p:cNvGrpSpPr/>
          <p:nvPr/>
        </p:nvGrpSpPr>
        <p:grpSpPr>
          <a:xfrm>
            <a:off x="1053517" y="3105565"/>
            <a:ext cx="7036964" cy="809781"/>
            <a:chOff x="1593000" y="2322568"/>
            <a:chExt cx="5957975" cy="643500"/>
          </a:xfrm>
        </p:grpSpPr>
        <p:sp>
          <p:nvSpPr>
            <p:cNvPr id="1341" name="Google Shape;1341;g28f097667f8_0_870"/>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42" name="Google Shape;1342;g28f097667f8_0_870"/>
            <p:cNvSpPr/>
            <p:nvPr/>
          </p:nvSpPr>
          <p:spPr>
            <a:xfrm flipH="1">
              <a:off x="2283025" y="2322575"/>
              <a:ext cx="1844400" cy="642600"/>
            </a:xfrm>
            <a:prstGeom prst="rect">
              <a:avLst/>
            </a:prstGeom>
            <a:solidFill>
              <a:srgbClr val="0B714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43" name="Google Shape;1343;g28f097667f8_0_870"/>
            <p:cNvSpPr/>
            <p:nvPr/>
          </p:nvSpPr>
          <p:spPr>
            <a:xfrm rot="-5400000">
              <a:off x="3501574" y="1934671"/>
              <a:ext cx="643356" cy="1419149"/>
            </a:xfrm>
            <a:prstGeom prst="flowChartOffpageConnector">
              <a:avLst/>
            </a:prstGeom>
            <a:solidFill>
              <a:srgbClr val="0B714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44" name="Google Shape;1344;g28f097667f8_0_870"/>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FFFFFF"/>
                </a:buClr>
                <a:buSzPts val="1300"/>
                <a:buFont typeface="Roboto Medium"/>
                <a:buNone/>
              </a:pPr>
              <a:r>
                <a:rPr lang="en-US" sz="1300">
                  <a:solidFill>
                    <a:srgbClr val="FFFFFF"/>
                  </a:solidFill>
                  <a:latin typeface="Roboto Medium"/>
                  <a:ea typeface="Roboto Medium"/>
                  <a:cs typeface="Roboto Medium"/>
                  <a:sym typeface="Roboto Medium"/>
                </a:rPr>
                <a:t>Training and Community</a:t>
              </a:r>
              <a:endParaRPr sz="1300">
                <a:solidFill>
                  <a:srgbClr val="FFFFFF"/>
                </a:solidFill>
                <a:latin typeface="Roboto"/>
                <a:ea typeface="Roboto"/>
                <a:cs typeface="Roboto"/>
                <a:sym typeface="Roboto"/>
              </a:endParaRPr>
            </a:p>
          </p:txBody>
        </p:sp>
        <p:sp>
          <p:nvSpPr>
            <p:cNvPr id="1345" name="Google Shape;1345;g28f097667f8_0_870"/>
            <p:cNvSpPr/>
            <p:nvPr/>
          </p:nvSpPr>
          <p:spPr>
            <a:xfrm>
              <a:off x="1593000" y="2322568"/>
              <a:ext cx="690000" cy="642300"/>
            </a:xfrm>
            <a:prstGeom prst="rect">
              <a:avLst/>
            </a:prstGeom>
            <a:solidFill>
              <a:srgbClr val="0B7743"/>
            </a:solidFill>
            <a:ln>
              <a:noFill/>
            </a:ln>
            <a:effectLst>
              <a:outerShdw blurRad="71438" dist="28575" dir="2700000" algn="bl" rotWithShape="0">
                <a:srgbClr val="000000">
                  <a:alpha val="16860"/>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46" name="Google Shape;1346;g28f097667f8_0_870"/>
            <p:cNvSpPr/>
            <p:nvPr/>
          </p:nvSpPr>
          <p:spPr>
            <a:xfrm>
              <a:off x="1593000" y="2322575"/>
              <a:ext cx="690000" cy="642600"/>
            </a:xfrm>
            <a:prstGeom prst="rect">
              <a:avLst/>
            </a:prstGeom>
            <a:solidFill>
              <a:srgbClr val="0C814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900"/>
                <a:buFont typeface="Arial"/>
                <a:buNone/>
              </a:pPr>
              <a:endParaRPr sz="2900">
                <a:solidFill>
                  <a:srgbClr val="FFFFFF"/>
                </a:solidFill>
                <a:latin typeface="Roboto Thin"/>
                <a:ea typeface="Roboto Thin"/>
                <a:cs typeface="Roboto Thin"/>
                <a:sym typeface="Roboto Thin"/>
              </a:endParaRPr>
            </a:p>
          </p:txBody>
        </p:sp>
        <p:sp>
          <p:nvSpPr>
            <p:cNvPr id="1347" name="Google Shape;1347;g28f097667f8_0_870"/>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457200" marR="0" lvl="0" indent="-298450" algn="l" rtl="0">
                <a:lnSpc>
                  <a:spcPct val="115000"/>
                </a:lnSpc>
                <a:spcBef>
                  <a:spcPts val="0"/>
                </a:spcBef>
                <a:spcAft>
                  <a:spcPts val="0"/>
                </a:spcAft>
                <a:buClr>
                  <a:srgbClr val="0B7140"/>
                </a:buClr>
                <a:buSzPts val="1100"/>
                <a:buFont typeface="Roboto"/>
                <a:buChar char="●"/>
              </a:pPr>
              <a:r>
                <a:rPr lang="en-US" sz="1100">
                  <a:solidFill>
                    <a:srgbClr val="0B7140"/>
                  </a:solidFill>
                  <a:latin typeface="Roboto"/>
                  <a:ea typeface="Roboto"/>
                  <a:cs typeface="Roboto"/>
                  <a:sym typeface="Roboto"/>
                </a:rPr>
                <a:t>Regular Training Sessions</a:t>
              </a:r>
              <a:endParaRPr sz="1100">
                <a:solidFill>
                  <a:srgbClr val="0B7140"/>
                </a:solidFill>
                <a:latin typeface="Roboto"/>
                <a:ea typeface="Roboto"/>
                <a:cs typeface="Roboto"/>
                <a:sym typeface="Roboto"/>
              </a:endParaRPr>
            </a:p>
            <a:p>
              <a:pPr marL="457200" marR="0" lvl="0" indent="-298450" algn="l" rtl="0">
                <a:lnSpc>
                  <a:spcPct val="115000"/>
                </a:lnSpc>
                <a:spcBef>
                  <a:spcPts val="0"/>
                </a:spcBef>
                <a:spcAft>
                  <a:spcPts val="0"/>
                </a:spcAft>
                <a:buClr>
                  <a:srgbClr val="0B7140"/>
                </a:buClr>
                <a:buSzPts val="1100"/>
                <a:buFont typeface="Roboto"/>
                <a:buChar char="●"/>
              </a:pPr>
              <a:r>
                <a:rPr lang="en-US" sz="1100">
                  <a:solidFill>
                    <a:srgbClr val="0B7140"/>
                  </a:solidFill>
                  <a:latin typeface="Roboto"/>
                  <a:ea typeface="Roboto"/>
                  <a:cs typeface="Roboto"/>
                  <a:sym typeface="Roboto"/>
                </a:rPr>
                <a:t>Community Access Providing Industry Updates</a:t>
              </a:r>
              <a:endParaRPr sz="1100">
                <a:solidFill>
                  <a:srgbClr val="0B7140"/>
                </a:solidFill>
                <a:latin typeface="Roboto"/>
                <a:ea typeface="Roboto"/>
                <a:cs typeface="Roboto"/>
                <a:sym typeface="Roboto"/>
              </a:endParaRPr>
            </a:p>
            <a:p>
              <a:pPr marL="457200" marR="0" lvl="0" indent="-298450" algn="l" rtl="0">
                <a:lnSpc>
                  <a:spcPct val="115000"/>
                </a:lnSpc>
                <a:spcBef>
                  <a:spcPts val="0"/>
                </a:spcBef>
                <a:spcAft>
                  <a:spcPts val="0"/>
                </a:spcAft>
                <a:buClr>
                  <a:srgbClr val="0B7140"/>
                </a:buClr>
                <a:buSzPts val="1100"/>
                <a:buFont typeface="Roboto"/>
                <a:buChar char="●"/>
              </a:pPr>
              <a:r>
                <a:rPr lang="en-US" sz="1100">
                  <a:solidFill>
                    <a:srgbClr val="0B7140"/>
                  </a:solidFill>
                  <a:latin typeface="Roboto"/>
                  <a:ea typeface="Roboto"/>
                  <a:cs typeface="Roboto"/>
                  <a:sym typeface="Roboto"/>
                </a:rPr>
                <a:t>Full Online Training Library </a:t>
              </a:r>
              <a:endParaRPr sz="1100">
                <a:solidFill>
                  <a:srgbClr val="0B7140"/>
                </a:solidFill>
                <a:latin typeface="Roboto"/>
                <a:ea typeface="Roboto"/>
                <a:cs typeface="Roboto"/>
                <a:sym typeface="Roboto"/>
              </a:endParaRPr>
            </a:p>
          </p:txBody>
        </p:sp>
      </p:grpSp>
      <p:grpSp>
        <p:nvGrpSpPr>
          <p:cNvPr id="1348" name="Google Shape;1348;g28f097667f8_0_870"/>
          <p:cNvGrpSpPr/>
          <p:nvPr/>
        </p:nvGrpSpPr>
        <p:grpSpPr>
          <a:xfrm>
            <a:off x="1053517" y="2281375"/>
            <a:ext cx="7036964" cy="809781"/>
            <a:chOff x="1593000" y="2322568"/>
            <a:chExt cx="5957975" cy="643500"/>
          </a:xfrm>
        </p:grpSpPr>
        <p:sp>
          <p:nvSpPr>
            <p:cNvPr id="1349" name="Google Shape;1349;g28f097667f8_0_870"/>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50" name="Google Shape;1350;g28f097667f8_0_870"/>
            <p:cNvSpPr/>
            <p:nvPr/>
          </p:nvSpPr>
          <p:spPr>
            <a:xfrm flipH="1">
              <a:off x="2283025" y="2322575"/>
              <a:ext cx="1844400" cy="642600"/>
            </a:xfrm>
            <a:prstGeom prst="rect">
              <a:avLst/>
            </a:prstGeom>
            <a:solidFill>
              <a:srgbClr val="0B714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51" name="Google Shape;1351;g28f097667f8_0_870"/>
            <p:cNvSpPr/>
            <p:nvPr/>
          </p:nvSpPr>
          <p:spPr>
            <a:xfrm rot="-5400000">
              <a:off x="3501574" y="1934671"/>
              <a:ext cx="643356" cy="1419149"/>
            </a:xfrm>
            <a:prstGeom prst="flowChartOffpageConnector">
              <a:avLst/>
            </a:prstGeom>
            <a:solidFill>
              <a:srgbClr val="0B714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52" name="Google Shape;1352;g28f097667f8_0_870"/>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FFFFFF"/>
                </a:buClr>
                <a:buSzPts val="1300"/>
                <a:buFont typeface="Roboto Medium"/>
                <a:buNone/>
              </a:pPr>
              <a:r>
                <a:rPr lang="en-US" sz="1300">
                  <a:solidFill>
                    <a:srgbClr val="FFFFFF"/>
                  </a:solidFill>
                  <a:latin typeface="Roboto Medium"/>
                  <a:ea typeface="Roboto Medium"/>
                  <a:cs typeface="Roboto Medium"/>
                  <a:sym typeface="Roboto Medium"/>
                </a:rPr>
                <a:t>Audit Support</a:t>
              </a:r>
              <a:endParaRPr sz="1300">
                <a:solidFill>
                  <a:srgbClr val="FFFFFF"/>
                </a:solidFill>
                <a:latin typeface="Roboto"/>
                <a:ea typeface="Roboto"/>
                <a:cs typeface="Roboto"/>
                <a:sym typeface="Roboto"/>
              </a:endParaRPr>
            </a:p>
          </p:txBody>
        </p:sp>
        <p:sp>
          <p:nvSpPr>
            <p:cNvPr id="1353" name="Google Shape;1353;g28f097667f8_0_870"/>
            <p:cNvSpPr/>
            <p:nvPr/>
          </p:nvSpPr>
          <p:spPr>
            <a:xfrm>
              <a:off x="1593000" y="2322568"/>
              <a:ext cx="690000" cy="642300"/>
            </a:xfrm>
            <a:prstGeom prst="rect">
              <a:avLst/>
            </a:prstGeom>
            <a:solidFill>
              <a:srgbClr val="0B7743"/>
            </a:solidFill>
            <a:ln>
              <a:noFill/>
            </a:ln>
            <a:effectLst>
              <a:outerShdw blurRad="71438" dist="28575" dir="2700000" algn="bl" rotWithShape="0">
                <a:srgbClr val="000000">
                  <a:alpha val="16860"/>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54" name="Google Shape;1354;g28f097667f8_0_870"/>
            <p:cNvSpPr/>
            <p:nvPr/>
          </p:nvSpPr>
          <p:spPr>
            <a:xfrm>
              <a:off x="1593000" y="2322575"/>
              <a:ext cx="690000" cy="642600"/>
            </a:xfrm>
            <a:prstGeom prst="rect">
              <a:avLst/>
            </a:prstGeom>
            <a:solidFill>
              <a:srgbClr val="0C8148"/>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2900"/>
                <a:buFont typeface="Arial"/>
                <a:buNone/>
              </a:pPr>
              <a:endParaRPr sz="2900">
                <a:solidFill>
                  <a:srgbClr val="FFFFFF"/>
                </a:solidFill>
                <a:latin typeface="Roboto Thin"/>
                <a:ea typeface="Roboto Thin"/>
                <a:cs typeface="Roboto Thin"/>
                <a:sym typeface="Roboto Thin"/>
              </a:endParaRPr>
            </a:p>
          </p:txBody>
        </p:sp>
        <p:sp>
          <p:nvSpPr>
            <p:cNvPr id="1355" name="Google Shape;1355;g28f097667f8_0_870"/>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457200" marR="0" lvl="0" indent="-298450" algn="l" rtl="0">
                <a:lnSpc>
                  <a:spcPct val="115000"/>
                </a:lnSpc>
                <a:spcBef>
                  <a:spcPts val="0"/>
                </a:spcBef>
                <a:spcAft>
                  <a:spcPts val="0"/>
                </a:spcAft>
                <a:buClr>
                  <a:srgbClr val="0B7140"/>
                </a:buClr>
                <a:buSzPts val="1100"/>
                <a:buFont typeface="Roboto"/>
                <a:buChar char="●"/>
              </a:pPr>
              <a:r>
                <a:rPr lang="en-US" sz="1100">
                  <a:solidFill>
                    <a:srgbClr val="0B7140"/>
                  </a:solidFill>
                  <a:latin typeface="Roboto"/>
                  <a:ea typeface="Roboto"/>
                  <a:cs typeface="Roboto"/>
                  <a:sym typeface="Roboto"/>
                </a:rPr>
                <a:t>Audit Prep Support</a:t>
              </a:r>
              <a:endParaRPr sz="1100">
                <a:solidFill>
                  <a:srgbClr val="0B7140"/>
                </a:solidFill>
                <a:latin typeface="Roboto"/>
                <a:ea typeface="Roboto"/>
                <a:cs typeface="Roboto"/>
                <a:sym typeface="Roboto"/>
              </a:endParaRPr>
            </a:p>
            <a:p>
              <a:pPr marL="457200" marR="0" lvl="0" indent="-298450" algn="l" rtl="0">
                <a:lnSpc>
                  <a:spcPct val="115000"/>
                </a:lnSpc>
                <a:spcBef>
                  <a:spcPts val="0"/>
                </a:spcBef>
                <a:spcAft>
                  <a:spcPts val="0"/>
                </a:spcAft>
                <a:buClr>
                  <a:srgbClr val="0B7140"/>
                </a:buClr>
                <a:buSzPts val="1100"/>
                <a:buFont typeface="Roboto"/>
                <a:buChar char="●"/>
              </a:pPr>
              <a:r>
                <a:rPr lang="en-US" sz="1100">
                  <a:solidFill>
                    <a:srgbClr val="0B7140"/>
                  </a:solidFill>
                  <a:latin typeface="Roboto"/>
                  <a:ea typeface="Roboto"/>
                  <a:cs typeface="Roboto"/>
                  <a:sym typeface="Roboto"/>
                </a:rPr>
                <a:t>Provide Live Phone Audit Assistance</a:t>
              </a:r>
              <a:endParaRPr sz="1100">
                <a:solidFill>
                  <a:srgbClr val="0B7140"/>
                </a:solidFill>
                <a:latin typeface="Roboto"/>
                <a:ea typeface="Roboto"/>
                <a:cs typeface="Roboto"/>
                <a:sym typeface="Roboto"/>
              </a:endParaRPr>
            </a:p>
            <a:p>
              <a:pPr marL="457200" marR="0" lvl="0" indent="-298450" algn="l" rtl="0">
                <a:lnSpc>
                  <a:spcPct val="115000"/>
                </a:lnSpc>
                <a:spcBef>
                  <a:spcPts val="0"/>
                </a:spcBef>
                <a:spcAft>
                  <a:spcPts val="0"/>
                </a:spcAft>
                <a:buClr>
                  <a:srgbClr val="0B7140"/>
                </a:buClr>
                <a:buSzPts val="1100"/>
                <a:buFont typeface="Roboto"/>
                <a:buChar char="●"/>
              </a:pPr>
              <a:r>
                <a:rPr lang="en-US" sz="1100">
                  <a:solidFill>
                    <a:srgbClr val="0B7140"/>
                  </a:solidFill>
                  <a:latin typeface="Roboto"/>
                  <a:ea typeface="Roboto"/>
                  <a:cs typeface="Roboto"/>
                  <a:sym typeface="Roboto"/>
                </a:rPr>
                <a:t>Provide Audit Data Extracts</a:t>
              </a:r>
              <a:endParaRPr sz="1100">
                <a:solidFill>
                  <a:srgbClr val="0B7140"/>
                </a:solidFill>
                <a:latin typeface="Roboto"/>
                <a:ea typeface="Roboto"/>
                <a:cs typeface="Roboto"/>
                <a:sym typeface="Roboto"/>
              </a:endParaRPr>
            </a:p>
          </p:txBody>
        </p:sp>
      </p:grpSp>
      <p:grpSp>
        <p:nvGrpSpPr>
          <p:cNvPr id="1356" name="Google Shape;1356;g28f097667f8_0_870"/>
          <p:cNvGrpSpPr/>
          <p:nvPr/>
        </p:nvGrpSpPr>
        <p:grpSpPr>
          <a:xfrm>
            <a:off x="1053517" y="1457229"/>
            <a:ext cx="7036964" cy="809781"/>
            <a:chOff x="1593000" y="2322568"/>
            <a:chExt cx="5957975" cy="643500"/>
          </a:xfrm>
        </p:grpSpPr>
        <p:sp>
          <p:nvSpPr>
            <p:cNvPr id="1357" name="Google Shape;1357;g28f097667f8_0_870"/>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58" name="Google Shape;1358;g28f097667f8_0_870"/>
            <p:cNvSpPr/>
            <p:nvPr/>
          </p:nvSpPr>
          <p:spPr>
            <a:xfrm flipH="1">
              <a:off x="2283025" y="2322575"/>
              <a:ext cx="1844400" cy="642600"/>
            </a:xfrm>
            <a:prstGeom prst="rect">
              <a:avLst/>
            </a:prstGeom>
            <a:solidFill>
              <a:srgbClr val="0B714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59" name="Google Shape;1359;g28f097667f8_0_870"/>
            <p:cNvSpPr/>
            <p:nvPr/>
          </p:nvSpPr>
          <p:spPr>
            <a:xfrm rot="-5400000">
              <a:off x="3501574" y="1934671"/>
              <a:ext cx="643356" cy="1419149"/>
            </a:xfrm>
            <a:prstGeom prst="flowChartOffpageConnector">
              <a:avLst/>
            </a:prstGeom>
            <a:solidFill>
              <a:srgbClr val="0B714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60" name="Google Shape;1360;g28f097667f8_0_870"/>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FFFFFF"/>
                </a:buClr>
                <a:buSzPts val="1300"/>
                <a:buFont typeface="Roboto Medium"/>
                <a:buNone/>
              </a:pPr>
              <a:r>
                <a:rPr lang="en-US" sz="1300">
                  <a:solidFill>
                    <a:srgbClr val="FFFFFF"/>
                  </a:solidFill>
                  <a:latin typeface="Roboto Medium"/>
                  <a:ea typeface="Roboto Medium"/>
                  <a:cs typeface="Roboto Medium"/>
                  <a:sym typeface="Roboto Medium"/>
                </a:rPr>
                <a:t>User Admin Support</a:t>
              </a:r>
              <a:endParaRPr sz="1300">
                <a:solidFill>
                  <a:srgbClr val="FFFFFF"/>
                </a:solidFill>
                <a:latin typeface="Roboto"/>
                <a:ea typeface="Roboto"/>
                <a:cs typeface="Roboto"/>
                <a:sym typeface="Roboto"/>
              </a:endParaRPr>
            </a:p>
          </p:txBody>
        </p:sp>
        <p:sp>
          <p:nvSpPr>
            <p:cNvPr id="1361" name="Google Shape;1361;g28f097667f8_0_870"/>
            <p:cNvSpPr/>
            <p:nvPr/>
          </p:nvSpPr>
          <p:spPr>
            <a:xfrm>
              <a:off x="1593000" y="2322568"/>
              <a:ext cx="690000" cy="642300"/>
            </a:xfrm>
            <a:prstGeom prst="rect">
              <a:avLst/>
            </a:prstGeom>
            <a:solidFill>
              <a:srgbClr val="0B7743"/>
            </a:solidFill>
            <a:ln>
              <a:noFill/>
            </a:ln>
            <a:effectLst>
              <a:outerShdw blurRad="71438" dist="28575" dir="2700000" algn="bl" rotWithShape="0">
                <a:srgbClr val="000000">
                  <a:alpha val="16860"/>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62" name="Google Shape;1362;g28f097667f8_0_870"/>
            <p:cNvSpPr/>
            <p:nvPr/>
          </p:nvSpPr>
          <p:spPr>
            <a:xfrm>
              <a:off x="1593000" y="2322575"/>
              <a:ext cx="690000" cy="642600"/>
            </a:xfrm>
            <a:prstGeom prst="rect">
              <a:avLst/>
            </a:prstGeom>
            <a:solidFill>
              <a:srgbClr val="0C8148"/>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2900"/>
                <a:buFont typeface="Arial"/>
                <a:buNone/>
              </a:pPr>
              <a:endParaRPr sz="2900">
                <a:solidFill>
                  <a:srgbClr val="FFFFFF"/>
                </a:solidFill>
                <a:latin typeface="Roboto Thin"/>
                <a:ea typeface="Roboto Thin"/>
                <a:cs typeface="Roboto Thin"/>
                <a:sym typeface="Roboto Thin"/>
              </a:endParaRPr>
            </a:p>
          </p:txBody>
        </p:sp>
        <p:sp>
          <p:nvSpPr>
            <p:cNvPr id="1363" name="Google Shape;1363;g28f097667f8_0_870"/>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457200" marR="0" lvl="0" indent="-298450" algn="l" rtl="0">
                <a:lnSpc>
                  <a:spcPct val="115000"/>
                </a:lnSpc>
                <a:spcBef>
                  <a:spcPts val="0"/>
                </a:spcBef>
                <a:spcAft>
                  <a:spcPts val="0"/>
                </a:spcAft>
                <a:buClr>
                  <a:srgbClr val="0B7140"/>
                </a:buClr>
                <a:buSzPts val="1100"/>
                <a:buFont typeface="Roboto"/>
                <a:buChar char="●"/>
              </a:pPr>
              <a:r>
                <a:rPr lang="en-US" sz="1100">
                  <a:solidFill>
                    <a:srgbClr val="0B7140"/>
                  </a:solidFill>
                  <a:latin typeface="Roboto"/>
                  <a:ea typeface="Roboto"/>
                  <a:cs typeface="Roboto"/>
                  <a:sym typeface="Roboto"/>
                </a:rPr>
                <a:t>Add / Remove User Access </a:t>
              </a:r>
              <a:endParaRPr sz="1100">
                <a:solidFill>
                  <a:srgbClr val="0B7140"/>
                </a:solidFill>
                <a:latin typeface="Roboto"/>
                <a:ea typeface="Roboto"/>
                <a:cs typeface="Roboto"/>
                <a:sym typeface="Roboto"/>
              </a:endParaRPr>
            </a:p>
            <a:p>
              <a:pPr marL="457200" marR="0" lvl="0" indent="-298450" algn="l" rtl="0">
                <a:lnSpc>
                  <a:spcPct val="115000"/>
                </a:lnSpc>
                <a:spcBef>
                  <a:spcPts val="0"/>
                </a:spcBef>
                <a:spcAft>
                  <a:spcPts val="0"/>
                </a:spcAft>
                <a:buClr>
                  <a:srgbClr val="0B7140"/>
                </a:buClr>
                <a:buSzPts val="1100"/>
                <a:buFont typeface="Roboto"/>
                <a:buChar char="●"/>
              </a:pPr>
              <a:r>
                <a:rPr lang="en-US" sz="1100">
                  <a:solidFill>
                    <a:srgbClr val="0B7140"/>
                  </a:solidFill>
                  <a:latin typeface="Roboto"/>
                  <a:ea typeface="Roboto"/>
                  <a:cs typeface="Roboto"/>
                  <a:sym typeface="Roboto"/>
                </a:rPr>
                <a:t>Add / Update Company Locations </a:t>
              </a:r>
              <a:endParaRPr sz="1100">
                <a:solidFill>
                  <a:srgbClr val="0B7140"/>
                </a:solidFill>
                <a:latin typeface="Roboto"/>
                <a:ea typeface="Roboto"/>
                <a:cs typeface="Roboto"/>
                <a:sym typeface="Roboto"/>
              </a:endParaRPr>
            </a:p>
          </p:txBody>
        </p:sp>
      </p:grpSp>
      <p:grpSp>
        <p:nvGrpSpPr>
          <p:cNvPr id="1364" name="Google Shape;1364;g28f097667f8_0_870"/>
          <p:cNvGrpSpPr/>
          <p:nvPr/>
        </p:nvGrpSpPr>
        <p:grpSpPr>
          <a:xfrm>
            <a:off x="1053517" y="633062"/>
            <a:ext cx="7036964" cy="809781"/>
            <a:chOff x="1593000" y="2322568"/>
            <a:chExt cx="5957975" cy="643500"/>
          </a:xfrm>
        </p:grpSpPr>
        <p:sp>
          <p:nvSpPr>
            <p:cNvPr id="1365" name="Google Shape;1365;g28f097667f8_0_870"/>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66" name="Google Shape;1366;g28f097667f8_0_870"/>
            <p:cNvSpPr/>
            <p:nvPr/>
          </p:nvSpPr>
          <p:spPr>
            <a:xfrm flipH="1">
              <a:off x="2283025" y="2322575"/>
              <a:ext cx="1844400" cy="642600"/>
            </a:xfrm>
            <a:prstGeom prst="rect">
              <a:avLst/>
            </a:prstGeom>
            <a:solidFill>
              <a:srgbClr val="0B714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67" name="Google Shape;1367;g28f097667f8_0_870"/>
            <p:cNvSpPr/>
            <p:nvPr/>
          </p:nvSpPr>
          <p:spPr>
            <a:xfrm rot="-5400000">
              <a:off x="3501574" y="1934671"/>
              <a:ext cx="643356" cy="1419149"/>
            </a:xfrm>
            <a:prstGeom prst="flowChartOffpageConnector">
              <a:avLst/>
            </a:prstGeom>
            <a:solidFill>
              <a:srgbClr val="0B714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68" name="Google Shape;1368;g28f097667f8_0_870"/>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FFFFFF"/>
                </a:buClr>
                <a:buSzPts val="1300"/>
                <a:buFont typeface="Roboto Medium"/>
                <a:buNone/>
              </a:pPr>
              <a:r>
                <a:rPr lang="en-US" sz="1300">
                  <a:solidFill>
                    <a:srgbClr val="FFFFFF"/>
                  </a:solidFill>
                  <a:latin typeface="Roboto Medium"/>
                  <a:ea typeface="Roboto Medium"/>
                  <a:cs typeface="Roboto Medium"/>
                  <a:sym typeface="Roboto Medium"/>
                </a:rPr>
                <a:t>Full-Service Supplier Onboarding</a:t>
              </a:r>
              <a:endParaRPr sz="1300">
                <a:solidFill>
                  <a:srgbClr val="FFFFFF"/>
                </a:solidFill>
                <a:latin typeface="Roboto"/>
                <a:ea typeface="Roboto"/>
                <a:cs typeface="Roboto"/>
                <a:sym typeface="Roboto"/>
              </a:endParaRPr>
            </a:p>
          </p:txBody>
        </p:sp>
        <p:sp>
          <p:nvSpPr>
            <p:cNvPr id="1369" name="Google Shape;1369;g28f097667f8_0_870"/>
            <p:cNvSpPr/>
            <p:nvPr/>
          </p:nvSpPr>
          <p:spPr>
            <a:xfrm>
              <a:off x="1593000" y="2322568"/>
              <a:ext cx="690000" cy="642300"/>
            </a:xfrm>
            <a:prstGeom prst="rect">
              <a:avLst/>
            </a:prstGeom>
            <a:solidFill>
              <a:srgbClr val="0B7743"/>
            </a:solidFill>
            <a:ln>
              <a:noFill/>
            </a:ln>
            <a:effectLst>
              <a:outerShdw blurRad="71438" dist="28575" dir="2700000" algn="bl" rotWithShape="0">
                <a:srgbClr val="000000">
                  <a:alpha val="16860"/>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370" name="Google Shape;1370;g28f097667f8_0_870"/>
            <p:cNvSpPr/>
            <p:nvPr/>
          </p:nvSpPr>
          <p:spPr>
            <a:xfrm>
              <a:off x="1593000" y="2322575"/>
              <a:ext cx="690000" cy="642600"/>
            </a:xfrm>
            <a:prstGeom prst="rect">
              <a:avLst/>
            </a:prstGeom>
            <a:solidFill>
              <a:srgbClr val="0C814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900"/>
                <a:buFont typeface="Arial"/>
                <a:buNone/>
              </a:pPr>
              <a:endParaRPr sz="2900">
                <a:solidFill>
                  <a:srgbClr val="FFFFFF"/>
                </a:solidFill>
                <a:latin typeface="Roboto Thin"/>
                <a:ea typeface="Roboto Thin"/>
                <a:cs typeface="Roboto Thin"/>
                <a:sym typeface="Roboto Thin"/>
              </a:endParaRPr>
            </a:p>
          </p:txBody>
        </p:sp>
        <p:sp>
          <p:nvSpPr>
            <p:cNvPr id="1371" name="Google Shape;1371;g28f097667f8_0_870"/>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457200" marR="0" lvl="0" indent="-298450" algn="l" rtl="0">
                <a:lnSpc>
                  <a:spcPct val="115000"/>
                </a:lnSpc>
                <a:spcBef>
                  <a:spcPts val="0"/>
                </a:spcBef>
                <a:spcAft>
                  <a:spcPts val="0"/>
                </a:spcAft>
                <a:buClr>
                  <a:srgbClr val="0B7140"/>
                </a:buClr>
                <a:buSzPts val="1100"/>
                <a:buFont typeface="Roboto"/>
                <a:buChar char="●"/>
              </a:pPr>
              <a:r>
                <a:rPr lang="en-US" sz="1100">
                  <a:solidFill>
                    <a:srgbClr val="0B7140"/>
                  </a:solidFill>
                  <a:latin typeface="Roboto"/>
                  <a:ea typeface="Roboto"/>
                  <a:cs typeface="Roboto"/>
                  <a:sym typeface="Roboto"/>
                </a:rPr>
                <a:t>Manage Supplier Outreach and Onboarding </a:t>
              </a:r>
              <a:endParaRPr sz="1100">
                <a:solidFill>
                  <a:srgbClr val="0B7140"/>
                </a:solidFill>
                <a:latin typeface="Roboto"/>
                <a:ea typeface="Roboto"/>
                <a:cs typeface="Roboto"/>
                <a:sym typeface="Roboto"/>
              </a:endParaRPr>
            </a:p>
            <a:p>
              <a:pPr marL="457200" marR="0" lvl="0" indent="-298450" algn="l" rtl="0">
                <a:lnSpc>
                  <a:spcPct val="115000"/>
                </a:lnSpc>
                <a:spcBef>
                  <a:spcPts val="0"/>
                </a:spcBef>
                <a:spcAft>
                  <a:spcPts val="0"/>
                </a:spcAft>
                <a:buClr>
                  <a:srgbClr val="0B7140"/>
                </a:buClr>
                <a:buSzPts val="1100"/>
                <a:buFont typeface="Roboto"/>
                <a:buChar char="●"/>
              </a:pPr>
              <a:r>
                <a:rPr lang="en-US" sz="1100">
                  <a:solidFill>
                    <a:srgbClr val="0B7140"/>
                  </a:solidFill>
                  <a:latin typeface="Roboto"/>
                  <a:ea typeface="Roboto"/>
                  <a:cs typeface="Roboto"/>
                  <a:sym typeface="Roboto"/>
                </a:rPr>
                <a:t>Manage Supplier Connection Support/Issues </a:t>
              </a:r>
              <a:endParaRPr sz="1100">
                <a:solidFill>
                  <a:srgbClr val="0B7140"/>
                </a:solidFill>
                <a:latin typeface="Roboto"/>
                <a:ea typeface="Roboto"/>
                <a:cs typeface="Roboto"/>
                <a:sym typeface="Roboto"/>
              </a:endParaRPr>
            </a:p>
            <a:p>
              <a:pPr marL="457200" marR="0" lvl="0" indent="-298450" algn="l" rtl="0">
                <a:lnSpc>
                  <a:spcPct val="115000"/>
                </a:lnSpc>
                <a:spcBef>
                  <a:spcPts val="0"/>
                </a:spcBef>
                <a:spcAft>
                  <a:spcPts val="0"/>
                </a:spcAft>
                <a:buClr>
                  <a:srgbClr val="0B7140"/>
                </a:buClr>
                <a:buSzPts val="1100"/>
                <a:buFont typeface="Roboto"/>
                <a:buChar char="●"/>
              </a:pPr>
              <a:r>
                <a:rPr lang="en-US" sz="1100">
                  <a:solidFill>
                    <a:srgbClr val="0B7140"/>
                  </a:solidFill>
                  <a:latin typeface="Roboto"/>
                  <a:ea typeface="Roboto"/>
                  <a:cs typeface="Roboto"/>
                  <a:sym typeface="Roboto"/>
                </a:rPr>
                <a:t>Ongoing Support to Add New Suppliers</a:t>
              </a:r>
              <a:endParaRPr sz="1100">
                <a:solidFill>
                  <a:srgbClr val="0B7140"/>
                </a:solidFill>
                <a:latin typeface="Roboto"/>
                <a:ea typeface="Roboto"/>
                <a:cs typeface="Roboto"/>
                <a:sym typeface="Roboto"/>
              </a:endParaRPr>
            </a:p>
          </p:txBody>
        </p:sp>
      </p:grpSp>
      <p:pic>
        <p:nvPicPr>
          <p:cNvPr id="1372" name="Google Shape;1372;g28f097667f8_0_870"/>
          <p:cNvPicPr preferRelativeResize="0"/>
          <p:nvPr/>
        </p:nvPicPr>
        <p:blipFill rotWithShape="1">
          <a:blip r:embed="rId3">
            <a:alphaModFix/>
          </a:blip>
          <a:srcRect/>
          <a:stretch/>
        </p:blipFill>
        <p:spPr>
          <a:xfrm>
            <a:off x="1134119" y="802997"/>
            <a:ext cx="689638" cy="483956"/>
          </a:xfrm>
          <a:prstGeom prst="rect">
            <a:avLst/>
          </a:prstGeom>
          <a:noFill/>
          <a:ln>
            <a:noFill/>
          </a:ln>
        </p:spPr>
      </p:pic>
      <p:pic>
        <p:nvPicPr>
          <p:cNvPr id="1373" name="Google Shape;1373;g28f097667f8_0_870"/>
          <p:cNvPicPr preferRelativeResize="0"/>
          <p:nvPr/>
        </p:nvPicPr>
        <p:blipFill rotWithShape="1">
          <a:blip r:embed="rId4">
            <a:alphaModFix/>
          </a:blip>
          <a:srcRect/>
          <a:stretch/>
        </p:blipFill>
        <p:spPr>
          <a:xfrm>
            <a:off x="1210022" y="1593272"/>
            <a:ext cx="537816" cy="537816"/>
          </a:xfrm>
          <a:prstGeom prst="rect">
            <a:avLst/>
          </a:prstGeom>
          <a:noFill/>
          <a:ln>
            <a:noFill/>
          </a:ln>
        </p:spPr>
      </p:pic>
      <p:pic>
        <p:nvPicPr>
          <p:cNvPr id="1374" name="Google Shape;1374;g28f097667f8_0_870"/>
          <p:cNvPicPr preferRelativeResize="0"/>
          <p:nvPr/>
        </p:nvPicPr>
        <p:blipFill rotWithShape="1">
          <a:blip r:embed="rId5">
            <a:alphaModFix/>
          </a:blip>
          <a:srcRect/>
          <a:stretch/>
        </p:blipFill>
        <p:spPr>
          <a:xfrm>
            <a:off x="1134113" y="2437406"/>
            <a:ext cx="689644" cy="647255"/>
          </a:xfrm>
          <a:prstGeom prst="rect">
            <a:avLst/>
          </a:prstGeom>
          <a:noFill/>
          <a:ln>
            <a:noFill/>
          </a:ln>
        </p:spPr>
      </p:pic>
      <p:pic>
        <p:nvPicPr>
          <p:cNvPr id="1375" name="Google Shape;1375;g28f097667f8_0_870"/>
          <p:cNvPicPr preferRelativeResize="0"/>
          <p:nvPr/>
        </p:nvPicPr>
        <p:blipFill rotWithShape="1">
          <a:blip r:embed="rId6">
            <a:alphaModFix/>
          </a:blip>
          <a:srcRect/>
          <a:stretch/>
        </p:blipFill>
        <p:spPr>
          <a:xfrm>
            <a:off x="1166907" y="3268528"/>
            <a:ext cx="624050" cy="483956"/>
          </a:xfrm>
          <a:prstGeom prst="rect">
            <a:avLst/>
          </a:prstGeom>
          <a:noFill/>
          <a:ln>
            <a:noFill/>
          </a:ln>
        </p:spPr>
      </p:pic>
      <p:pic>
        <p:nvPicPr>
          <p:cNvPr id="1376" name="Google Shape;1376;g28f097667f8_0_870"/>
          <p:cNvPicPr preferRelativeResize="0"/>
          <p:nvPr/>
        </p:nvPicPr>
        <p:blipFill rotWithShape="1">
          <a:blip r:embed="rId7">
            <a:alphaModFix/>
          </a:blip>
          <a:srcRect/>
          <a:stretch/>
        </p:blipFill>
        <p:spPr>
          <a:xfrm>
            <a:off x="1134111" y="4085720"/>
            <a:ext cx="689643" cy="5199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81"/>
        <p:cNvGrpSpPr/>
        <p:nvPr/>
      </p:nvGrpSpPr>
      <p:grpSpPr>
        <a:xfrm>
          <a:off x="0" y="0"/>
          <a:ext cx="0" cy="0"/>
          <a:chOff x="0" y="0"/>
          <a:chExt cx="0" cy="0"/>
        </a:xfrm>
      </p:grpSpPr>
      <p:sp>
        <p:nvSpPr>
          <p:cNvPr id="1382" name="Google Shape;1382;g1f49ec288db_0_339"/>
          <p:cNvSpPr txBox="1"/>
          <p:nvPr/>
        </p:nvSpPr>
        <p:spPr>
          <a:xfrm>
            <a:off x="296438" y="13688"/>
            <a:ext cx="8795700" cy="618900"/>
          </a:xfrm>
          <a:prstGeom prst="rect">
            <a:avLst/>
          </a:prstGeom>
          <a:noFill/>
          <a:ln>
            <a:noFill/>
          </a:ln>
        </p:spPr>
        <p:txBody>
          <a:bodyPr spcFirstLastPara="1" wrap="square" lIns="68575" tIns="34275" rIns="68575" bIns="34275" anchor="ctr" anchorCtr="0">
            <a:normAutofit/>
          </a:bodyPr>
          <a:lstStyle/>
          <a:p>
            <a:pPr marL="0" marR="0" lvl="0" indent="0" algn="l" rtl="0">
              <a:lnSpc>
                <a:spcPct val="90000"/>
              </a:lnSpc>
              <a:spcBef>
                <a:spcPts val="0"/>
              </a:spcBef>
              <a:spcAft>
                <a:spcPts val="0"/>
              </a:spcAft>
              <a:buClr>
                <a:srgbClr val="000000"/>
              </a:buClr>
              <a:buSzPts val="2700"/>
              <a:buFont typeface="Arial"/>
              <a:buNone/>
            </a:pPr>
            <a:r>
              <a:rPr lang="en-US" sz="2700" b="1" i="0" u="none" strike="noStrike" cap="none">
                <a:solidFill>
                  <a:srgbClr val="FFFFFF"/>
                </a:solidFill>
                <a:latin typeface="Arial"/>
                <a:ea typeface="Arial"/>
                <a:cs typeface="Arial"/>
                <a:sym typeface="Arial"/>
              </a:rPr>
              <a:t>Join TraceLink’s DSCSA Dispenser Community</a:t>
            </a:r>
            <a:endParaRPr sz="2700" b="1" i="0" u="none" strike="noStrike" cap="none">
              <a:solidFill>
                <a:srgbClr val="FFFFFF"/>
              </a:solidFill>
              <a:latin typeface="Arial"/>
              <a:ea typeface="Arial"/>
              <a:cs typeface="Arial"/>
              <a:sym typeface="Arial"/>
            </a:endParaRPr>
          </a:p>
        </p:txBody>
      </p:sp>
      <p:sp>
        <p:nvSpPr>
          <p:cNvPr id="1383" name="Google Shape;1383;g1f49ec288db_0_339"/>
          <p:cNvSpPr txBox="1"/>
          <p:nvPr/>
        </p:nvSpPr>
        <p:spPr>
          <a:xfrm>
            <a:off x="404037" y="632592"/>
            <a:ext cx="5204700" cy="931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Arial"/>
                <a:ea typeface="Arial"/>
                <a:cs typeface="Arial"/>
                <a:sym typeface="Arial"/>
              </a:rPr>
              <a:t>TraceLink’s DSCSA Dispenser Innovation Forum </a:t>
            </a:r>
            <a:r>
              <a:rPr lang="en-US" sz="1400" b="0" i="0" u="none" strike="noStrike" cap="none">
                <a:solidFill>
                  <a:srgbClr val="FFFFFF"/>
                </a:solidFill>
                <a:latin typeface="Arial"/>
                <a:ea typeface="Arial"/>
                <a:cs typeface="Arial"/>
                <a:sym typeface="Arial"/>
              </a:rPr>
              <a:t>offers its members unparalleled access to industry updates, compliance education, and peer feedback to help you prepare successfully for the sweeping changes coming into effect in November 202</a:t>
            </a:r>
            <a:r>
              <a:rPr lang="en-US" sz="1400">
                <a:solidFill>
                  <a:srgbClr val="FFFFFF"/>
                </a:solidFill>
              </a:rPr>
              <a:t>4</a:t>
            </a:r>
            <a:r>
              <a:rPr lang="en-US" sz="1400" b="0" i="0" u="none" strike="noStrike" cap="none">
                <a:solidFill>
                  <a:srgbClr val="FFFFFF"/>
                </a:solidFill>
                <a:latin typeface="Arial"/>
                <a:ea typeface="Arial"/>
                <a:cs typeface="Arial"/>
                <a:sym typeface="Arial"/>
              </a:rPr>
              <a:t>. </a:t>
            </a:r>
            <a:endParaRPr sz="1400" b="0" i="0" u="none" strike="noStrike" cap="none">
              <a:solidFill>
                <a:srgbClr val="FFFFFF"/>
              </a:solidFill>
              <a:latin typeface="Arial"/>
              <a:ea typeface="Arial"/>
              <a:cs typeface="Arial"/>
              <a:sym typeface="Arial"/>
            </a:endParaRPr>
          </a:p>
        </p:txBody>
      </p:sp>
      <p:cxnSp>
        <p:nvCxnSpPr>
          <p:cNvPr id="1384" name="Google Shape;1384;g1f49ec288db_0_339"/>
          <p:cNvCxnSpPr/>
          <p:nvPr/>
        </p:nvCxnSpPr>
        <p:spPr>
          <a:xfrm>
            <a:off x="478465" y="1727791"/>
            <a:ext cx="6453900" cy="0"/>
          </a:xfrm>
          <a:prstGeom prst="straightConnector1">
            <a:avLst/>
          </a:prstGeom>
          <a:noFill/>
          <a:ln w="9525" cap="flat" cmpd="sng">
            <a:solidFill>
              <a:srgbClr val="E4E318"/>
            </a:solidFill>
            <a:prstDash val="solid"/>
            <a:round/>
            <a:headEnd type="none" w="sm" len="sm"/>
            <a:tailEnd type="none" w="sm" len="sm"/>
          </a:ln>
        </p:spPr>
      </p:cxnSp>
      <p:sp>
        <p:nvSpPr>
          <p:cNvPr id="1385" name="Google Shape;1385;g1f49ec288db_0_339"/>
          <p:cNvSpPr txBox="1"/>
          <p:nvPr/>
        </p:nvSpPr>
        <p:spPr>
          <a:xfrm>
            <a:off x="404019" y="1809813"/>
            <a:ext cx="5161500" cy="2727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300" b="1" i="0" u="none" strike="noStrike" cap="none">
                <a:solidFill>
                  <a:srgbClr val="FFFFFF"/>
                </a:solidFill>
                <a:latin typeface="Arial"/>
                <a:ea typeface="Arial"/>
                <a:cs typeface="Arial"/>
                <a:sym typeface="Arial"/>
              </a:rPr>
              <a:t>Join now to:</a:t>
            </a:r>
            <a:endParaRPr sz="1300" b="0" i="0" u="none" strike="noStrike" cap="none">
              <a:solidFill>
                <a:srgbClr val="000000"/>
              </a:solidFill>
              <a:latin typeface="Arial"/>
              <a:ea typeface="Arial"/>
              <a:cs typeface="Arial"/>
              <a:sym typeface="Arial"/>
            </a:endParaRPr>
          </a:p>
          <a:p>
            <a:pPr marL="215900" marR="0" lvl="0" indent="-209550" algn="l" rtl="0">
              <a:lnSpc>
                <a:spcPct val="100000"/>
              </a:lnSpc>
              <a:spcBef>
                <a:spcPts val="500"/>
              </a:spcBef>
              <a:spcAft>
                <a:spcPts val="0"/>
              </a:spcAft>
              <a:buClr>
                <a:srgbClr val="FFFFFF"/>
              </a:buClr>
              <a:buSzPts val="1300"/>
              <a:buFont typeface="Arial"/>
              <a:buChar char="•"/>
            </a:pPr>
            <a:r>
              <a:rPr lang="en-US" sz="1300" b="0" i="0" u="none" strike="noStrike" cap="none">
                <a:solidFill>
                  <a:srgbClr val="FFFFFF"/>
                </a:solidFill>
                <a:latin typeface="Arial"/>
                <a:ea typeface="Arial"/>
                <a:cs typeface="Arial"/>
                <a:sym typeface="Arial"/>
              </a:rPr>
              <a:t>Gain confidence in implementing the DSCSA’s dispenser-focused requirements </a:t>
            </a:r>
            <a:r>
              <a:rPr lang="en-US" sz="1300">
                <a:solidFill>
                  <a:srgbClr val="FFFFFF"/>
                </a:solidFill>
              </a:rPr>
              <a:t>to</a:t>
            </a:r>
            <a:r>
              <a:rPr lang="en-US" sz="1300" b="0" i="0" u="none" strike="noStrike" cap="none">
                <a:solidFill>
                  <a:srgbClr val="FFFFFF"/>
                </a:solidFill>
                <a:latin typeface="Arial"/>
                <a:ea typeface="Arial"/>
                <a:cs typeface="Arial"/>
                <a:sym typeface="Arial"/>
              </a:rPr>
              <a:t> free up time to serve patients</a:t>
            </a:r>
            <a:endParaRPr sz="1300" b="0" i="0" u="none" strike="noStrike" cap="none">
              <a:solidFill>
                <a:srgbClr val="FFFFFF"/>
              </a:solidFill>
              <a:latin typeface="Arial"/>
              <a:ea typeface="Arial"/>
              <a:cs typeface="Arial"/>
              <a:sym typeface="Arial"/>
            </a:endParaRPr>
          </a:p>
          <a:p>
            <a:pPr marL="215900" marR="0" lvl="0" indent="-209550" algn="l" rtl="0">
              <a:lnSpc>
                <a:spcPct val="100000"/>
              </a:lnSpc>
              <a:spcBef>
                <a:spcPts val="500"/>
              </a:spcBef>
              <a:spcAft>
                <a:spcPts val="0"/>
              </a:spcAft>
              <a:buClr>
                <a:srgbClr val="FFFFFF"/>
              </a:buClr>
              <a:buSzPts val="1300"/>
              <a:buFont typeface="Arial"/>
              <a:buChar char="•"/>
            </a:pPr>
            <a:r>
              <a:rPr lang="en-US" sz="1300" b="0" i="0" u="none" strike="noStrike" cap="none">
                <a:solidFill>
                  <a:srgbClr val="FFFFFF"/>
                </a:solidFill>
                <a:latin typeface="Arial"/>
                <a:ea typeface="Arial"/>
                <a:cs typeface="Arial"/>
                <a:sym typeface="Arial"/>
              </a:rPr>
              <a:t>Understand legal obligations as well as interoperability standards that will allow you to operate seamlessly with other trading partners and to respond to requests from regulatory authorities</a:t>
            </a:r>
            <a:endParaRPr sz="1300" b="0" i="0" u="none" strike="noStrike" cap="none">
              <a:solidFill>
                <a:srgbClr val="FFFFFF"/>
              </a:solidFill>
              <a:latin typeface="Arial"/>
              <a:ea typeface="Arial"/>
              <a:cs typeface="Arial"/>
              <a:sym typeface="Arial"/>
            </a:endParaRPr>
          </a:p>
          <a:p>
            <a:pPr marL="215900" marR="0" lvl="0" indent="-209550" algn="l" rtl="0">
              <a:lnSpc>
                <a:spcPct val="100000"/>
              </a:lnSpc>
              <a:spcBef>
                <a:spcPts val="500"/>
              </a:spcBef>
              <a:spcAft>
                <a:spcPts val="0"/>
              </a:spcAft>
              <a:buClr>
                <a:srgbClr val="FFFFFF"/>
              </a:buClr>
              <a:buSzPts val="1300"/>
              <a:buFont typeface="Arial"/>
              <a:buChar char="•"/>
            </a:pPr>
            <a:r>
              <a:rPr lang="en-US" sz="1300" b="0" i="0" u="none" strike="noStrike" cap="none">
                <a:solidFill>
                  <a:srgbClr val="FFFFFF"/>
                </a:solidFill>
                <a:latin typeface="Arial"/>
                <a:ea typeface="Arial"/>
                <a:cs typeface="Arial"/>
                <a:sym typeface="Arial"/>
              </a:rPr>
              <a:t>Exchange knowledge with, and ask questions of, peers on how other pharmacies and healthcare systems are operationalizing changes in compliance requirements within their organizations</a:t>
            </a:r>
            <a:endParaRPr sz="1300" b="0" i="0" u="none" strike="noStrike" cap="none">
              <a:solidFill>
                <a:srgbClr val="FFFFFF"/>
              </a:solidFill>
              <a:latin typeface="Arial"/>
              <a:ea typeface="Arial"/>
              <a:cs typeface="Arial"/>
              <a:sym typeface="Arial"/>
            </a:endParaRPr>
          </a:p>
          <a:p>
            <a:pPr marL="215900" marR="0" lvl="0" indent="-209550" algn="l" rtl="0">
              <a:lnSpc>
                <a:spcPct val="100000"/>
              </a:lnSpc>
              <a:spcBef>
                <a:spcPts val="500"/>
              </a:spcBef>
              <a:spcAft>
                <a:spcPts val="0"/>
              </a:spcAft>
              <a:buClr>
                <a:srgbClr val="FFFFFF"/>
              </a:buClr>
              <a:buSzPts val="1300"/>
              <a:buFont typeface="Arial"/>
              <a:buChar char="•"/>
            </a:pPr>
            <a:r>
              <a:rPr lang="en-US" sz="1300" b="0" i="0" u="none" strike="noStrike" cap="none">
                <a:solidFill>
                  <a:srgbClr val="FFFFFF"/>
                </a:solidFill>
                <a:latin typeface="Arial"/>
                <a:ea typeface="Arial"/>
                <a:cs typeface="Arial"/>
                <a:sym typeface="Arial"/>
              </a:rPr>
              <a:t>Develop your action plan through topics such as Exceptions Management, Managing Suspect and Illegitimate Product, and using the right TraceLink applications for your business</a:t>
            </a:r>
            <a:endParaRPr sz="1300" b="0" i="0" u="none" strike="noStrike" cap="none">
              <a:solidFill>
                <a:srgbClr val="FFFFFF"/>
              </a:solidFill>
              <a:latin typeface="Arial"/>
              <a:ea typeface="Arial"/>
              <a:cs typeface="Arial"/>
              <a:sym typeface="Arial"/>
            </a:endParaRPr>
          </a:p>
        </p:txBody>
      </p:sp>
      <p:sp>
        <p:nvSpPr>
          <p:cNvPr id="1386" name="Google Shape;1386;g1f49ec288db_0_339"/>
          <p:cNvSpPr txBox="1"/>
          <p:nvPr/>
        </p:nvSpPr>
        <p:spPr>
          <a:xfrm>
            <a:off x="5722200" y="2777875"/>
            <a:ext cx="3421800" cy="1944600"/>
          </a:xfrm>
          <a:prstGeom prst="rect">
            <a:avLst/>
          </a:prstGeom>
          <a:solidFill>
            <a:srgbClr val="018A5E"/>
          </a:solid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Monthly, </a:t>
            </a:r>
            <a:r>
              <a:rPr lang="en-US" sz="1200" b="1">
                <a:solidFill>
                  <a:srgbClr val="FFFFFF"/>
                </a:solidFill>
              </a:rPr>
              <a:t>5</a:t>
            </a:r>
            <a:r>
              <a:rPr lang="en-US" sz="1200" b="1" i="0" u="none" strike="noStrike" cap="none">
                <a:solidFill>
                  <a:srgbClr val="FFFFFF"/>
                </a:solidFill>
                <a:latin typeface="Arial"/>
                <a:ea typeface="Arial"/>
                <a:cs typeface="Arial"/>
                <a:sym typeface="Arial"/>
              </a:rPr>
              <a:t>0-minute meetings</a:t>
            </a:r>
            <a:endParaRPr sz="120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Third Thursday of the month at 11am EDT</a:t>
            </a:r>
            <a:endParaRPr sz="1200" b="0"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endParaRPr sz="1200" b="1">
              <a:solidFill>
                <a:srgbClr val="FFFFFF"/>
              </a:solidFill>
            </a:endParaRPr>
          </a:p>
          <a:p>
            <a:pPr marL="0" marR="0" lvl="0" indent="0" algn="ctr" rtl="0">
              <a:lnSpc>
                <a:spcPct val="100000"/>
              </a:lnSpc>
              <a:spcBef>
                <a:spcPts val="0"/>
              </a:spcBef>
              <a:spcAft>
                <a:spcPts val="0"/>
              </a:spcAft>
              <a:buClr>
                <a:srgbClr val="000000"/>
              </a:buClr>
              <a:buSzPts val="1200"/>
              <a:buFont typeface="Arial"/>
              <a:buNone/>
            </a:pPr>
            <a:endParaRPr sz="1200" b="1">
              <a:solidFill>
                <a:srgbClr val="FFFFFF"/>
              </a:solidFill>
            </a:endParaRPr>
          </a:p>
          <a:p>
            <a:pPr marL="0" marR="0" lvl="0" indent="0" algn="ctr" rtl="0">
              <a:lnSpc>
                <a:spcPct val="100000"/>
              </a:lnSpc>
              <a:spcBef>
                <a:spcPts val="0"/>
              </a:spcBef>
              <a:spcAft>
                <a:spcPts val="0"/>
              </a:spcAft>
              <a:buClr>
                <a:srgbClr val="000000"/>
              </a:buClr>
              <a:buSzPts val="1200"/>
              <a:buFont typeface="Arial"/>
              <a:buNone/>
            </a:pPr>
            <a:endParaRPr sz="1200" b="1">
              <a:solidFill>
                <a:srgbClr val="FFFFFF"/>
              </a:solidFill>
            </a:endParaRPr>
          </a:p>
          <a:p>
            <a:pPr marL="0" marR="0" lvl="0" indent="0" algn="ctr" rtl="0">
              <a:lnSpc>
                <a:spcPct val="100000"/>
              </a:lnSpc>
              <a:spcBef>
                <a:spcPts val="0"/>
              </a:spcBef>
              <a:spcAft>
                <a:spcPts val="0"/>
              </a:spcAft>
              <a:buClr>
                <a:srgbClr val="000000"/>
              </a:buClr>
              <a:buSzPts val="1200"/>
              <a:buFont typeface="Arial"/>
              <a:buNone/>
            </a:pPr>
            <a:endParaRPr sz="1200" b="1">
              <a:solidFill>
                <a:srgbClr val="FFFFFF"/>
              </a:solidFill>
            </a:endParaRPr>
          </a:p>
          <a:p>
            <a:pPr marL="0" marR="0" lvl="0" indent="0" algn="ctr" rtl="0">
              <a:lnSpc>
                <a:spcPct val="100000"/>
              </a:lnSpc>
              <a:spcBef>
                <a:spcPts val="0"/>
              </a:spcBef>
              <a:spcAft>
                <a:spcPts val="0"/>
              </a:spcAft>
              <a:buClr>
                <a:srgbClr val="000000"/>
              </a:buClr>
              <a:buSzPts val="1200"/>
              <a:buFont typeface="Arial"/>
              <a:buNone/>
            </a:pPr>
            <a:endParaRPr sz="1200" b="1">
              <a:solidFill>
                <a:srgbClr val="FFFFFF"/>
              </a:solidFill>
            </a:endParaRPr>
          </a:p>
          <a:p>
            <a:pPr marL="0" marR="0" lvl="0" indent="0" algn="ctr" rtl="0">
              <a:lnSpc>
                <a:spcPct val="100000"/>
              </a:lnSpc>
              <a:spcBef>
                <a:spcPts val="0"/>
              </a:spcBef>
              <a:spcAft>
                <a:spcPts val="0"/>
              </a:spcAft>
              <a:buClr>
                <a:srgbClr val="000000"/>
              </a:buClr>
              <a:buSzPts val="1200"/>
              <a:buFont typeface="Arial"/>
              <a:buNone/>
            </a:pPr>
            <a:endParaRPr sz="1200" b="1">
              <a:solidFill>
                <a:srgbClr val="FFFFFF"/>
              </a:solidFill>
            </a:endParaRPr>
          </a:p>
          <a:p>
            <a:pPr marL="0" marR="0" lvl="0" indent="0" algn="ctr" rtl="0">
              <a:lnSpc>
                <a:spcPct val="100000"/>
              </a:lnSpc>
              <a:spcBef>
                <a:spcPts val="0"/>
              </a:spcBef>
              <a:spcAft>
                <a:spcPts val="0"/>
              </a:spcAft>
              <a:buClr>
                <a:srgbClr val="000000"/>
              </a:buClr>
              <a:buSzPts val="1200"/>
              <a:buFont typeface="Arial"/>
              <a:buNone/>
            </a:pPr>
            <a:endParaRPr sz="1200" b="1">
              <a:solidFill>
                <a:srgbClr val="FFFFFF"/>
              </a:solidFill>
            </a:endParaRPr>
          </a:p>
        </p:txBody>
      </p:sp>
      <p:pic>
        <p:nvPicPr>
          <p:cNvPr id="1387" name="Google Shape;1387;g1f49ec288db_0_339"/>
          <p:cNvPicPr preferRelativeResize="0"/>
          <p:nvPr/>
        </p:nvPicPr>
        <p:blipFill rotWithShape="1">
          <a:blip r:embed="rId3">
            <a:alphaModFix/>
          </a:blip>
          <a:srcRect/>
          <a:stretch/>
        </p:blipFill>
        <p:spPr>
          <a:xfrm>
            <a:off x="6953969" y="675399"/>
            <a:ext cx="1285987" cy="1577477"/>
          </a:xfrm>
          <a:prstGeom prst="rect">
            <a:avLst/>
          </a:prstGeom>
          <a:noFill/>
          <a:ln>
            <a:noFill/>
          </a:ln>
        </p:spPr>
      </p:pic>
      <p:pic>
        <p:nvPicPr>
          <p:cNvPr id="1388" name="Google Shape;1388;g1f49ec288db_0_339"/>
          <p:cNvPicPr preferRelativeResize="0"/>
          <p:nvPr/>
        </p:nvPicPr>
        <p:blipFill rotWithShape="1">
          <a:blip r:embed="rId4">
            <a:alphaModFix/>
          </a:blip>
          <a:srcRect/>
          <a:stretch/>
        </p:blipFill>
        <p:spPr>
          <a:xfrm>
            <a:off x="7897512" y="3406944"/>
            <a:ext cx="1194544" cy="1194524"/>
          </a:xfrm>
          <a:prstGeom prst="rect">
            <a:avLst/>
          </a:prstGeom>
          <a:noFill/>
          <a:ln>
            <a:noFill/>
          </a:ln>
        </p:spPr>
      </p:pic>
      <p:sp>
        <p:nvSpPr>
          <p:cNvPr id="1389" name="Google Shape;1389;g1f49ec288db_0_339"/>
          <p:cNvSpPr txBox="1"/>
          <p:nvPr/>
        </p:nvSpPr>
        <p:spPr>
          <a:xfrm>
            <a:off x="5832775" y="3314876"/>
            <a:ext cx="1970100" cy="1315500"/>
          </a:xfrm>
          <a:prstGeom prst="rect">
            <a:avLst/>
          </a:prstGeom>
          <a:solidFill>
            <a:schemeClr val="lt1"/>
          </a:solidFill>
          <a:ln>
            <a:noFill/>
          </a:ln>
        </p:spPr>
        <p:txBody>
          <a:bodyPr spcFirstLastPara="1" wrap="square" lIns="68575" tIns="68575" rIns="68575" bIns="68575" anchor="t" anchorCtr="0">
            <a:noAutofit/>
          </a:bodyPr>
          <a:lstStyle/>
          <a:p>
            <a:pPr marL="0" lvl="0" indent="0" algn="l" rtl="0">
              <a:spcBef>
                <a:spcPts val="0"/>
              </a:spcBef>
              <a:spcAft>
                <a:spcPts val="0"/>
              </a:spcAft>
              <a:buNone/>
            </a:pPr>
            <a:r>
              <a:rPr lang="en-US" sz="1100">
                <a:solidFill>
                  <a:schemeClr val="dk1"/>
                </a:solidFill>
              </a:rPr>
              <a:t>Host </a:t>
            </a:r>
            <a:r>
              <a:rPr lang="en-US" sz="1100" b="1">
                <a:solidFill>
                  <a:schemeClr val="dk1"/>
                </a:solidFill>
              </a:rPr>
              <a:t>Erica Sievert, PharmD </a:t>
            </a:r>
            <a:r>
              <a:rPr lang="en-US" sz="1100">
                <a:solidFill>
                  <a:schemeClr val="dk1"/>
                </a:solidFill>
              </a:rPr>
              <a:t>is a licensed pharmacist with over 10 years’ experience in managing pharmacy operations. Send your question or topic to community@tracelink.com.</a:t>
            </a:r>
            <a:endParaRPr sz="1100">
              <a:solidFill>
                <a:schemeClr val="dk1"/>
              </a:solidFill>
            </a:endParaRPr>
          </a:p>
        </p:txBody>
      </p:sp>
      <p:pic>
        <p:nvPicPr>
          <p:cNvPr id="1390" name="Google Shape;1390;g1f49ec288db_0_339"/>
          <p:cNvPicPr preferRelativeResize="0"/>
          <p:nvPr/>
        </p:nvPicPr>
        <p:blipFill>
          <a:blip r:embed="rId5">
            <a:alphaModFix/>
          </a:blip>
          <a:stretch>
            <a:fillRect/>
          </a:stretch>
        </p:blipFill>
        <p:spPr>
          <a:xfrm>
            <a:off x="7060734" y="784444"/>
            <a:ext cx="1072444" cy="107244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E3198-5FD0-6BEA-A52E-99B2D5E7DF75}"/>
              </a:ext>
            </a:extLst>
          </p:cNvPr>
          <p:cNvSpPr>
            <a:spLocks noGrp="1"/>
          </p:cNvSpPr>
          <p:nvPr>
            <p:ph type="title"/>
          </p:nvPr>
        </p:nvSpPr>
        <p:spPr/>
        <p:txBody>
          <a:bodyPr>
            <a:normAutofit fontScale="90000"/>
          </a:bodyPr>
          <a:lstStyle/>
          <a:p>
            <a:r>
              <a:rPr lang="en-US" dirty="0"/>
              <a:t>Digital Recalls Solution </a:t>
            </a:r>
            <a:br>
              <a:rPr lang="en-US" dirty="0"/>
            </a:br>
            <a:r>
              <a:rPr lang="en-US" dirty="0"/>
              <a:t>User Experience</a:t>
            </a:r>
          </a:p>
        </p:txBody>
      </p:sp>
    </p:spTree>
    <p:extLst>
      <p:ext uri="{BB962C8B-B14F-4D97-AF65-F5344CB8AC3E}">
        <p14:creationId xmlns:p14="http://schemas.microsoft.com/office/powerpoint/2010/main" val="374701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809BDD-24FE-506D-3C68-AB1ACE7A94D6}"/>
              </a:ext>
            </a:extLst>
          </p:cNvPr>
          <p:cNvPicPr>
            <a:picLocks noChangeAspect="1"/>
          </p:cNvPicPr>
          <p:nvPr/>
        </p:nvPicPr>
        <p:blipFill>
          <a:blip r:embed="rId3"/>
          <a:stretch>
            <a:fillRect/>
          </a:stretch>
        </p:blipFill>
        <p:spPr>
          <a:xfrm>
            <a:off x="0" y="0"/>
            <a:ext cx="9144000" cy="5143500"/>
          </a:xfrm>
          <a:prstGeom prst="rect">
            <a:avLst/>
          </a:prstGeom>
        </p:spPr>
      </p:pic>
      <p:sp>
        <p:nvSpPr>
          <p:cNvPr id="6" name="Speech Bubble: Rectangle 5">
            <a:extLst>
              <a:ext uri="{FF2B5EF4-FFF2-40B4-BE49-F238E27FC236}">
                <a16:creationId xmlns:a16="http://schemas.microsoft.com/office/drawing/2014/main" id="{C5A1BB98-FD2C-0924-DA6B-18D756E2BA15}"/>
              </a:ext>
            </a:extLst>
          </p:cNvPr>
          <p:cNvSpPr/>
          <p:nvPr/>
        </p:nvSpPr>
        <p:spPr>
          <a:xfrm rot="10800000" flipH="1" flipV="1">
            <a:off x="7809884" y="438702"/>
            <a:ext cx="919947" cy="610169"/>
          </a:xfrm>
          <a:prstGeom prst="wedgeRectCallout">
            <a:avLst>
              <a:gd name="adj1" fmla="val 31479"/>
              <a:gd name="adj2" fmla="val -71429"/>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25" dirty="0">
                <a:solidFill>
                  <a:prstClr val="white"/>
                </a:solidFill>
                <a:latin typeface="Calibri" panose="020F0502020204030204"/>
              </a:rPr>
              <a:t>Automated in-app and email reminders</a:t>
            </a:r>
          </a:p>
        </p:txBody>
      </p:sp>
      <p:sp>
        <p:nvSpPr>
          <p:cNvPr id="10" name="Speech Bubble: Rectangle 9">
            <a:extLst>
              <a:ext uri="{FF2B5EF4-FFF2-40B4-BE49-F238E27FC236}">
                <a16:creationId xmlns:a16="http://schemas.microsoft.com/office/drawing/2014/main" id="{A11AAD62-CFFC-BF08-23E0-A276A8CB5073}"/>
              </a:ext>
            </a:extLst>
          </p:cNvPr>
          <p:cNvSpPr/>
          <p:nvPr/>
        </p:nvSpPr>
        <p:spPr>
          <a:xfrm rot="10800000" flipH="1" flipV="1">
            <a:off x="2163515" y="920779"/>
            <a:ext cx="919946" cy="487967"/>
          </a:xfrm>
          <a:prstGeom prst="wedgeRectCallou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825" kern="1200" dirty="0">
                <a:solidFill>
                  <a:prstClr val="white"/>
                </a:solidFill>
                <a:latin typeface="Calibri" panose="020F0502020204030204"/>
              </a:rPr>
              <a:t>Visibility across the organization</a:t>
            </a:r>
          </a:p>
        </p:txBody>
      </p:sp>
      <p:sp>
        <p:nvSpPr>
          <p:cNvPr id="14" name="Speech Bubble: Rectangle 13">
            <a:extLst>
              <a:ext uri="{FF2B5EF4-FFF2-40B4-BE49-F238E27FC236}">
                <a16:creationId xmlns:a16="http://schemas.microsoft.com/office/drawing/2014/main" id="{27EE6DBF-8D20-F4B8-A857-C6FF3890942A}"/>
              </a:ext>
            </a:extLst>
          </p:cNvPr>
          <p:cNvSpPr/>
          <p:nvPr/>
        </p:nvSpPr>
        <p:spPr>
          <a:xfrm rot="10800000" flipH="1" flipV="1">
            <a:off x="4472374" y="2388199"/>
            <a:ext cx="796184" cy="543596"/>
          </a:xfrm>
          <a:prstGeom prst="wedgeRectCallou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825" kern="1200" dirty="0">
                <a:solidFill>
                  <a:prstClr val="white"/>
                </a:solidFill>
                <a:latin typeface="Calibri" panose="020F0502020204030204"/>
              </a:rPr>
              <a:t>Clickable to see underlying records</a:t>
            </a:r>
          </a:p>
        </p:txBody>
      </p:sp>
    </p:spTree>
    <p:extLst>
      <p:ext uri="{BB962C8B-B14F-4D97-AF65-F5344CB8AC3E}">
        <p14:creationId xmlns:p14="http://schemas.microsoft.com/office/powerpoint/2010/main" val="28283669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BFDFA01-4A54-5374-CA11-84DC8C198793}"/>
              </a:ext>
            </a:extLst>
          </p:cNvPr>
          <p:cNvPicPr>
            <a:picLocks noChangeAspect="1"/>
          </p:cNvPicPr>
          <p:nvPr/>
        </p:nvPicPr>
        <p:blipFill>
          <a:blip r:embed="rId3"/>
          <a:stretch>
            <a:fillRect/>
          </a:stretch>
        </p:blipFill>
        <p:spPr>
          <a:xfrm>
            <a:off x="0" y="0"/>
            <a:ext cx="9144000" cy="5143500"/>
          </a:xfrm>
          <a:prstGeom prst="rect">
            <a:avLst/>
          </a:prstGeom>
        </p:spPr>
      </p:pic>
      <p:sp>
        <p:nvSpPr>
          <p:cNvPr id="5" name="Speech Bubble: Rectangle 4">
            <a:extLst>
              <a:ext uri="{FF2B5EF4-FFF2-40B4-BE49-F238E27FC236}">
                <a16:creationId xmlns:a16="http://schemas.microsoft.com/office/drawing/2014/main" id="{A431A06F-FCF6-58CC-9C4E-423919A46068}"/>
              </a:ext>
            </a:extLst>
          </p:cNvPr>
          <p:cNvSpPr/>
          <p:nvPr/>
        </p:nvSpPr>
        <p:spPr>
          <a:xfrm rot="10800000" flipH="1" flipV="1">
            <a:off x="3178487" y="489904"/>
            <a:ext cx="848291" cy="487967"/>
          </a:xfrm>
          <a:prstGeom prst="wedgeRectCallou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685800">
              <a:buClrTx/>
              <a:defRPr/>
            </a:pPr>
            <a:r>
              <a:rPr lang="en-US" sz="750" kern="1200" dirty="0">
                <a:solidFill>
                  <a:prstClr val="white"/>
                </a:solidFill>
                <a:latin typeface="Calibri" panose="020F0502020204030204"/>
              </a:rPr>
              <a:t>Filter by locations</a:t>
            </a:r>
          </a:p>
        </p:txBody>
      </p:sp>
      <p:sp>
        <p:nvSpPr>
          <p:cNvPr id="7" name="Oval 6">
            <a:extLst>
              <a:ext uri="{FF2B5EF4-FFF2-40B4-BE49-F238E27FC236}">
                <a16:creationId xmlns:a16="http://schemas.microsoft.com/office/drawing/2014/main" id="{5354CF3F-4F65-5EC1-A212-1DCB8A65F2B8}"/>
              </a:ext>
            </a:extLst>
          </p:cNvPr>
          <p:cNvSpPr/>
          <p:nvPr/>
        </p:nvSpPr>
        <p:spPr>
          <a:xfrm>
            <a:off x="897982" y="977871"/>
            <a:ext cx="2611755" cy="1008718"/>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Tree>
    <p:extLst>
      <p:ext uri="{BB962C8B-B14F-4D97-AF65-F5344CB8AC3E}">
        <p14:creationId xmlns:p14="http://schemas.microsoft.com/office/powerpoint/2010/main" val="29837540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B1642C-393D-ACAB-A5E2-CA649635B959}"/>
              </a:ext>
            </a:extLst>
          </p:cNvPr>
          <p:cNvPicPr>
            <a:picLocks noChangeAspect="1"/>
          </p:cNvPicPr>
          <p:nvPr/>
        </p:nvPicPr>
        <p:blipFill>
          <a:blip r:embed="rId3"/>
          <a:stretch>
            <a:fillRect/>
          </a:stretch>
        </p:blipFill>
        <p:spPr>
          <a:xfrm>
            <a:off x="0" y="0"/>
            <a:ext cx="9144000" cy="5143500"/>
          </a:xfrm>
          <a:prstGeom prst="rect">
            <a:avLst/>
          </a:prstGeom>
        </p:spPr>
      </p:pic>
      <p:sp>
        <p:nvSpPr>
          <p:cNvPr id="5" name="Speech Bubble: Rectangle 4">
            <a:extLst>
              <a:ext uri="{FF2B5EF4-FFF2-40B4-BE49-F238E27FC236}">
                <a16:creationId xmlns:a16="http://schemas.microsoft.com/office/drawing/2014/main" id="{65044313-479B-57BC-DD41-0804442F50EF}"/>
              </a:ext>
            </a:extLst>
          </p:cNvPr>
          <p:cNvSpPr/>
          <p:nvPr/>
        </p:nvSpPr>
        <p:spPr>
          <a:xfrm rot="10800000" flipH="1" flipV="1">
            <a:off x="1917144" y="1722343"/>
            <a:ext cx="848291" cy="487967"/>
          </a:xfrm>
          <a:prstGeom prst="wedgeRectCallou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825" kern="1200" dirty="0">
                <a:solidFill>
                  <a:prstClr val="white"/>
                </a:solidFill>
                <a:latin typeface="Calibri" panose="020F0502020204030204"/>
              </a:rPr>
              <a:t>Does the location have inventory?</a:t>
            </a:r>
          </a:p>
        </p:txBody>
      </p:sp>
      <p:sp>
        <p:nvSpPr>
          <p:cNvPr id="7" name="Speech Bubble: Rectangle 6">
            <a:extLst>
              <a:ext uri="{FF2B5EF4-FFF2-40B4-BE49-F238E27FC236}">
                <a16:creationId xmlns:a16="http://schemas.microsoft.com/office/drawing/2014/main" id="{D1AE654A-16AE-D06F-9D9D-481F513636FE}"/>
              </a:ext>
            </a:extLst>
          </p:cNvPr>
          <p:cNvSpPr/>
          <p:nvPr/>
        </p:nvSpPr>
        <p:spPr>
          <a:xfrm rot="10800000" flipH="1" flipV="1">
            <a:off x="5358232" y="3047013"/>
            <a:ext cx="848291" cy="487967"/>
          </a:xfrm>
          <a:prstGeom prst="wedgeRectCallou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825" kern="1200" dirty="0">
                <a:solidFill>
                  <a:prstClr val="white"/>
                </a:solidFill>
                <a:latin typeface="Calibri" panose="020F0502020204030204"/>
              </a:rPr>
              <a:t>How much was pulled?</a:t>
            </a:r>
          </a:p>
        </p:txBody>
      </p:sp>
    </p:spTree>
    <p:extLst>
      <p:ext uri="{BB962C8B-B14F-4D97-AF65-F5344CB8AC3E}">
        <p14:creationId xmlns:p14="http://schemas.microsoft.com/office/powerpoint/2010/main" val="21645400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35A8F3A-37B8-B591-22B3-F1055E0A2EFD}"/>
              </a:ext>
            </a:extLst>
          </p:cNvPr>
          <p:cNvPicPr>
            <a:picLocks noChangeAspect="1"/>
          </p:cNvPicPr>
          <p:nvPr/>
        </p:nvPicPr>
        <p:blipFill>
          <a:blip r:embed="rId3"/>
          <a:stretch>
            <a:fillRect/>
          </a:stretch>
        </p:blipFill>
        <p:spPr>
          <a:xfrm>
            <a:off x="21431" y="0"/>
            <a:ext cx="9101138" cy="5143500"/>
          </a:xfrm>
          <a:prstGeom prst="rect">
            <a:avLst/>
          </a:prstGeom>
        </p:spPr>
      </p:pic>
      <p:sp>
        <p:nvSpPr>
          <p:cNvPr id="5" name="Speech Bubble: Rectangle 4">
            <a:extLst>
              <a:ext uri="{FF2B5EF4-FFF2-40B4-BE49-F238E27FC236}">
                <a16:creationId xmlns:a16="http://schemas.microsoft.com/office/drawing/2014/main" id="{65044313-479B-57BC-DD41-0804442F50EF}"/>
              </a:ext>
            </a:extLst>
          </p:cNvPr>
          <p:cNvSpPr/>
          <p:nvPr/>
        </p:nvSpPr>
        <p:spPr>
          <a:xfrm rot="10800000" flipH="1" flipV="1">
            <a:off x="8156986" y="3735594"/>
            <a:ext cx="910867" cy="660861"/>
          </a:xfrm>
          <a:prstGeom prst="wedgeRectCallou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825" kern="1200" dirty="0">
                <a:solidFill>
                  <a:prstClr val="white"/>
                </a:solidFill>
                <a:latin typeface="Calibri" panose="020F0502020204030204"/>
              </a:rPr>
              <a:t>Quickly follow up with all locations in a stage</a:t>
            </a:r>
          </a:p>
        </p:txBody>
      </p:sp>
    </p:spTree>
    <p:extLst>
      <p:ext uri="{BB962C8B-B14F-4D97-AF65-F5344CB8AC3E}">
        <p14:creationId xmlns:p14="http://schemas.microsoft.com/office/powerpoint/2010/main" val="261419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5ABD384-100A-D37F-71C5-73BC675C54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97" y="0"/>
            <a:ext cx="9118997"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Speech Bubble: Rectangle 1">
            <a:extLst>
              <a:ext uri="{FF2B5EF4-FFF2-40B4-BE49-F238E27FC236}">
                <a16:creationId xmlns:a16="http://schemas.microsoft.com/office/drawing/2014/main" id="{69B929CD-8527-AA18-7E8C-B8DC7E6BD2FD}"/>
              </a:ext>
            </a:extLst>
          </p:cNvPr>
          <p:cNvSpPr/>
          <p:nvPr/>
        </p:nvSpPr>
        <p:spPr>
          <a:xfrm rot="10800000" flipH="1" flipV="1">
            <a:off x="2013668" y="1397164"/>
            <a:ext cx="1049129" cy="654272"/>
          </a:xfrm>
          <a:prstGeom prst="wedgeRectCallou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r>
              <a:rPr lang="en-US" sz="825" dirty="0">
                <a:solidFill>
                  <a:prstClr val="white"/>
                </a:solidFill>
                <a:latin typeface="Arial" panose="020B0604020202020204"/>
              </a:rPr>
              <a:t>Recalls are in a searchable, easy to read data-driven format</a:t>
            </a:r>
          </a:p>
        </p:txBody>
      </p:sp>
    </p:spTree>
    <p:extLst>
      <p:ext uri="{BB962C8B-B14F-4D97-AF65-F5344CB8AC3E}">
        <p14:creationId xmlns:p14="http://schemas.microsoft.com/office/powerpoint/2010/main" val="2228676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F6878-246D-870B-670D-4DAFA334484A}"/>
              </a:ext>
            </a:extLst>
          </p:cNvPr>
          <p:cNvSpPr>
            <a:spLocks noGrp="1"/>
          </p:cNvSpPr>
          <p:nvPr>
            <p:ph type="title"/>
          </p:nvPr>
        </p:nvSpPr>
        <p:spPr>
          <a:xfrm>
            <a:off x="296436" y="26276"/>
            <a:ext cx="8551126" cy="618900"/>
          </a:xfrm>
        </p:spPr>
        <p:txBody>
          <a:bodyPr>
            <a:normAutofit fontScale="90000"/>
          </a:bodyPr>
          <a:lstStyle/>
          <a:p>
            <a:r>
              <a:rPr lang="en-US" dirty="0"/>
              <a:t>Identify Received Compliance Data for Product Impacted by a Recall</a:t>
            </a:r>
          </a:p>
        </p:txBody>
      </p:sp>
      <p:pic>
        <p:nvPicPr>
          <p:cNvPr id="4" name="Picture 3">
            <a:extLst>
              <a:ext uri="{FF2B5EF4-FFF2-40B4-BE49-F238E27FC236}">
                <a16:creationId xmlns:a16="http://schemas.microsoft.com/office/drawing/2014/main" id="{3B2C4EB2-633C-D417-9A33-62646FFB9411}"/>
              </a:ext>
            </a:extLst>
          </p:cNvPr>
          <p:cNvPicPr>
            <a:picLocks noChangeAspect="1"/>
          </p:cNvPicPr>
          <p:nvPr/>
        </p:nvPicPr>
        <p:blipFill>
          <a:blip r:embed="rId2"/>
          <a:stretch>
            <a:fillRect/>
          </a:stretch>
        </p:blipFill>
        <p:spPr>
          <a:xfrm>
            <a:off x="1" y="685800"/>
            <a:ext cx="7565381" cy="4275239"/>
          </a:xfrm>
          <a:prstGeom prst="rect">
            <a:avLst/>
          </a:prstGeom>
        </p:spPr>
      </p:pic>
      <p:sp>
        <p:nvSpPr>
          <p:cNvPr id="7" name="Speech Bubble: Rectangle 6">
            <a:extLst>
              <a:ext uri="{FF2B5EF4-FFF2-40B4-BE49-F238E27FC236}">
                <a16:creationId xmlns:a16="http://schemas.microsoft.com/office/drawing/2014/main" id="{FF2B8388-AA17-2D37-25BE-AD57361727EB}"/>
              </a:ext>
            </a:extLst>
          </p:cNvPr>
          <p:cNvSpPr/>
          <p:nvPr/>
        </p:nvSpPr>
        <p:spPr>
          <a:xfrm rot="10800000" flipH="1" flipV="1">
            <a:off x="6278820" y="1754109"/>
            <a:ext cx="2568742" cy="942978"/>
          </a:xfrm>
          <a:prstGeom prst="wedgeRectCallou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r>
              <a:rPr lang="en-US" sz="1050" dirty="0">
                <a:solidFill>
                  <a:prstClr val="white"/>
                </a:solidFill>
                <a:latin typeface="Arial" panose="020B0604020202020204"/>
              </a:rPr>
              <a:t>When recall notifications are issued by the FDA, US Compliance receives recall notice information and provides details of recalls that might impact product that your company has sent or received.</a:t>
            </a:r>
          </a:p>
        </p:txBody>
      </p:sp>
    </p:spTree>
    <p:extLst>
      <p:ext uri="{BB962C8B-B14F-4D97-AF65-F5344CB8AC3E}">
        <p14:creationId xmlns:p14="http://schemas.microsoft.com/office/powerpoint/2010/main" val="39255090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pic>
        <p:nvPicPr>
          <p:cNvPr id="822" name="Google Shape;822;g26873d14883_0_13"/>
          <p:cNvPicPr preferRelativeResize="0"/>
          <p:nvPr/>
        </p:nvPicPr>
        <p:blipFill rotWithShape="1">
          <a:blip r:embed="rId3">
            <a:alphaModFix/>
          </a:blip>
          <a:srcRect l="11699" t="16225" r="11472" b="9593"/>
          <a:stretch/>
        </p:blipFill>
        <p:spPr>
          <a:xfrm>
            <a:off x="3892217" y="598090"/>
            <a:ext cx="3809064" cy="4531805"/>
          </a:xfrm>
          <a:prstGeom prst="rect">
            <a:avLst/>
          </a:prstGeom>
          <a:noFill/>
          <a:ln>
            <a:noFill/>
          </a:ln>
        </p:spPr>
      </p:pic>
      <p:sp>
        <p:nvSpPr>
          <p:cNvPr id="823" name="Google Shape;823;g26873d14883_0_13"/>
          <p:cNvSpPr txBox="1">
            <a:spLocks noGrp="1"/>
          </p:cNvSpPr>
          <p:nvPr>
            <p:ph type="title"/>
          </p:nvPr>
        </p:nvSpPr>
        <p:spPr>
          <a:prstGeom prst="rect">
            <a:avLst/>
          </a:prstGeom>
          <a:noFill/>
          <a:ln>
            <a:noFill/>
          </a:ln>
        </p:spPr>
        <p:txBody>
          <a:bodyPr spcFirstLastPara="1" wrap="square" lIns="68569" tIns="34275" rIns="68569" bIns="34275" anchor="ctr" anchorCtr="0">
            <a:normAutofit/>
          </a:bodyPr>
          <a:lstStyle/>
          <a:p>
            <a:pPr>
              <a:buSzPts val="3600"/>
            </a:pPr>
            <a:r>
              <a:rPr lang="en-US" dirty="0"/>
              <a:t>Impacted Product is Automatically Marked</a:t>
            </a:r>
            <a:endParaRPr dirty="0"/>
          </a:p>
        </p:txBody>
      </p:sp>
      <p:pic>
        <p:nvPicPr>
          <p:cNvPr id="824" name="Google Shape;824;g26873d14883_0_13"/>
          <p:cNvPicPr preferRelativeResize="0"/>
          <p:nvPr/>
        </p:nvPicPr>
        <p:blipFill rotWithShape="1">
          <a:blip r:embed="rId4">
            <a:alphaModFix/>
          </a:blip>
          <a:srcRect/>
          <a:stretch/>
        </p:blipFill>
        <p:spPr>
          <a:xfrm>
            <a:off x="353194" y="572158"/>
            <a:ext cx="3399442" cy="4547717"/>
          </a:xfrm>
          <a:prstGeom prst="rect">
            <a:avLst/>
          </a:prstGeom>
          <a:noFill/>
          <a:ln>
            <a:noFill/>
          </a:ln>
          <a:effectLst>
            <a:outerShdw blurRad="50800" dist="38100" dir="2700000" algn="tl" rotWithShape="0">
              <a:prstClr val="black">
                <a:alpha val="40000"/>
              </a:prstClr>
            </a:outerShdw>
          </a:effectLst>
        </p:spPr>
      </p:pic>
      <p:sp>
        <p:nvSpPr>
          <p:cNvPr id="825" name="Google Shape;825;g26873d14883_0_13"/>
          <p:cNvSpPr/>
          <p:nvPr/>
        </p:nvSpPr>
        <p:spPr>
          <a:xfrm>
            <a:off x="425584" y="2532800"/>
            <a:ext cx="1082925" cy="229725"/>
          </a:xfrm>
          <a:prstGeom prst="rect">
            <a:avLst/>
          </a:prstGeom>
          <a:noFill/>
          <a:ln w="19050" cap="flat" cmpd="sng">
            <a:solidFill>
              <a:srgbClr val="C00000"/>
            </a:solidFill>
            <a:prstDash val="solid"/>
            <a:round/>
            <a:headEnd type="none" w="sm" len="sm"/>
            <a:tailEnd type="none" w="sm" len="sm"/>
          </a:ln>
        </p:spPr>
        <p:txBody>
          <a:bodyPr spcFirstLastPara="1" wrap="square" lIns="68569" tIns="68569" rIns="68569" bIns="68569" anchor="ctr" anchorCtr="0">
            <a:noAutofit/>
          </a:bodyPr>
          <a:lstStyle/>
          <a:p>
            <a:pPr algn="ctr">
              <a:buSzPts val="1400"/>
            </a:pPr>
            <a:endParaRPr sz="1050"/>
          </a:p>
        </p:txBody>
      </p:sp>
      <p:sp>
        <p:nvSpPr>
          <p:cNvPr id="826" name="Google Shape;826;g26873d14883_0_13"/>
          <p:cNvSpPr/>
          <p:nvPr/>
        </p:nvSpPr>
        <p:spPr>
          <a:xfrm>
            <a:off x="425584" y="4232201"/>
            <a:ext cx="1082925" cy="229725"/>
          </a:xfrm>
          <a:prstGeom prst="rect">
            <a:avLst/>
          </a:prstGeom>
          <a:noFill/>
          <a:ln w="19050" cap="flat" cmpd="sng">
            <a:solidFill>
              <a:srgbClr val="C00000"/>
            </a:solidFill>
            <a:prstDash val="solid"/>
            <a:round/>
            <a:headEnd type="none" w="sm" len="sm"/>
            <a:tailEnd type="none" w="sm" len="sm"/>
          </a:ln>
        </p:spPr>
        <p:txBody>
          <a:bodyPr spcFirstLastPara="1" wrap="square" lIns="68569" tIns="68569" rIns="68569" bIns="68569" anchor="ctr" anchorCtr="0">
            <a:noAutofit/>
          </a:bodyPr>
          <a:lstStyle/>
          <a:p>
            <a:pPr algn="ctr">
              <a:buSzPts val="1400"/>
            </a:pPr>
            <a:endParaRPr sz="1050"/>
          </a:p>
        </p:txBody>
      </p:sp>
      <p:sp>
        <p:nvSpPr>
          <p:cNvPr id="827" name="Google Shape;827;g26873d14883_0_13"/>
          <p:cNvSpPr/>
          <p:nvPr/>
        </p:nvSpPr>
        <p:spPr>
          <a:xfrm>
            <a:off x="3967406" y="2949810"/>
            <a:ext cx="556469" cy="172385"/>
          </a:xfrm>
          <a:prstGeom prst="rect">
            <a:avLst/>
          </a:prstGeom>
          <a:noFill/>
          <a:ln w="19050" cap="flat" cmpd="sng">
            <a:solidFill>
              <a:srgbClr val="C00000"/>
            </a:solidFill>
            <a:prstDash val="solid"/>
            <a:round/>
            <a:headEnd type="none" w="sm" len="sm"/>
            <a:tailEnd type="none" w="sm" len="sm"/>
          </a:ln>
        </p:spPr>
        <p:txBody>
          <a:bodyPr spcFirstLastPara="1" wrap="square" lIns="68569" tIns="68569" rIns="68569" bIns="68569" anchor="ctr" anchorCtr="0">
            <a:noAutofit/>
          </a:bodyPr>
          <a:lstStyle/>
          <a:p>
            <a:pPr algn="ctr">
              <a:buSzPts val="1400"/>
            </a:pPr>
            <a:endParaRPr sz="1050"/>
          </a:p>
        </p:txBody>
      </p:sp>
      <p:sp>
        <p:nvSpPr>
          <p:cNvPr id="828" name="Google Shape;828;g26873d14883_0_13"/>
          <p:cNvSpPr/>
          <p:nvPr/>
        </p:nvSpPr>
        <p:spPr>
          <a:xfrm>
            <a:off x="6108204" y="1371583"/>
            <a:ext cx="557291" cy="174476"/>
          </a:xfrm>
          <a:prstGeom prst="rect">
            <a:avLst/>
          </a:prstGeom>
          <a:noFill/>
          <a:ln w="19050" cap="flat" cmpd="sng">
            <a:solidFill>
              <a:srgbClr val="C00000"/>
            </a:solidFill>
            <a:prstDash val="solid"/>
            <a:round/>
            <a:headEnd type="none" w="sm" len="sm"/>
            <a:tailEnd type="none" w="sm" len="sm"/>
          </a:ln>
        </p:spPr>
        <p:txBody>
          <a:bodyPr spcFirstLastPara="1" wrap="square" lIns="68569" tIns="68569" rIns="68569" bIns="68569" anchor="ctr" anchorCtr="0">
            <a:noAutofit/>
          </a:bodyPr>
          <a:lstStyle/>
          <a:p>
            <a:pPr algn="ctr">
              <a:buSzPts val="1400"/>
            </a:pPr>
            <a:endParaRPr sz="1050"/>
          </a:p>
        </p:txBody>
      </p:sp>
    </p:spTree>
  </p:cSld>
  <p:clrMapOvr>
    <a:masterClrMapping/>
  </p:clrMapOvr>
</p:sld>
</file>

<file path=ppt/theme/theme1.xml><?xml version="1.0" encoding="utf-8"?>
<a:theme xmlns:a="http://schemas.openxmlformats.org/drawingml/2006/main" name="Theme_TL2023">
  <a:themeElements>
    <a:clrScheme name="Custom 3">
      <a:dk1>
        <a:srgbClr val="000000"/>
      </a:dk1>
      <a:lt1>
        <a:srgbClr val="FFFFFF"/>
      </a:lt1>
      <a:dk2>
        <a:srgbClr val="003A4C"/>
      </a:dk2>
      <a:lt2>
        <a:srgbClr val="E7E6E6"/>
      </a:lt2>
      <a:accent1>
        <a:srgbClr val="026243"/>
      </a:accent1>
      <a:accent2>
        <a:srgbClr val="008556"/>
      </a:accent2>
      <a:accent3>
        <a:srgbClr val="E6E51E"/>
      </a:accent3>
      <a:accent4>
        <a:srgbClr val="00A3B7"/>
      </a:accent4>
      <a:accent5>
        <a:srgbClr val="005487"/>
      </a:accent5>
      <a:accent6>
        <a:srgbClr val="003A4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raceLink">
  <a:themeElements>
    <a:clrScheme name="Custom 3">
      <a:dk1>
        <a:srgbClr val="000000"/>
      </a:dk1>
      <a:lt1>
        <a:srgbClr val="FFFFFF"/>
      </a:lt1>
      <a:dk2>
        <a:srgbClr val="003A4C"/>
      </a:dk2>
      <a:lt2>
        <a:srgbClr val="E7E6E6"/>
      </a:lt2>
      <a:accent1>
        <a:srgbClr val="026243"/>
      </a:accent1>
      <a:accent2>
        <a:srgbClr val="008556"/>
      </a:accent2>
      <a:accent3>
        <a:srgbClr val="E6E51E"/>
      </a:accent3>
      <a:accent4>
        <a:srgbClr val="00A3B7"/>
      </a:accent4>
      <a:accent5>
        <a:srgbClr val="005487"/>
      </a:accent5>
      <a:accent6>
        <a:srgbClr val="003A4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TotalTime>
  <Words>3772</Words>
  <Application>Microsoft Office PowerPoint</Application>
  <PresentationFormat>On-screen Show (16:9)</PresentationFormat>
  <Paragraphs>513</Paragraphs>
  <Slides>33</Slides>
  <Notes>31</Notes>
  <HiddenSlides>7</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33</vt:i4>
      </vt:variant>
    </vt:vector>
  </HeadingPairs>
  <TitlesOfParts>
    <vt:vector size="43" baseType="lpstr">
      <vt:lpstr>Roboto Thin</vt:lpstr>
      <vt:lpstr>Lato</vt:lpstr>
      <vt:lpstr>Roboto</vt:lpstr>
      <vt:lpstr>Quattrocento Sans</vt:lpstr>
      <vt:lpstr>Arial</vt:lpstr>
      <vt:lpstr>Calibri</vt:lpstr>
      <vt:lpstr>Noto Sans Symbols</vt:lpstr>
      <vt:lpstr>Roboto Medium</vt:lpstr>
      <vt:lpstr>Theme_TL2023</vt:lpstr>
      <vt:lpstr>TraceLink</vt:lpstr>
      <vt:lpstr>PowerPoint Presentation</vt:lpstr>
      <vt:lpstr>Agenda </vt:lpstr>
      <vt:lpstr>TraceLink is the Largest End-to-End Digital Network for the Healthcare &amp; Life Sciences Industry</vt:lpstr>
      <vt:lpstr>End-to-End Digitalization on an Intelligent Industry Network</vt:lpstr>
      <vt:lpstr>Why digitalizing the recall management process is essential for pharmacy and supply chain leaders</vt:lpstr>
      <vt:lpstr>The current recall management process is manual, time consuming, labor intensive, and prone to human error</vt:lpstr>
      <vt:lpstr>Your Recall Process Today?</vt:lpstr>
      <vt:lpstr>Digital Recalls</vt:lpstr>
      <vt:lpstr>PowerPoint Presentation</vt:lpstr>
      <vt:lpstr>Recalls Workflow</vt:lpstr>
      <vt:lpstr>TraceLink’s Digital Recalls leverages an integrated set of digital capabilities for next-gen, end-to-end recall management</vt:lpstr>
      <vt:lpstr>Digital Recalls will unlock value in compliance-driven investment by leveraging serialization data mandated by DSCSA 2023</vt:lpstr>
      <vt:lpstr>PowerPoint Presentation</vt:lpstr>
      <vt:lpstr>TraceLink’s Digital Recalls enables better business outcomes  and patient care.</vt:lpstr>
      <vt:lpstr>TraceLink is your trusted recall transformation partner</vt:lpstr>
      <vt:lpstr>Case Study: Digital Recalls frees up skilled full-time employees</vt:lpstr>
      <vt:lpstr>TraceLink Digital Recalls - Subscription Pricing Model</vt:lpstr>
      <vt:lpstr>Digital Recalls for dispensers is a major step forward to achieve an end-to-end digitalized recall network</vt:lpstr>
      <vt:lpstr>Next Steps</vt:lpstr>
      <vt:lpstr>Appendix</vt:lpstr>
      <vt:lpstr>Digital Recalls Self-Led Training</vt:lpstr>
      <vt:lpstr>Digital Recalls Instructor Led Training</vt:lpstr>
      <vt:lpstr>TraceLink’s Alerting System Provides Coverage and Reliability</vt:lpstr>
      <vt:lpstr>Dedicated Dispenser Support - Healthcare Operations Services Team (HOST)</vt:lpstr>
      <vt:lpstr>PowerPoint Presentation</vt:lpstr>
      <vt:lpstr>Digital Recalls Solution  User Experience</vt:lpstr>
      <vt:lpstr>PowerPoint Presentation</vt:lpstr>
      <vt:lpstr>PowerPoint Presentation</vt:lpstr>
      <vt:lpstr>PowerPoint Presentation</vt:lpstr>
      <vt:lpstr>PowerPoint Presentation</vt:lpstr>
      <vt:lpstr>PowerPoint Presentation</vt:lpstr>
      <vt:lpstr>Identify Received Compliance Data for Product Impacted by a Recall</vt:lpstr>
      <vt:lpstr>Impacted Product is Automatically Marked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Kamie Richard</dc:creator>
  <cp:lastModifiedBy>Christine Kearns</cp:lastModifiedBy>
  <cp:revision>10</cp:revision>
  <dcterms:created xsi:type="dcterms:W3CDTF">2019-10-15T21:11:09Z</dcterms:created>
  <dcterms:modified xsi:type="dcterms:W3CDTF">2024-08-23T14:09:43Z</dcterms:modified>
</cp:coreProperties>
</file>