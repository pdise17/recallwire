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D0B6-A642-B355-043A-DEF272362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6B62B-0C50-83BF-70B8-BD3BC491D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B023-0BF3-684D-E469-5C75D375E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FFEB4-DA1A-612B-FCD1-31687032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1230F-B7ED-BCC3-0F52-486D2EBC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DC5B-224D-70D6-D05A-C1E0DAF0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D0AF-BBB3-2979-0CC6-7F1500064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2D920-7079-F9D7-9546-F5E20019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6999-8694-658B-DB7F-E4FD2EC9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D0D3F-1CB3-0923-A2BB-F1D7E282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3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6A37-566D-7335-6219-2DEAAC55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FE97-A46F-9FB8-ACBF-5E82F0EC8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214F-5943-B706-4A96-5AB1F9A4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84A11-6A17-11AB-2A53-A034E2DF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E9CEA-FF59-1B68-6396-5C89AE8F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0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8D46-A7A8-7FF6-260B-97E72D1F0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7878-6411-3FD0-A337-35FF446A8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20F8F-2CB5-A881-06FA-F76A66D2A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BEE08-3A4E-9D6B-925C-1D9B64D8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ED2D0-7373-1913-0F46-22990A79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F58CF-7FC1-B553-90B9-374D39BD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5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6002-B4FC-2FE4-B8F5-4381E200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9662F-140D-C914-D326-0BA656F0B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A7E8A-46FC-1EBF-901F-06CCF50FB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F068F-C4D3-934D-E375-3E2A0BBF3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F9DB6-7B6B-F88F-161C-8BEF9A967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E3592-D411-FB52-C19B-84285BAE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69427-E6FF-3A84-4E78-87AD1892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F52BD-03A9-57F3-A237-23077977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9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5C29-E4EC-8E00-082C-534896A0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17A47-CD7F-420D-36A7-584C184A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F7CCC-D3D8-984D-2EC1-C8310D71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3BC88-C7F0-B2C8-7355-39F10A06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2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48317-6A33-F5AF-DCE9-EF381812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158C9-1B01-88B2-50F8-74A7BA4E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39CB7-B26D-190A-E549-F1871B97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3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B231-711C-281A-459B-E8964232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2D1B7-1BE7-BFD2-6E8A-BFE508B3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EE860-C522-1574-E92D-06A7EDEC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CFE74-1191-3704-9C23-0D4C1E08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8C20F-F787-6E58-6641-788A6942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A0A36-8EF7-7AC6-6BE9-EB2480E3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0DD-3149-969F-6998-48A431FE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477EA-CFAC-5316-2045-2ADEA161B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BDB6C-87DD-64DE-B9A6-301CE318C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AB58E-7C95-747C-DD73-64D55364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8E61F-F8DF-9828-0EB3-16D58EFD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B7598-A6AE-78F8-AF73-24223480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8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AE10-674E-67E0-3136-F09A48E1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CF76B-7FBA-DA00-1AC0-3CF358241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D5C56-CA60-AA59-D411-D281D6BF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7047F-A18E-1D26-4024-CEA286ED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68B8-F2F5-0F7F-0095-59DDDEA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6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A17FF-031B-5AEF-1273-6797095A5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91814-440C-4830-329E-2803AF7DE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BE63-47BE-BB19-9A9D-DAA91C083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5329-BCF0-A954-4E08-1BD3CFE9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0C53C-E7F0-E6CF-8F28-0B66AA01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9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596AC-C9B1-DED2-56B4-12F73D85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8A736-84CD-EA7B-04A9-543CDC94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95405-8E60-7ADC-29A4-B0313D070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4CFAC-74E7-FD43-B145-CD798F5A60F6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19699-765D-5C16-7E91-217EAF33A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4AD79-291E-F895-D970-B822CAEB7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D81A9-945F-CC4F-B976-E1C64515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BE023746-4B89-2DF0-7D0F-4FE459B26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578"/>
            <a:ext cx="12108856" cy="6382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48C4C8-DC88-E94A-D139-562EF09F980A}"/>
              </a:ext>
            </a:extLst>
          </p:cNvPr>
          <p:cNvSpPr txBox="1"/>
          <p:nvPr/>
        </p:nvSpPr>
        <p:spPr>
          <a:xfrm>
            <a:off x="10466173" y="362081"/>
            <a:ext cx="910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highlight>
                  <a:srgbClr val="00FFFF"/>
                </a:highlight>
              </a:rPr>
              <a:t>Live Wires</a:t>
            </a:r>
          </a:p>
        </p:txBody>
      </p:sp>
    </p:spTree>
    <p:extLst>
      <p:ext uri="{BB962C8B-B14F-4D97-AF65-F5344CB8AC3E}">
        <p14:creationId xmlns:p14="http://schemas.microsoft.com/office/powerpoint/2010/main" val="290526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048D4E-B6FA-FE8C-7806-CA85ECA6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20" y="321277"/>
            <a:ext cx="10576085" cy="6536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F777AD-1D5C-75F0-A051-D5A7C7C9CBD1}"/>
              </a:ext>
            </a:extLst>
          </p:cNvPr>
          <p:cNvSpPr txBox="1"/>
          <p:nvPr/>
        </p:nvSpPr>
        <p:spPr>
          <a:xfrm>
            <a:off x="7339913" y="1643446"/>
            <a:ext cx="44834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Live Wires include: Target 25-45d faster than FDA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Immediate Vendor produced notices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FDA Early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Distributor notices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Software-related and/or Cyber Threats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b="1" dirty="0"/>
              <a:t>Intent: </a:t>
            </a:r>
            <a:r>
              <a:rPr lang="en-US" sz="1100" dirty="0"/>
              <a:t>To deliver recalls before any competitor 3</a:t>
            </a:r>
            <a:r>
              <a:rPr lang="en-US" sz="1100" baseline="30000" dirty="0"/>
              <a:t>rd</a:t>
            </a:r>
            <a:r>
              <a:rPr lang="en-US" sz="1100" dirty="0"/>
              <a:t> party</a:t>
            </a:r>
          </a:p>
          <a:p>
            <a:endParaRPr lang="en-US" sz="1100" dirty="0"/>
          </a:p>
          <a:p>
            <a:r>
              <a:rPr lang="en-US" sz="1100" b="1" dirty="0"/>
              <a:t>Requirements:</a:t>
            </a:r>
          </a:p>
          <a:p>
            <a:endParaRPr lang="en-US" sz="1100" dirty="0"/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Free form page with similar attributes as seen here</a:t>
            </a:r>
          </a:p>
          <a:p>
            <a:r>
              <a:rPr lang="en-US" sz="1100" dirty="0"/>
              <a:t>        with admin capabilities to push “Live Wires” out to clients. </a:t>
            </a:r>
          </a:p>
          <a:p>
            <a:pPr marL="228600" indent="-228600">
              <a:buAutoNum type="arabicPeriod" startAt="2"/>
            </a:pPr>
            <a:r>
              <a:rPr lang="en-US" sz="1100" dirty="0"/>
              <a:t>Ability to include original PDF attachment and/or Source URL  </a:t>
            </a:r>
          </a:p>
          <a:p>
            <a:r>
              <a:rPr lang="en-US" sz="1100" dirty="0"/>
              <a:t>        to article. </a:t>
            </a:r>
          </a:p>
          <a:p>
            <a:endParaRPr lang="en-US" sz="1100" dirty="0"/>
          </a:p>
          <a:p>
            <a:r>
              <a:rPr lang="en-US" sz="1100" b="1" dirty="0"/>
              <a:t>Functionality:</a:t>
            </a:r>
          </a:p>
          <a:p>
            <a:endParaRPr lang="en-US" sz="1100" dirty="0"/>
          </a:p>
          <a:p>
            <a:pPr marL="228600" indent="-228600">
              <a:buAutoNum type="arabicPeriod"/>
            </a:pPr>
            <a:r>
              <a:rPr lang="en-US" sz="1100" dirty="0"/>
              <a:t>Customer with POH integration will scan against recall info to see if affected. If affected, auto push to client. </a:t>
            </a:r>
          </a:p>
          <a:p>
            <a:r>
              <a:rPr lang="en-US" sz="1100" dirty="0"/>
              <a:t>	</a:t>
            </a:r>
          </a:p>
          <a:p>
            <a:pPr marL="228600" indent="-228600">
              <a:buAutoNum type="arabicPeriod" startAt="2"/>
            </a:pPr>
            <a:r>
              <a:rPr lang="en-US" sz="1100" dirty="0"/>
              <a:t>Customers without POH integration will receive raw ”Live Wire” </a:t>
            </a:r>
          </a:p>
          <a:p>
            <a:r>
              <a:rPr lang="en-US" sz="1100" dirty="0"/>
              <a:t>         This will consist of the Recall Notice only in its raw form, triggering </a:t>
            </a:r>
          </a:p>
          <a:p>
            <a:r>
              <a:rPr lang="en-US" sz="1100" dirty="0"/>
              <a:t>         immediate action on the client end.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07704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135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Paradise</dc:creator>
  <cp:lastModifiedBy>Christopher Paradise</cp:lastModifiedBy>
  <cp:revision>1</cp:revision>
  <dcterms:created xsi:type="dcterms:W3CDTF">2026-01-27T23:00:12Z</dcterms:created>
  <dcterms:modified xsi:type="dcterms:W3CDTF">2026-01-27T23:26:43Z</dcterms:modified>
</cp:coreProperties>
</file>