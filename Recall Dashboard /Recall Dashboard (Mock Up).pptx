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9D589-7D8A-1E77-D16C-FABBCA1C57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0C65B-9CF4-CA06-CE24-D92B8F5BE7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66F27-1331-48FC-A75A-2E869541F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CBCB7-E31B-3142-9425-AA6D0A1F7209}" type="datetimeFigureOut">
              <a:rPr lang="en-US" smtClean="0"/>
              <a:t>5/19/25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EB8D6-1D35-E12A-82B9-677AD437D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0A64D-D544-1158-8E7E-E24BD4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35BA1-1547-A247-B1CD-BE4F3D145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217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58082-3EFD-6AB3-82B0-B8F34A265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ECD23-1CD4-3218-63DA-3300307D6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EDC42-CCE2-BB59-0193-BBE75D5E1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CBCB7-E31B-3142-9425-AA6D0A1F7209}" type="datetimeFigureOut">
              <a:rPr lang="en-US" smtClean="0"/>
              <a:t>5/19/25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6048C-07E1-9854-C661-456025636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39C49-B47F-D8A6-B800-564224854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35BA1-1547-A247-B1CD-BE4F3D145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253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C8696-4E04-35CB-61DF-3AAD1BBFB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60F25-73E0-15BB-A9A3-8E9DFED26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5CF4A-7246-D6A5-67BB-F68F5A412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CBCB7-E31B-3142-9425-AA6D0A1F7209}" type="datetimeFigureOut">
              <a:rPr lang="en-US" smtClean="0"/>
              <a:t>5/19/25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71422-D4D5-3014-C7FB-4A420DB3F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C0CAF-7456-DD50-5E3D-4FB7F2779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35BA1-1547-A247-B1CD-BE4F3D145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967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C026D-C7B2-75FD-6F7B-DD57C16B8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126DC-40C6-FD79-D093-1A0A88513B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529F7C-B180-0004-CE4D-6A24ABDA3D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BFAA0E-4D8A-28B9-EC53-BE01DA2D6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CBCB7-E31B-3142-9425-AA6D0A1F7209}" type="datetimeFigureOut">
              <a:rPr lang="en-US" smtClean="0"/>
              <a:t>5/19/25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7E2E62-C217-02A7-9381-BCF05E81F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755A51-1A5E-1299-571F-2582DBC82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35BA1-1547-A247-B1CD-BE4F3D145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69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74C13-7031-9D24-AA95-D8A82FBD9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86BC30-17B7-4AE8-5205-3C9B5B3FF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9CCC6-C8C8-539C-18C0-E9F69D9B5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BD5D49-0403-DB87-56DA-8EDCA69D8C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972A43-9D8E-EF47-45CF-510FF6B179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3C7C07-CD64-4E85-34F1-FAAE6B73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CBCB7-E31B-3142-9425-AA6D0A1F7209}" type="datetimeFigureOut">
              <a:rPr lang="en-US" smtClean="0"/>
              <a:t>5/19/25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88BE25-8449-786B-93F9-5CA9BA24C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58CE1C-84C9-6DE9-E8F0-554F19492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35BA1-1547-A247-B1CD-BE4F3D145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75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607E3-D699-BEF8-19F4-DD14E9C1D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E743A2-2601-8779-C847-E9D9FD16A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CBCB7-E31B-3142-9425-AA6D0A1F7209}" type="datetimeFigureOut">
              <a:rPr lang="en-US" smtClean="0"/>
              <a:t>5/19/25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9DBD7D-91CF-E8F9-5BAB-E99FBBA03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C01430-0BE0-D130-571F-DEB657713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35BA1-1547-A247-B1CD-BE4F3D145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115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FE30A6-C326-ADC9-8105-DFD3271D3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CBCB7-E31B-3142-9425-AA6D0A1F7209}" type="datetimeFigureOut">
              <a:rPr lang="en-US" smtClean="0"/>
              <a:t>5/19/25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773882-426C-7D8F-2BC3-8CF580BF5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378F9-9005-B291-2ABB-105616EA0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35BA1-1547-A247-B1CD-BE4F3D145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191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7A532-27DE-B526-DB8F-152AC3B6D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2A460-39F7-A043-BB7D-EC000FEF0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5304B8-C904-3D50-DAB5-5D63F02EF9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86F100-5CD4-6EBF-0F03-09B79135A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CBCB7-E31B-3142-9425-AA6D0A1F7209}" type="datetimeFigureOut">
              <a:rPr lang="en-US" smtClean="0"/>
              <a:t>5/19/25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5492C-12FD-7847-2C6C-2D3E2EE63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8083BF-5965-A13C-211D-C34E7239C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35BA1-1547-A247-B1CD-BE4F3D145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331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815F6-4272-34EE-F261-D7FC96C2F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0E344A-6D7B-1D63-2E8A-3CF03DBB3A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D7D2D-8544-1ED7-3C23-74773E0CF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9E44CB-C78C-6753-F6AF-28740D4F0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CBCB7-E31B-3142-9425-AA6D0A1F7209}" type="datetimeFigureOut">
              <a:rPr lang="en-US" smtClean="0"/>
              <a:t>5/19/25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D6A08-7657-2BC0-999E-E771A2CED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355ECE-30F6-4F90-103A-994D75638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35BA1-1547-A247-B1CD-BE4F3D145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926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B45A8-045E-447A-AEFB-F46EFB6FA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EBDB5B-6128-1CCD-EEC2-CB6423EBF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9D934-4951-2CF9-B05A-E2FB77A5C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CBCB7-E31B-3142-9425-AA6D0A1F7209}" type="datetimeFigureOut">
              <a:rPr lang="en-US" smtClean="0"/>
              <a:t>5/19/25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1C354-3F16-825C-992D-11A28EED6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4FFB8-E746-8E76-CB9D-5F8D3EBFA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35BA1-1547-A247-B1CD-BE4F3D145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049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A6EAED-6B5A-2E8A-4901-054257D23D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832076-6836-1C75-7DB8-9AC821A82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34E8C-3DA0-4AC1-731E-A240F27AC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CBCB7-E31B-3142-9425-AA6D0A1F7209}" type="datetimeFigureOut">
              <a:rPr lang="en-US" smtClean="0"/>
              <a:t>5/19/25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62FB4-CFBD-9F42-3F63-6CE38DCDA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D9B2E-1CF6-14D9-2119-91EB03317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35BA1-1547-A247-B1CD-BE4F3D145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680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D07F57-55A1-24B7-A5EC-28C9DF6A9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6152E-C787-756C-BB9C-8A42D7C43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1E253-F064-C42C-CCD1-B339CBF77F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9CBCB7-E31B-3142-9425-AA6D0A1F7209}" type="datetimeFigureOut">
              <a:rPr lang="en-US" smtClean="0"/>
              <a:t>5/19/25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EDB56-A23B-A84C-8A1D-79E0D3EF6B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F9A20-C1D3-1D5B-92A4-57F012BBEC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135BA1-1547-A247-B1CD-BE4F3D145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31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E6BFAE77-28C6-C90E-3C2B-D43315D26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08" y="500448"/>
            <a:ext cx="2309583" cy="5857103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69FFA3-D24B-FB69-6EF9-A3E14E7ED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689" y="3619275"/>
            <a:ext cx="6582376" cy="27382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CFB815-F1CC-73F2-9898-A2B774CE8042}"/>
              </a:ext>
            </a:extLst>
          </p:cNvPr>
          <p:cNvSpPr txBox="1"/>
          <p:nvPr/>
        </p:nvSpPr>
        <p:spPr>
          <a:xfrm>
            <a:off x="9483663" y="3751281"/>
            <a:ext cx="212664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/>
              <a:t>Inventory    Action </a:t>
            </a:r>
          </a:p>
          <a:p>
            <a:pPr marL="342900" indent="-342900">
              <a:buAutoNum type="arabicPlain"/>
            </a:pPr>
            <a:r>
              <a:rPr lang="en-US" sz="1400" dirty="0"/>
              <a:t>               1</a:t>
            </a:r>
          </a:p>
          <a:p>
            <a:pPr marL="342900" indent="-342900">
              <a:buAutoNum type="arabicPlain"/>
            </a:pPr>
            <a:endParaRPr lang="en-US" sz="1400" dirty="0"/>
          </a:p>
          <a:p>
            <a:r>
              <a:rPr lang="en-US" sz="1400" dirty="0"/>
              <a:t>1	N/A</a:t>
            </a:r>
          </a:p>
          <a:p>
            <a:pPr marL="342900" indent="-342900">
              <a:buAutoNum type="arabicPlain" startAt="2"/>
            </a:pPr>
            <a:r>
              <a:rPr lang="en-US" sz="1400" dirty="0"/>
              <a:t>                1</a:t>
            </a:r>
          </a:p>
          <a:p>
            <a:endParaRPr lang="en-US" sz="1400" dirty="0"/>
          </a:p>
          <a:p>
            <a:pPr marL="342900" indent="-342900">
              <a:buAutoNum type="arabicPlain"/>
            </a:pPr>
            <a:r>
              <a:rPr lang="en-US" sz="1400" dirty="0"/>
              <a:t>                N/A</a:t>
            </a:r>
          </a:p>
          <a:p>
            <a:pPr marL="342900" indent="-342900">
              <a:buAutoNum type="arabicPlain"/>
            </a:pPr>
            <a:r>
              <a:rPr lang="en-US" sz="1400" dirty="0"/>
              <a:t>               N/A</a:t>
            </a:r>
          </a:p>
          <a:p>
            <a:endParaRPr lang="en-US" sz="1400" dirty="0"/>
          </a:p>
          <a:p>
            <a:r>
              <a:rPr lang="en-US" sz="1400"/>
              <a:t>2                       N/A</a:t>
            </a:r>
            <a:endParaRPr lang="en-US" sz="1400" dirty="0"/>
          </a:p>
          <a:p>
            <a:endParaRPr lang="en-US" sz="1400" u="sng" dirty="0"/>
          </a:p>
        </p:txBody>
      </p:sp>
    </p:spTree>
    <p:extLst>
      <p:ext uri="{BB962C8B-B14F-4D97-AF65-F5344CB8AC3E}">
        <p14:creationId xmlns:p14="http://schemas.microsoft.com/office/powerpoint/2010/main" val="3030229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23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Paradise</dc:creator>
  <cp:lastModifiedBy>Christopher Paradise</cp:lastModifiedBy>
  <cp:revision>2</cp:revision>
  <dcterms:created xsi:type="dcterms:W3CDTF">2025-05-16T16:33:22Z</dcterms:created>
  <dcterms:modified xsi:type="dcterms:W3CDTF">2025-05-19T19:37:24Z</dcterms:modified>
</cp:coreProperties>
</file>