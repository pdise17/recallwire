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A6C7"/>
    <a:srgbClr val="47B4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290" d="100"/>
          <a:sy n="290" d="100"/>
        </p:scale>
        <p:origin x="-4184" y="-2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88FD-21CC-8492-E326-86AA19242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1D259-1D3D-E4E3-DCC6-3C17B1BD9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C9416-BE8A-EA46-56A9-984C56FC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45235-30FE-CCAB-2C81-35811CF6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45562-3180-0DD0-E9A7-540ADE8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3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2EE7-8DC0-989C-FFE2-7BEC92B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43A06-C684-E370-757E-6C406E3ED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1A531-1A19-875F-EDAF-73E938E7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E31A2-4093-C6F6-7794-79BE9816F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E1556-6734-E54D-C6E5-EA516E45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003E-FF47-8A97-221C-F3ABD9A1A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E3B58-0E3E-3254-7592-1DF60871B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A6914-D0B0-B44D-91CE-188C84486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0E51E-8585-E750-D1A5-F090FB2DF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9E85-AD2E-8A60-C920-4FD09047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0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EDEC-805B-23A0-1CF9-D65CCFD6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4F51-C37E-D22F-1ECC-049DEC5F5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40A65-6141-3E8A-1B67-E51A67043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EA054-94F9-E4FD-DA27-257E8639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8C01E-4A50-37D8-A959-81ED8E03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0451B-DC6B-0430-27A6-319B46BE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7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9DD0-C238-C465-6B93-F4C8E5A6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1B873-8907-5410-BBCF-3E39F91FF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53192-1586-A674-0E1E-0031B9FC7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CFD5B-4BBF-7FC2-E0D6-67321B483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7EC9E-39A4-5CE3-506F-6881CAEEB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9CCAD-557F-5ED0-A405-3AEB0299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99D21-BA39-CBB5-42C0-0A6BCB8C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965AC-6A02-7802-383D-EAECEEF7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3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4730F-B9B3-490F-3112-777BA1F3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BDD95-35EA-EDC2-26B4-2C265A01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78BF0-7BF6-B651-6904-26E8EA6E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FC60D-B2D0-AF9A-DA31-C96E9FCC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3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B2F71-51B9-73DB-5DAF-9A439AEE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116AB-ED73-4D18-360B-5641F7F5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3A6A3-DB9A-667D-ED19-D634F7E0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83E9-AA07-DF08-4B67-28A80B97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EF04-69B5-3F40-2C50-75EE92431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D9422-91F7-D811-C19B-F8784AEE8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C319C-D968-B9C0-AC0C-3B624C25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17426-217D-D8DC-9B66-167BFF5A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D34D6-814D-60F8-A8EC-AEAAAB77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8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789A-23AB-2C84-2C57-2D9668F1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0B0F8D-32A1-90FC-636D-CCD9BF880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E1DA0-1A79-AB1D-2768-5AF037BD0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D1BC2-1C2B-82A3-3457-3AB0153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E1187-15B0-DB42-5AE1-70B991C1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95A39-A9AB-D951-3F00-550E11B1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0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0262-1D18-E1A4-6378-D19AB58FC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4E2A1-9EA7-E25C-864C-476DFFFB1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E1980-47CD-07E6-C95A-7F201BF2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3E906-DC0C-204C-4F2B-FF016446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D050E-2F7C-37AE-DEF7-12059BB8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8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AAD0E-8B4F-389B-88DC-31248B176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3DCF8-B409-EBC8-E45A-F6047FC2F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D8403-EB91-1026-59F0-1DEB7B43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3E8C7-737F-6094-6E6F-BDD9E76A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A818-0F8F-5D49-BA63-5E67F6C9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4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A495F-340C-341E-9BEB-C937EF3A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9F8F4-2590-D107-DB2D-DCE847431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51660-8A34-31AA-FE27-EE50314F1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4E430-B8AB-1C44-9A86-058D2AFB1909}" type="datetimeFigureOut">
              <a:rPr lang="en-US" smtClean="0"/>
              <a:t>8/2/25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5E9C7-95E9-BB20-6A7B-5F4304F37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C90CF-D229-1D6D-7F18-301C86201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00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C446C7B-57AC-95CA-3D40-11DB58EC69DC}"/>
              </a:ext>
            </a:extLst>
          </p:cNvPr>
          <p:cNvSpPr txBox="1"/>
          <p:nvPr/>
        </p:nvSpPr>
        <p:spPr>
          <a:xfrm>
            <a:off x="3156155" y="1799303"/>
            <a:ext cx="52187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R E C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48A6C7"/>
                </a:solidFill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A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 L L</a:t>
            </a:r>
            <a:r>
              <a:rPr lang="en-US" sz="6600" b="1" dirty="0">
                <a:latin typeface="Avenir Black" panose="02000503020000020003" pitchFamily="2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5D0BF-C76D-007D-EF0D-2D7FF6062822}"/>
              </a:ext>
            </a:extLst>
          </p:cNvPr>
          <p:cNvSpPr txBox="1"/>
          <p:nvPr/>
        </p:nvSpPr>
        <p:spPr>
          <a:xfrm>
            <a:off x="4483509" y="2508061"/>
            <a:ext cx="32249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W </a:t>
            </a: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rgbClr val="48A6C7"/>
                </a:solidFill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I</a:t>
            </a: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 R E</a:t>
            </a:r>
            <a:endParaRPr lang="en-US" sz="7000" b="1" dirty="0">
              <a:latin typeface="Avenir Blac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084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4107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Avenir Black</vt:lpstr>
      <vt:lpstr>Avenir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Paradise</dc:creator>
  <cp:lastModifiedBy>Christopher Paradise</cp:lastModifiedBy>
  <cp:revision>1</cp:revision>
  <dcterms:created xsi:type="dcterms:W3CDTF">2025-08-02T17:10:28Z</dcterms:created>
  <dcterms:modified xsi:type="dcterms:W3CDTF">2025-08-05T13:38:03Z</dcterms:modified>
</cp:coreProperties>
</file>