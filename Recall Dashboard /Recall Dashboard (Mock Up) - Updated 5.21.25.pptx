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B49DA071.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9968DE-94FA-7305-013C-C28380A1E48B}" name="Christopher Paradise" initials="CP" userId="91ead82a1022413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89"/>
  </p:normalViewPr>
  <p:slideViewPr>
    <p:cSldViewPr snapToGrid="0">
      <p:cViewPr varScale="1">
        <p:scale>
          <a:sx n="138" d="100"/>
          <a:sy n="138" d="100"/>
        </p:scale>
        <p:origin x="176"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omments/modernComment_100_B49DA071.xml><?xml version="1.0" encoding="utf-8"?>
<p188:cmLst xmlns:a="http://schemas.openxmlformats.org/drawingml/2006/main" xmlns:r="http://schemas.openxmlformats.org/officeDocument/2006/relationships" xmlns:p188="http://schemas.microsoft.com/office/powerpoint/2018/8/main">
  <p188:cm id="{46501433-1168-3C4B-9341-3F9FA7E2AB15}" authorId="{E29968DE-94FA-7305-013C-C28380A1E48B}" created="2025-05-21T14:04:55.915">
    <ac:deMkLst xmlns:ac="http://schemas.microsoft.com/office/drawing/2013/main/command">
      <pc:docMk xmlns:pc="http://schemas.microsoft.com/office/powerpoint/2013/main/command"/>
      <pc:sldMk xmlns:pc="http://schemas.microsoft.com/office/powerpoint/2013/main/command" cId="3030229105" sldId="256"/>
      <ac:picMk id="5" creationId="{E6BFAE77-28C6-C90E-3C2B-D43315D26963}"/>
    </ac:deMkLst>
    <p188:replyLst>
      <p188:reply id="{51AFC47F-CBC0-D543-8FA6-7CB7CC315FC9}" authorId="{E29968DE-94FA-7305-013C-C28380A1E48B}" created="2025-05-21T14:21:12.958">
        <p188:txBody>
          <a:bodyPr/>
          <a:lstStyle/>
          <a:p>
            <a:r>
              <a:rPr lang="en-US"/>
              <a:t>Search bar to include everything here, and furthermore, would be great if you can search by manufacturer part number to see full history of recalls within a particular item. </a:t>
            </a:r>
          </a:p>
        </p188:txBody>
      </p188:reply>
    </p188:replyLst>
    <p188:txBody>
      <a:bodyPr/>
      <a:lstStyle/>
      <a:p>
        <a:r>
          <a:rPr lang="en-US"/>
          <a:t>Search Bar</a:t>
        </a:r>
      </a:p>
    </p188:txBody>
  </p188:cm>
  <p188:cm id="{6A36DA30-1089-9649-9E78-063578551CFF}" authorId="{E29968DE-94FA-7305-013C-C28380A1E48B}" created="2025-05-21T14:05:11.344">
    <ac:deMkLst xmlns:ac="http://schemas.microsoft.com/office/drawing/2013/main/command">
      <pc:docMk xmlns:pc="http://schemas.microsoft.com/office/powerpoint/2013/main/command"/>
      <pc:sldMk xmlns:pc="http://schemas.microsoft.com/office/powerpoint/2013/main/command" cId="3030229105" sldId="256"/>
      <ac:spMk id="3" creationId="{110915EE-34D1-DFC6-4425-67019505AD05}"/>
    </ac:deMkLst>
    <p188:replyLst>
      <p188:reply id="{DB3F473B-1806-8748-A2D8-55179E498FD4}" authorId="{E29968DE-94FA-7305-013C-C28380A1E48B}" created="2025-05-21T14:18:24.358">
        <p188:txBody>
          <a:bodyPr/>
          <a:lstStyle/>
          <a:p>
            <a:r>
              <a:rPr lang="en-US"/>
              <a:t>The Progress Bar should include Class Type, not just priority. Needs to include Quantity Identified from PO and a column for quantity reported. We also want to include where the work flow sits. Are we past the inventory count stage? Are we now in action stage? Here we can see from a high level where exactly we are in the process and if and where the hold up is. </a:t>
            </a:r>
          </a:p>
        </p188:txBody>
      </p188:reply>
    </p188:replyLst>
    <p188:txBody>
      <a:bodyPr/>
      <a:lstStyle/>
      <a:p>
        <a:r>
          <a:rPr lang="en-US"/>
          <a:t>Progress Bar</a:t>
        </a:r>
      </a:p>
    </p188:txBody>
  </p188:cm>
  <p188:cm id="{A9D42C4E-775A-5148-80AF-07E4F11B4F50}" authorId="{E29968DE-94FA-7305-013C-C28380A1E48B}" created="2025-05-21T14:15:58.507">
    <ac:deMkLst xmlns:ac="http://schemas.microsoft.com/office/drawing/2013/main/command">
      <pc:docMk xmlns:pc="http://schemas.microsoft.com/office/powerpoint/2013/main/command"/>
      <pc:sldMk xmlns:pc="http://schemas.microsoft.com/office/powerpoint/2013/main/command" cId="3030229105" sldId="256"/>
      <ac:spMk id="3" creationId="{110915EE-34D1-DFC6-4425-67019505AD05}"/>
    </ac:deMkLst>
    <p188:replyLst>
      <p188:reply id="{7EA14E35-5631-EE4A-8CE9-98E7DAF43FB5}" authorId="{E29968DE-94FA-7305-013C-C28380A1E48B}" created="2025-05-21T14:20:26.513">
        <p188:txBody>
          <a:bodyPr/>
          <a:lstStyle/>
          <a:p>
            <a:r>
              <a:rPr lang="en-US"/>
              <a:t>Can be customized to include Class 1 alerts only, or include all real time alerts. Also can be specific to the department. Example: Nursing can recive Nursing-related recall notices only!</a:t>
            </a:r>
          </a:p>
        </p188:txBody>
      </p188:reply>
    </p188:replyLst>
    <p188:txBody>
      <a:bodyPr/>
      <a:lstStyle/>
      <a:p>
        <a:r>
          <a:rPr lang="en-US"/>
          <a:t>Real Time Recall Ticker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9D589-7D8A-1E77-D16C-FABBCA1C57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60C65B-9CF4-CA06-CE24-D92B8F5BE7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566F27-1331-48FC-A75A-2E869541FBBA}"/>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5" name="Footer Placeholder 4">
            <a:extLst>
              <a:ext uri="{FF2B5EF4-FFF2-40B4-BE49-F238E27FC236}">
                <a16:creationId xmlns:a16="http://schemas.microsoft.com/office/drawing/2014/main" id="{990EB8D6-1D35-E12A-82B9-677AD437D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E0A64D-D544-1158-8E7E-E24BD4E876CA}"/>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1964217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58082-3EFD-6AB3-82B0-B8F34A265F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6ECD23-1CD4-3218-63DA-3300307D66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EDC42-CCE2-BB59-0193-BBE75D5E1260}"/>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5" name="Footer Placeholder 4">
            <a:extLst>
              <a:ext uri="{FF2B5EF4-FFF2-40B4-BE49-F238E27FC236}">
                <a16:creationId xmlns:a16="http://schemas.microsoft.com/office/drawing/2014/main" id="{2256048C-07E1-9854-C661-4560256361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39C49-B47F-D8A6-B800-5642248544C5}"/>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3216253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C8696-4E04-35CB-61DF-3AAD1BBFB1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760F25-73E0-15BB-A9A3-8E9DFED265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15CF4A-7246-D6A5-67BB-F68F5A412978}"/>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5" name="Footer Placeholder 4">
            <a:extLst>
              <a:ext uri="{FF2B5EF4-FFF2-40B4-BE49-F238E27FC236}">
                <a16:creationId xmlns:a16="http://schemas.microsoft.com/office/drawing/2014/main" id="{9EF71422-D4D5-3014-C7FB-4A420DB3F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9C0CAF-7456-DD50-5E3D-4FB7F2779474}"/>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298896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C026D-C7B2-75FD-6F7B-DD57C16B8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7126DC-40C6-FD79-D093-1A0A88513B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529F7C-B180-0004-CE4D-6A24ABDA3D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BFAA0E-4D8A-28B9-EC53-BE01DA2D6155}"/>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6" name="Footer Placeholder 5">
            <a:extLst>
              <a:ext uri="{FF2B5EF4-FFF2-40B4-BE49-F238E27FC236}">
                <a16:creationId xmlns:a16="http://schemas.microsoft.com/office/drawing/2014/main" id="{E17E2E62-C217-02A7-9381-BCF05E81FF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755A51-1A5E-1299-571F-2582DBC82DB1}"/>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1019069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74C13-7031-9D24-AA95-D8A82FBD96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86BC30-17B7-4AE8-5205-3C9B5B3FF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59CCC6-C8C8-539C-18C0-E9F69D9B56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BD5D49-0403-DB87-56DA-8EDCA69D8C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972A43-9D8E-EF47-45CF-510FF6B179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3C7C07-CD64-4E85-34F1-FAAE6B733E92}"/>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8" name="Footer Placeholder 7">
            <a:extLst>
              <a:ext uri="{FF2B5EF4-FFF2-40B4-BE49-F238E27FC236}">
                <a16:creationId xmlns:a16="http://schemas.microsoft.com/office/drawing/2014/main" id="{A288BE25-8449-786B-93F9-5CA9BA24C5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58CE1C-84C9-6DE9-E8F0-554F194929DE}"/>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129475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07E3-D699-BEF8-19F4-DD14E9C1DE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E743A2-2601-8779-C847-E9D9FD16A087}"/>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4" name="Footer Placeholder 3">
            <a:extLst>
              <a:ext uri="{FF2B5EF4-FFF2-40B4-BE49-F238E27FC236}">
                <a16:creationId xmlns:a16="http://schemas.microsoft.com/office/drawing/2014/main" id="{099DBD7D-91CF-E8F9-5BAB-E99FBBA03B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C01430-0BE0-D130-571F-DEB6577133F2}"/>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2694115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FE30A6-C326-ADC9-8105-DFD3271D3DEB}"/>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3" name="Footer Placeholder 2">
            <a:extLst>
              <a:ext uri="{FF2B5EF4-FFF2-40B4-BE49-F238E27FC236}">
                <a16:creationId xmlns:a16="http://schemas.microsoft.com/office/drawing/2014/main" id="{54773882-426C-7D8F-2BC3-8CF580BF53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2378F9-9005-B291-2ABB-105616EA0A35}"/>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2942191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A532-27DE-B526-DB8F-152AC3B6D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92A460-39F7-A043-BB7D-EC000FEF01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5304B8-C904-3D50-DAB5-5D63F02EF9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86F100-5CD4-6EBF-0F03-09B79135A506}"/>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6" name="Footer Placeholder 5">
            <a:extLst>
              <a:ext uri="{FF2B5EF4-FFF2-40B4-BE49-F238E27FC236}">
                <a16:creationId xmlns:a16="http://schemas.microsoft.com/office/drawing/2014/main" id="{E265492C-12FD-7847-2C6C-2D3E2EE6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8083BF-5965-A13C-211D-C34E7239C454}"/>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43033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815F6-4272-34EE-F261-D7FC96C2F8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0E344A-6D7B-1D63-2E8A-3CF03DBB3A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2D7D2D-8544-1ED7-3C23-74773E0CF3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9E44CB-C78C-6753-F6AF-28740D4F09E8}"/>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6" name="Footer Placeholder 5">
            <a:extLst>
              <a:ext uri="{FF2B5EF4-FFF2-40B4-BE49-F238E27FC236}">
                <a16:creationId xmlns:a16="http://schemas.microsoft.com/office/drawing/2014/main" id="{F90D6A08-7657-2BC0-999E-E771A2CED6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355ECE-30F6-4F90-103A-994D75638554}"/>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1584926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B45A8-045E-447A-AEFB-F46EFB6FA8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EBDB5B-6128-1CCD-EEC2-CB6423EBFF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09D934-4951-2CF9-B05A-E2FB77A5C4A7}"/>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5" name="Footer Placeholder 4">
            <a:extLst>
              <a:ext uri="{FF2B5EF4-FFF2-40B4-BE49-F238E27FC236}">
                <a16:creationId xmlns:a16="http://schemas.microsoft.com/office/drawing/2014/main" id="{6231C354-3F16-825C-992D-11A28EED6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44FFB8-E746-8E76-CB9D-5F8D3EBFA970}"/>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534049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A6EAED-6B5A-2E8A-4901-054257D23D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832076-6836-1C75-7DB8-9AC821A828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34E8C-3DA0-4AC1-731E-A240F27AC566}"/>
              </a:ext>
            </a:extLst>
          </p:cNvPr>
          <p:cNvSpPr>
            <a:spLocks noGrp="1"/>
          </p:cNvSpPr>
          <p:nvPr>
            <p:ph type="dt" sz="half" idx="10"/>
          </p:nvPr>
        </p:nvSpPr>
        <p:spPr/>
        <p:txBody>
          <a:bodyPr/>
          <a:lstStyle/>
          <a:p>
            <a:fld id="{909CBCB7-E31B-3142-9425-AA6D0A1F7209}" type="datetimeFigureOut">
              <a:rPr lang="en-US" smtClean="0"/>
              <a:t>5/21/25</a:t>
            </a:fld>
            <a:endParaRPr lang="en-US"/>
          </a:p>
        </p:txBody>
      </p:sp>
      <p:sp>
        <p:nvSpPr>
          <p:cNvPr id="5" name="Footer Placeholder 4">
            <a:extLst>
              <a:ext uri="{FF2B5EF4-FFF2-40B4-BE49-F238E27FC236}">
                <a16:creationId xmlns:a16="http://schemas.microsoft.com/office/drawing/2014/main" id="{25462FB4-CFBD-9F42-3F63-6CE38DCDAA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D9B2E-1CF6-14D9-2119-91EB03317E8F}"/>
              </a:ext>
            </a:extLst>
          </p:cNvPr>
          <p:cNvSpPr>
            <a:spLocks noGrp="1"/>
          </p:cNvSpPr>
          <p:nvPr>
            <p:ph type="sldNum" sz="quarter" idx="12"/>
          </p:nvPr>
        </p:nvSpPr>
        <p:spPr/>
        <p:txBody>
          <a:bodyPr/>
          <a:lstStyle/>
          <a:p>
            <a:fld id="{B6135BA1-1547-A247-B1CD-BE4F3D145911}" type="slidenum">
              <a:rPr lang="en-US" smtClean="0"/>
              <a:t>‹#›</a:t>
            </a:fld>
            <a:endParaRPr lang="en-US"/>
          </a:p>
        </p:txBody>
      </p:sp>
    </p:spTree>
    <p:extLst>
      <p:ext uri="{BB962C8B-B14F-4D97-AF65-F5344CB8AC3E}">
        <p14:creationId xmlns:p14="http://schemas.microsoft.com/office/powerpoint/2010/main" val="2845680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07F57-55A1-24B7-A5EC-28C9DF6A97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46152E-C787-756C-BB9C-8A42D7C43F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41E253-F064-C42C-CCD1-B339CBF77F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9CBCB7-E31B-3142-9425-AA6D0A1F7209}" type="datetimeFigureOut">
              <a:rPr lang="en-US" smtClean="0"/>
              <a:t>5/21/25</a:t>
            </a:fld>
            <a:endParaRPr lang="en-US"/>
          </a:p>
        </p:txBody>
      </p:sp>
      <p:sp>
        <p:nvSpPr>
          <p:cNvPr id="5" name="Footer Placeholder 4">
            <a:extLst>
              <a:ext uri="{FF2B5EF4-FFF2-40B4-BE49-F238E27FC236}">
                <a16:creationId xmlns:a16="http://schemas.microsoft.com/office/drawing/2014/main" id="{5F1EDB56-A23B-A84C-8A1D-79E0D3EF6B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1F9A20-C1D3-1D5B-92A4-57F012BBEC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135BA1-1547-A247-B1CD-BE4F3D145911}" type="slidenum">
              <a:rPr lang="en-US" smtClean="0"/>
              <a:t>‹#›</a:t>
            </a:fld>
            <a:endParaRPr lang="en-US"/>
          </a:p>
        </p:txBody>
      </p:sp>
    </p:spTree>
    <p:extLst>
      <p:ext uri="{BB962C8B-B14F-4D97-AF65-F5344CB8AC3E}">
        <p14:creationId xmlns:p14="http://schemas.microsoft.com/office/powerpoint/2010/main" val="3705531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0_B49DA07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phone&#10;&#10;AI-generated content may be incorrect.">
            <a:extLst>
              <a:ext uri="{FF2B5EF4-FFF2-40B4-BE49-F238E27FC236}">
                <a16:creationId xmlns:a16="http://schemas.microsoft.com/office/drawing/2014/main" id="{E6BFAE77-28C6-C90E-3C2B-D43315D26963}"/>
              </a:ext>
            </a:extLst>
          </p:cNvPr>
          <p:cNvPicPr>
            <a:picLocks noChangeAspect="1"/>
          </p:cNvPicPr>
          <p:nvPr/>
        </p:nvPicPr>
        <p:blipFill>
          <a:blip r:embed="rId3"/>
          <a:stretch>
            <a:fillRect/>
          </a:stretch>
        </p:blipFill>
        <p:spPr>
          <a:xfrm>
            <a:off x="332508" y="500448"/>
            <a:ext cx="2309583" cy="5857103"/>
          </a:xfrm>
          <a:prstGeom prst="rect">
            <a:avLst/>
          </a:prstGeom>
        </p:spPr>
      </p:pic>
      <p:sp>
        <p:nvSpPr>
          <p:cNvPr id="2" name="Rectangle 1">
            <a:extLst>
              <a:ext uri="{FF2B5EF4-FFF2-40B4-BE49-F238E27FC236}">
                <a16:creationId xmlns:a16="http://schemas.microsoft.com/office/drawing/2014/main" id="{82940E51-DC6A-0A46-3F13-AF616C536C44}"/>
              </a:ext>
            </a:extLst>
          </p:cNvPr>
          <p:cNvSpPr/>
          <p:nvPr/>
        </p:nvSpPr>
        <p:spPr>
          <a:xfrm>
            <a:off x="426720" y="6357551"/>
            <a:ext cx="11573692" cy="3480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Recall Ticker Widget at Page Bottom</a:t>
            </a:r>
          </a:p>
        </p:txBody>
      </p:sp>
      <p:sp>
        <p:nvSpPr>
          <p:cNvPr id="3" name="Rectangle 2">
            <a:extLst>
              <a:ext uri="{FF2B5EF4-FFF2-40B4-BE49-F238E27FC236}">
                <a16:creationId xmlns:a16="http://schemas.microsoft.com/office/drawing/2014/main" id="{110915EE-34D1-DFC6-4425-67019505AD05}"/>
              </a:ext>
            </a:extLst>
          </p:cNvPr>
          <p:cNvSpPr/>
          <p:nvPr/>
        </p:nvSpPr>
        <p:spPr>
          <a:xfrm>
            <a:off x="2812869" y="500448"/>
            <a:ext cx="9187543" cy="56826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15671760-4989-9E06-D6FD-9B39F7F05294}"/>
              </a:ext>
            </a:extLst>
          </p:cNvPr>
          <p:cNvSpPr txBox="1"/>
          <p:nvPr/>
        </p:nvSpPr>
        <p:spPr>
          <a:xfrm>
            <a:off x="3020291" y="1182255"/>
            <a:ext cx="3079113" cy="369332"/>
          </a:xfrm>
          <a:prstGeom prst="rect">
            <a:avLst/>
          </a:prstGeom>
          <a:noFill/>
        </p:spPr>
        <p:txBody>
          <a:bodyPr wrap="none" rtlCol="0">
            <a:spAutoFit/>
          </a:bodyPr>
          <a:lstStyle/>
          <a:p>
            <a:r>
              <a:rPr lang="en-US" dirty="0">
                <a:solidFill>
                  <a:schemeClr val="bg1"/>
                </a:solidFill>
              </a:rPr>
              <a:t>Open Recall Progress Tracker</a:t>
            </a:r>
          </a:p>
        </p:txBody>
      </p:sp>
      <p:pic>
        <p:nvPicPr>
          <p:cNvPr id="9" name="Picture 8">
            <a:extLst>
              <a:ext uri="{FF2B5EF4-FFF2-40B4-BE49-F238E27FC236}">
                <a16:creationId xmlns:a16="http://schemas.microsoft.com/office/drawing/2014/main" id="{AD83A4AF-9630-3E0B-D1FC-0493649A361E}"/>
              </a:ext>
            </a:extLst>
          </p:cNvPr>
          <p:cNvPicPr>
            <a:picLocks noChangeAspect="1"/>
          </p:cNvPicPr>
          <p:nvPr/>
        </p:nvPicPr>
        <p:blipFill>
          <a:blip r:embed="rId4"/>
          <a:stretch>
            <a:fillRect/>
          </a:stretch>
        </p:blipFill>
        <p:spPr>
          <a:xfrm>
            <a:off x="3020291" y="1633432"/>
            <a:ext cx="7772400" cy="2233903"/>
          </a:xfrm>
          <a:prstGeom prst="rect">
            <a:avLst/>
          </a:prstGeom>
        </p:spPr>
      </p:pic>
    </p:spTree>
    <p:extLst>
      <p:ext uri="{BB962C8B-B14F-4D97-AF65-F5344CB8AC3E}">
        <p14:creationId xmlns:p14="http://schemas.microsoft.com/office/powerpoint/2010/main" val="303022910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10</Words>
  <Application>Microsoft Macintosh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Paradise</dc:creator>
  <cp:lastModifiedBy>Christopher Paradise</cp:lastModifiedBy>
  <cp:revision>3</cp:revision>
  <dcterms:created xsi:type="dcterms:W3CDTF">2025-05-16T16:33:22Z</dcterms:created>
  <dcterms:modified xsi:type="dcterms:W3CDTF">2025-05-21T14:21:32Z</dcterms:modified>
</cp:coreProperties>
</file>